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4045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execution platform for ODA Components, and its open-source reference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First, architects and software engineers who build functional software components, and want to know what it means to meet the ODA standards and run on the Canvas. Second, architects, engineers and site reliability engineers who build or operate a Canvas platform, whether that is a communication service provider running its own, or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take a quick tour of the Canvas, including the Canvas Portal, and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They were valuable, but they were human-readable documents, open to interpretation. Each operator built its own variant, and the industry ended up with many slightly different versions of the same standards.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and launched formally in January 2017. Open APIs are detailed, prescriptive, machine-readable specifications for standard services. Adoption has been huge: the APIs have been downloaded more than a million times by tens of thousands of developers, and today most telecom IT capabilities start with the question, "Which standard APIs do we need?"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such as the APIs it exposes and depends on, the events it publishes, its security roles and its observability. Components are interoperable, designed around end-to-end use cases, and portable: they can run on any Canvas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and provides the shared operational services it needs,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whether those are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so that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which operations teams then have to integrate. In the ODA model, a component only declares the roles it supports. The Canvas configures those roles in one shared identity platform, such as Keycloak or Microsoft Entra ID.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moving from hundreds of teams running vertically integrated applications towards a single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with security and management defined as code. The upper layer is a set of standard golden components that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and then, in its core, management and security functions, the APIs it exposes and depends on,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such as exposed APIs, dependent APIs, identity configuration and secrets management. Each sub-resource is handled by its own specialised operator. Each operator is a piece of software that holds the operational knowledge a human administrator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There are six options in the reference implementation: the Istio service mesh, which is the default, the Kong and Apache APISIX gateways, and operators for Azure API Management, Google Apigee and Whale Cloud.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or Microsoft Entra ID.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or Datadog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availability during maintenance, and carbon-aware scaling. An OAuth2 configuration operator for authentication between components is available as a prototype. The AI-Native capabilities are experimental. Event management, a model-as-a-service operator, cost control and database services are planned. The Canvas is generally available, with regular releases, and every change is checked by an automated behaviour-driven test suite that runs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is the result of collaboration between communication service providers, cloud providers, software vendors and systems integrators, delivering what the ODA Manifesto set out: a standard execution environment for ODA Components. That shared foundation is what lets the industry adopt new capabilities, including AI, faster together than any one company could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1.png"/><Relationship Id="rId7"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4.png"/><Relationship Id="rId4" Type="http://schemas.openxmlformats.org/officeDocument/2006/relationships/image" Target="../media/image44.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 card</a:t>
            </a:r>
          </a:p>
        </p:txBody>
      </p:sp>
      <p:sp>
        <p:nvSpPr>
          <p:cNvPr id="4" name="Plate"/>
          <p:cNvSpPr/>
          <p:nvPr/>
        </p:nvSpPr>
        <p:spPr>
          <a:xfrm>
            <a:off x="6731000" y="406400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pic>
        <p:nvPicPr>
          <p:cNvPr id="5" name="Component" descr="oda.png"/>
          <p:cNvPicPr>
            <a:picLocks noChangeAspect="1"/>
          </p:cNvPicPr>
          <p:nvPr/>
        </p:nvPicPr>
        <p:blipFill>
          <a:blip r:embed="rId4"/>
          <a:stretch>
            <a:fillRect/>
          </a:stretch>
        </p:blipFill>
        <p:spPr>
          <a:xfrm>
            <a:off x="7747000" y="2171700"/>
            <a:ext cx="2413000" cy="2278944"/>
          </a:xfrm>
          <a:prstGeom prst="rect">
            <a:avLst/>
          </a:prstGeom>
        </p:spPr>
      </p:pic>
      <p:sp>
        <p:nvSpPr>
          <p:cNvPr id="6" name="Intro"/>
          <p:cNvSpPr txBox="1"/>
          <p:nvPr/>
        </p:nvSpPr>
        <p:spPr>
          <a:xfrm>
            <a:off x="762000" y="2095500"/>
            <a:ext cx="5715000" cy="3810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Introduction to the</a:t>
            </a:r>
          </a:p>
        </p:txBody>
      </p:sp>
      <p:sp>
        <p:nvSpPr>
          <p:cNvPr id="7" name="Name"/>
          <p:cNvSpPr txBox="1"/>
          <p:nvPr/>
        </p:nvSpPr>
        <p:spPr>
          <a:xfrm>
            <a:off x="762000" y="2413000"/>
            <a:ext cx="6350000" cy="1016000"/>
          </a:xfrm>
          <a:prstGeom prst="rect">
            <a:avLst/>
          </a:prstGeom>
          <a:noFill/>
        </p:spPr>
        <p:txBody>
          <a:bodyPr wrap="square" lIns="0" tIns="0" rIns="0" bIns="0" anchor="t">
            <a:spAutoFit/>
          </a:bodyPr>
          <a:lstStyle/>
          <a:p>
            <a:pPr algn="l">
              <a:lnSpc>
                <a:spcPct val="115000"/>
              </a:lnSpc>
            </a:pPr>
            <a:r>
              <a:rPr sz="6600" b="1">
                <a:solidFill>
                  <a:srgbClr val="F2F5FB"/>
                </a:solidFill>
                <a:latin typeface="Segoe UI"/>
              </a:rPr>
              <a:t>ODA </a:t>
            </a:r>
            <a:r>
              <a:rPr sz="6600" b="1">
                <a:solidFill>
                  <a:srgbClr val="E6007E"/>
                </a:solidFill>
                <a:latin typeface="Segoe UI"/>
              </a:rPr>
              <a:t>Canvas</a:t>
            </a:r>
          </a:p>
        </p:txBody>
      </p:sp>
      <p:sp>
        <p:nvSpPr>
          <p:cNvPr id="8" name="Subtitle"/>
          <p:cNvSpPr txBox="1"/>
          <p:nvPr/>
        </p:nvSpPr>
        <p:spPr>
          <a:xfrm>
            <a:off x="787400" y="3556000"/>
            <a:ext cx="5715000" cy="317500"/>
          </a:xfrm>
          <a:prstGeom prst="rect">
            <a:avLst/>
          </a:prstGeom>
          <a:noFill/>
        </p:spPr>
        <p:txBody>
          <a:bodyPr wrap="square" lIns="0" tIns="0" rIns="0" bIns="0" anchor="t">
            <a:spAutoFit/>
          </a:bodyPr>
          <a:lstStyle/>
          <a:p>
            <a:pPr algn="l">
              <a:lnSpc>
                <a:spcPct val="115000"/>
              </a:lnSpc>
            </a:pPr>
            <a:r>
              <a:rPr sz="1800" b="0">
                <a:solidFill>
                  <a:srgbClr val="8F9BB8"/>
                </a:solidFill>
                <a:latin typeface="Segoe UI"/>
              </a:rPr>
              <a:t>Open Digital Architecture · TM Forum</a:t>
            </a:r>
          </a:p>
        </p:txBody>
      </p:sp>
      <p:sp>
        <p:nvSpPr>
          <p:cNvPr id="9" name="Series"/>
          <p:cNvSpPr/>
          <p:nvPr/>
        </p:nvSpPr>
        <p:spPr>
          <a:xfrm>
            <a:off x="787400" y="4191000"/>
            <a:ext cx="2495550" cy="2857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Training series · Part 1</a:t>
            </a:r>
          </a:p>
        </p:txBody>
      </p:sp>
    </p:spTree>
  </p:cSld>
  <p:clrMapOvr>
    <a:masterClrMapping/>
  </p:clrMapOvr>
  <mc:AlternateContent xmlns:mc="http://schemas.openxmlformats.org/markup-compatibility/2006">
    <mc:Choice xmlns:p14="http://schemas.microsoft.com/office/powerpoint/2010/main" Requires="p14">
      <p:transition spd="slow" p14:dur="2000" advTm="11500"/>
    </mc:Choice>
    <mc:Fallback>
      <p:transition spd="slow" advTm="1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800" fill="hold"/>
                                        <p:tgtEl>
                                          <p:spTgt spid="4"/>
                                        </p:tgtEl>
                                        <p:attrNameLst>
                                          <p:attrName>ppt_x</p:attrName>
                                        </p:attrNameLst>
                                      </p:cBhvr>
                                      <p:tavLst>
                                        <p:tav tm="0">
                                          <p:val>
                                            <p:strVal val="#ppt_x"/>
                                          </p:val>
                                        </p:tav>
                                        <p:tav tm="100000">
                                          <p:val>
                                            <p:strVal val="#ppt_x"/>
                                          </p:val>
                                        </p:tav>
                                      </p:tavLst>
                                    </p:anim>
                                    <p:anim calcmode="lin" valueType="num">
                                      <p:cBhvr additive="base">
                                        <p:cTn id="8" dur="800" fill="hold"/>
                                        <p:tgtEl>
                                          <p:spTgt spid="4"/>
                                        </p:tgtEl>
                                        <p:attrNameLst>
                                          <p:attrName>ppt_y</p:attrName>
                                        </p:attrNameLst>
                                      </p:cBhvr>
                                      <p:tavLst>
                                        <p:tav tm="0">
                                          <p:val>
                                            <p:strVal val="1+#ppt_h/2"/>
                                          </p:val>
                                        </p:tav>
                                        <p:tav tm="100000">
                                          <p:val>
                                            <p:strVal val="#ppt_y"/>
                                          </p:val>
                                        </p:tav>
                                      </p:tavLst>
                                    </p:anim>
                                  </p:childTnLst>
                                </p:cTn>
                              </p:par>
                              <p:par>
                                <p:cTn id="9" presetID="58" presetClass="entr" presetSubtype="0" accel="100000" fill="hold" nodeType="withEffect">
                                  <p:stCondLst>
                                    <p:cond delay="1100"/>
                                  </p:stCondLst>
                                  <p:childTnLst>
                                    <p:set>
                                      <p:cBhvr>
                                        <p:cTn id="10" dur="1" fill="hold">
                                          <p:stCondLst>
                                            <p:cond delay="0"/>
                                          </p:stCondLst>
                                        </p:cTn>
                                        <p:tgtEl>
                                          <p:spTgt spid="5"/>
                                        </p:tgtEl>
                                        <p:attrNameLst>
                                          <p:attrName>style.visibility</p:attrName>
                                        </p:attrNameLst>
                                      </p:cBhvr>
                                      <p:to>
                                        <p:strVal val="visible"/>
                                      </p:to>
                                    </p:set>
                                    <p:anim calcmode="lin" valueType="num">
                                      <p:cBhvr>
                                        <p:cTn id="11" dur="800" fill="hold"/>
                                        <p:tgtEl>
                                          <p:spTgt spid="5"/>
                                        </p:tgtEl>
                                        <p:attrNameLst>
                                          <p:attrName>ppt_w</p:attrName>
                                        </p:attrNameLst>
                                      </p:cBhvr>
                                      <p:tavLst>
                                        <p:tav tm="0">
                                          <p:val>
                                            <p:strVal val="#ppt_w*2.5"/>
                                          </p:val>
                                        </p:tav>
                                        <p:tav tm="100000">
                                          <p:val>
                                            <p:strVal val="#ppt_w"/>
                                          </p:val>
                                        </p:tav>
                                      </p:tavLst>
                                    </p:anim>
                                    <p:anim calcmode="lin" valueType="num">
                                      <p:cBhvr>
                                        <p:cTn id="12" dur="800" fill="hold"/>
                                        <p:tgtEl>
                                          <p:spTgt spid="5"/>
                                        </p:tgtEl>
                                        <p:attrNameLst>
                                          <p:attrName>ppt_h</p:attrName>
                                        </p:attrNameLst>
                                      </p:cBhvr>
                                      <p:tavLst>
                                        <p:tav tm="0">
                                          <p:val>
                                            <p:strVal val="#ppt_h*0.01"/>
                                          </p:val>
                                        </p:tav>
                                        <p:tav tm="100000">
                                          <p:val>
                                            <p:strVal val="#ppt_h"/>
                                          </p:val>
                                        </p:tav>
                                      </p:tavLst>
                                    </p:anim>
                                    <p:anim calcmode="lin" valueType="num">
                                      <p:cBhvr>
                                        <p:cTn id="13" dur="800" fill="hold"/>
                                        <p:tgtEl>
                                          <p:spTgt spid="5"/>
                                        </p:tgtEl>
                                        <p:attrNameLst>
                                          <p:attrName>ppt_x</p:attrName>
                                        </p:attrNameLst>
                                      </p:cBhvr>
                                      <p:tavLst>
                                        <p:tav tm="0">
                                          <p:val>
                                            <p:strVal val="#ppt_x"/>
                                          </p:val>
                                        </p:tav>
                                        <p:tav tm="100000">
                                          <p:val>
                                            <p:strVal val="#ppt_x"/>
                                          </p:val>
                                        </p:tav>
                                      </p:tavLst>
                                    </p:anim>
                                    <p:anim calcmode="lin" valueType="num">
                                      <p:cBhvr>
                                        <p:cTn id="14" dur="800" fill="hold"/>
                                        <p:tgtEl>
                                          <p:spTgt spid="5"/>
                                        </p:tgtEl>
                                        <p:attrNameLst>
                                          <p:attrName>ppt_y</p:attrName>
                                        </p:attrNameLst>
                                      </p:cBhvr>
                                      <p:tavLst>
                                        <p:tav tm="0">
                                          <p:val>
                                            <p:strVal val="#ppt_h+1"/>
                                          </p:val>
                                        </p:tav>
                                        <p:tav tm="100000">
                                          <p:val>
                                            <p:strVal val="#ppt_y"/>
                                          </p:val>
                                        </p:tav>
                                      </p:tavLst>
                                    </p:anim>
                                    <p:animEffect transition="in" filter="fade">
                                      <p:cBhvr>
                                        <p:cTn id="15" dur="800"/>
                                        <p:tgtEl>
                                          <p:spTgt spid="5"/>
                                        </p:tgtEl>
                                      </p:cBhvr>
                                    </p:animEffect>
                                  </p:childTnLst>
                                </p:cTn>
                              </p:par>
                              <p:par>
                                <p:cTn id="16" presetID="10" presetClass="entr" presetSubtype="0" fill="hold" grpId="0" nodeType="withEffect">
                                  <p:stCondLst>
                                    <p:cond delay="1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600"/>
                                        <p:tgtEl>
                                          <p:spTgt spid="6"/>
                                        </p:tgtEl>
                                      </p:cBhvr>
                                    </p:animEffect>
                                  </p:childTnLst>
                                </p:cTn>
                              </p:par>
                              <p:par>
                                <p:cTn id="19" presetID="2" presetClass="entr" presetSubtype="4" fill="hold" grpId="0" nodeType="withEffect">
                                  <p:stCondLst>
                                    <p:cond delay="1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800" fill="hold"/>
                                        <p:tgtEl>
                                          <p:spTgt spid="7"/>
                                        </p:tgtEl>
                                        <p:attrNameLst>
                                          <p:attrName>ppt_x</p:attrName>
                                        </p:attrNameLst>
                                      </p:cBhvr>
                                      <p:tavLst>
                                        <p:tav tm="0">
                                          <p:val>
                                            <p:strVal val="#ppt_x"/>
                                          </p:val>
                                        </p:tav>
                                        <p:tav tm="100000">
                                          <p:val>
                                            <p:strVal val="#ppt_x"/>
                                          </p:val>
                                        </p:tav>
                                      </p:tavLst>
                                    </p:anim>
                                    <p:anim calcmode="lin" valueType="num">
                                      <p:cBhvr additive="base">
                                        <p:cTn id="22" dur="800" fill="hold"/>
                                        <p:tgtEl>
                                          <p:spTgt spid="7"/>
                                        </p:tgtEl>
                                        <p:attrNameLst>
                                          <p:attrName>ppt_y</p:attrName>
                                        </p:attrNameLst>
                                      </p:cBhvr>
                                      <p:tavLst>
                                        <p:tav tm="0">
                                          <p:val>
                                            <p:strVal val="1+#ppt_h/2"/>
                                          </p:val>
                                        </p:tav>
                                        <p:tav tm="100000">
                                          <p:val>
                                            <p:strVal val="#ppt_y"/>
                                          </p:val>
                                        </p:tav>
                                      </p:tavLst>
                                    </p:anim>
                                  </p:childTnLst>
                                </p:cTn>
                              </p:par>
                              <p:par>
                                <p:cTn id="23" presetID="10" presetClass="entr" presetSubtype="0" fill="hold" grpId="0" nodeType="withEffect">
                                  <p:stCondLst>
                                    <p:cond delay="26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6" presetID="2" presetClass="entr" presetSubtype="4" fill="hold" grpId="0" nodeType="withEffect">
                                  <p:stCondLst>
                                    <p:cond delay="34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600" fill="hold"/>
                                        <p:tgtEl>
                                          <p:spTgt spid="9"/>
                                        </p:tgtEl>
                                        <p:attrNameLst>
                                          <p:attrName>ppt_x</p:attrName>
                                        </p:attrNameLst>
                                      </p:cBhvr>
                                      <p:tavLst>
                                        <p:tav tm="0">
                                          <p:val>
                                            <p:strVal val="#ppt_x"/>
                                          </p:val>
                                        </p:tav>
                                        <p:tav tm="100000">
                                          <p:val>
                                            <p:strVal val="#ppt_x"/>
                                          </p:val>
                                        </p:tav>
                                      </p:tavLst>
                                    </p:anim>
                                    <p:anim calcmode="lin" valueType="num">
                                      <p:cBhvr additive="base">
                                        <p:cTn id="29" dur="6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sp>
          <p:nvSpPr>
            <p:cNvPr id="15" name="Shape 13"/>
            <p:cNvSpPr/>
            <p:nvPr/>
          </p:nvSpPr>
          <p:spPr>
            <a:xfrm>
              <a:off x="8921750" y="2730500"/>
              <a:ext cx="1460500" cy="292100"/>
            </a:xfrm>
            <a:prstGeom prst="roundRect">
              <a:avLst>
                <a:gd name="adj" fmla="val 21739"/>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engineers and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1" fill="hold" nodeType="withEffect">
                                  <p:stCondLst>
                                    <p:cond delay="100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1200"/>
                                        <p:tgtEl>
                                          <p:spTgt spid="6"/>
                                        </p:tgtEl>
                                      </p:cBhvr>
                                    </p:animEffect>
                                  </p:childTnLst>
                                </p:cTn>
                              </p:par>
                              <p:par>
                                <p:cTn id="15" presetID="2" presetClass="entr" presetSubtype="4" fill="hold" nodeType="withEffect">
                                  <p:stCondLst>
                                    <p:cond delay="1400"/>
                                  </p:st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800" fill="hold"/>
                                        <p:tgtEl>
                                          <p:spTgt spid="12"/>
                                        </p:tgtEl>
                                        <p:attrNameLst>
                                          <p:attrName>ppt_x</p:attrName>
                                        </p:attrNameLst>
                                      </p:cBhvr>
                                      <p:tavLst>
                                        <p:tav tm="0">
                                          <p:val>
                                            <p:strVal val="#ppt_x"/>
                                          </p:val>
                                        </p:tav>
                                        <p:tav tm="100000">
                                          <p:val>
                                            <p:strVal val="#ppt_x"/>
                                          </p:val>
                                        </p:tav>
                                      </p:tavLst>
                                    </p:anim>
                                    <p:anim calcmode="lin" valueType="num">
                                      <p:cBhvr additive="base">
                                        <p:cTn id="18" dur="800" fill="hold"/>
                                        <p:tgtEl>
                                          <p:spTgt spid="12"/>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2500"/>
                                  </p:stCondLst>
                                  <p:childTnLst>
                                    <p:set>
                                      <p:cBhvr>
                                        <p:cTn id="20" dur="1" fill="hold">
                                          <p:stCondLst>
                                            <p:cond delay="0"/>
                                          </p:stCondLst>
                                        </p:cTn>
                                        <p:tgtEl>
                                          <p:spTgt spid="18"/>
                                        </p:tgtEl>
                                        <p:attrNameLst>
                                          <p:attrName>style.visibility</p:attrName>
                                        </p:attrNameLst>
                                      </p:cBhvr>
                                      <p:to>
                                        <p:strVal val="visible"/>
                                      </p:to>
                                    </p:set>
                                    <p:anim calcmode="lin" valueType="num">
                                      <p:cBhvr additive="base">
                                        <p:cTn id="21" dur="800" fill="hold"/>
                                        <p:tgtEl>
                                          <p:spTgt spid="18"/>
                                        </p:tgtEl>
                                        <p:attrNameLst>
                                          <p:attrName>ppt_x</p:attrName>
                                        </p:attrNameLst>
                                      </p:cBhvr>
                                      <p:tavLst>
                                        <p:tav tm="0">
                                          <p:val>
                                            <p:strVal val="#ppt_x"/>
                                          </p:val>
                                        </p:tav>
                                        <p:tav tm="100000">
                                          <p:val>
                                            <p:strVal val="#ppt_x"/>
                                          </p:val>
                                        </p:tav>
                                      </p:tavLst>
                                    </p:anim>
                                    <p:anim calcmode="lin" valueType="num">
                                      <p:cBhvr additive="base">
                                        <p:cTn id="22" dur="800" fill="hold"/>
                                        <p:tgtEl>
                                          <p:spTgt spid="18"/>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90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600" fill="hold"/>
                                        <p:tgtEl>
                                          <p:spTgt spid="21"/>
                                        </p:tgtEl>
                                        <p:attrNameLst>
                                          <p:attrName>ppt_x</p:attrName>
                                        </p:attrNameLst>
                                      </p:cBhvr>
                                      <p:tavLst>
                                        <p:tav tm="0">
                                          <p:val>
                                            <p:strVal val="#ppt_x"/>
                                          </p:val>
                                        </p:tav>
                                        <p:tav tm="100000">
                                          <p:val>
                                            <p:strVal val="#ppt_x"/>
                                          </p:val>
                                        </p:tav>
                                      </p:tavLst>
                                    </p:anim>
                                    <p:anim calcmode="lin" valueType="num">
                                      <p:cBhvr additive="base">
                                        <p:cTn id="26"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1" fill="hold" grpId="0" nodeType="withEffect">
                                  <p:stCondLst>
                                    <p:cond delay="800"/>
                                  </p:stCondLst>
                                  <p:childTnLst>
                                    <p:set>
                                      <p:cBhvr>
                                        <p:cTn id="13" dur="1" fill="hold">
                                          <p:stCondLst>
                                            <p:cond delay="0"/>
                                          </p:stCondLst>
                                        </p:cTn>
                                        <p:tgtEl>
                                          <p:spTgt spid="7"/>
                                        </p:tgtEl>
                                        <p:attrNameLst>
                                          <p:attrName>style.visibility</p:attrName>
                                        </p:attrNameLst>
                                      </p:cBhvr>
                                      <p:to>
                                        <p:strVal val="visible"/>
                                      </p:to>
                                    </p:set>
                                    <p:animEffect transition="in" filter="wipe(up)">
                                      <p:cBhvr>
                                        <p:cTn id="14" dur="15500"/>
                                        <p:tgtEl>
                                          <p:spTgt spid="7"/>
                                        </p:tgtEl>
                                      </p:cBhvr>
                                    </p:animEffect>
                                  </p:childTnLst>
                                </p:cTn>
                              </p:par>
                              <p:par>
                                <p:cTn id="15" presetID="2" presetClass="entr" presetSubtype="4" fill="hold" nodeType="withEffect">
                                  <p:stCondLst>
                                    <p:cond delay="120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600" fill="hold"/>
                                        <p:tgtEl>
                                          <p:spTgt spid="11"/>
                                        </p:tgtEl>
                                        <p:attrNameLst>
                                          <p:attrName>ppt_x</p:attrName>
                                        </p:attrNameLst>
                                      </p:cBhvr>
                                      <p:tavLst>
                                        <p:tav tm="0">
                                          <p:val>
                                            <p:strVal val="#ppt_x"/>
                                          </p:val>
                                        </p:tav>
                                        <p:tav tm="100000">
                                          <p:val>
                                            <p:strVal val="#ppt_x"/>
                                          </p:val>
                                        </p:tav>
                                      </p:tavLst>
                                    </p:anim>
                                    <p:anim calcmode="lin" valueType="num">
                                      <p:cBhvr additive="base">
                                        <p:cTn id="18" dur="6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4200"/>
                                  </p:stCondLst>
                                  <p:childTnLst>
                                    <p:set>
                                      <p:cBhvr>
                                        <p:cTn id="20" dur="1" fill="hold">
                                          <p:stCondLst>
                                            <p:cond delay="0"/>
                                          </p:stCondLst>
                                        </p:cTn>
                                        <p:tgtEl>
                                          <p:spTgt spid="15"/>
                                        </p:tgtEl>
                                        <p:attrNameLst>
                                          <p:attrName>style.visibility</p:attrName>
                                        </p:attrNameLst>
                                      </p:cBhvr>
                                      <p:to>
                                        <p:strVal val="visible"/>
                                      </p:to>
                                    </p:set>
                                    <p:anim calcmode="lin" valueType="num">
                                      <p:cBhvr additive="base">
                                        <p:cTn id="21" dur="600" fill="hold"/>
                                        <p:tgtEl>
                                          <p:spTgt spid="15"/>
                                        </p:tgtEl>
                                        <p:attrNameLst>
                                          <p:attrName>ppt_x</p:attrName>
                                        </p:attrNameLst>
                                      </p:cBhvr>
                                      <p:tavLst>
                                        <p:tav tm="0">
                                          <p:val>
                                            <p:strVal val="#ppt_x"/>
                                          </p:val>
                                        </p:tav>
                                        <p:tav tm="100000">
                                          <p:val>
                                            <p:strVal val="#ppt_x"/>
                                          </p:val>
                                        </p:tav>
                                      </p:tavLst>
                                    </p:anim>
                                    <p:anim calcmode="lin" valueType="num">
                                      <p:cBhvr additive="base">
                                        <p:cTn id="22" dur="600" fill="hold"/>
                                        <p:tgtEl>
                                          <p:spTgt spid="15"/>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8600"/>
                                  </p:stCondLst>
                                  <p:childTnLst>
                                    <p:set>
                                      <p:cBhvr>
                                        <p:cTn id="24" dur="1" fill="hold">
                                          <p:stCondLst>
                                            <p:cond delay="0"/>
                                          </p:stCondLst>
                                        </p:cTn>
                                        <p:tgtEl>
                                          <p:spTgt spid="19"/>
                                        </p:tgtEl>
                                        <p:attrNameLst>
                                          <p:attrName>style.visibility</p:attrName>
                                        </p:attrNameLst>
                                      </p:cBhvr>
                                      <p:to>
                                        <p:strVal val="visible"/>
                                      </p:to>
                                    </p:set>
                                    <p:anim calcmode="lin" valueType="num">
                                      <p:cBhvr additive="base">
                                        <p:cTn id="25" dur="600" fill="hold"/>
                                        <p:tgtEl>
                                          <p:spTgt spid="19"/>
                                        </p:tgtEl>
                                        <p:attrNameLst>
                                          <p:attrName>ppt_x</p:attrName>
                                        </p:attrNameLst>
                                      </p:cBhvr>
                                      <p:tavLst>
                                        <p:tav tm="0">
                                          <p:val>
                                            <p:strVal val="#ppt_x"/>
                                          </p:val>
                                        </p:tav>
                                        <p:tav tm="100000">
                                          <p:val>
                                            <p:strVal val="#ppt_x"/>
                                          </p:val>
                                        </p:tav>
                                      </p:tavLst>
                                    </p:anim>
                                    <p:anim calcmode="lin" valueType="num">
                                      <p:cBhvr additive="base">
                                        <p:cTn id="26" dur="600" fill="hold"/>
                                        <p:tgtEl>
                                          <p:spTgt spid="19"/>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100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600" fill="hold"/>
                                        <p:tgtEl>
                                          <p:spTgt spid="23"/>
                                        </p:tgtEl>
                                        <p:attrNameLst>
                                          <p:attrName>ppt_x</p:attrName>
                                        </p:attrNameLst>
                                      </p:cBhvr>
                                      <p:tavLst>
                                        <p:tav tm="0">
                                          <p:val>
                                            <p:strVal val="#ppt_x"/>
                                          </p:val>
                                        </p:tav>
                                        <p:tav tm="100000">
                                          <p:val>
                                            <p:strVal val="#ppt_x"/>
                                          </p:val>
                                        </p:tav>
                                      </p:tavLst>
                                    </p:anim>
                                    <p:anim calcmode="lin" valueType="num">
                                      <p:cBhvr additive="base">
                                        <p:cTn id="30" dur="600" fill="hold"/>
                                        <p:tgtEl>
                                          <p:spTgt spid="23"/>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15600"/>
                                  </p:stCondLst>
                                  <p:childTnLst>
                                    <p:set>
                                      <p:cBhvr>
                                        <p:cTn id="32" dur="1" fill="hold">
                                          <p:stCondLst>
                                            <p:cond delay="0"/>
                                          </p:stCondLst>
                                        </p:cTn>
                                        <p:tgtEl>
                                          <p:spTgt spid="27"/>
                                        </p:tgtEl>
                                        <p:attrNameLst>
                                          <p:attrName>style.visibility</p:attrName>
                                        </p:attrNameLst>
                                      </p:cBhvr>
                                      <p:to>
                                        <p:strVal val="visible"/>
                                      </p:to>
                                    </p:set>
                                    <p:anim calcmode="lin" valueType="num">
                                      <p:cBhvr additive="base">
                                        <p:cTn id="33" dur="600" fill="hold"/>
                                        <p:tgtEl>
                                          <p:spTgt spid="27"/>
                                        </p:tgtEl>
                                        <p:attrNameLst>
                                          <p:attrName>ppt_x</p:attrName>
                                        </p:attrNameLst>
                                      </p:cBhvr>
                                      <p:tavLst>
                                        <p:tav tm="0">
                                          <p:val>
                                            <p:strVal val="#ppt_x"/>
                                          </p:val>
                                        </p:tav>
                                        <p:tav tm="100000">
                                          <p:val>
                                            <p:strVal val="#ppt_x"/>
                                          </p:val>
                                        </p:tav>
                                      </p:tavLst>
                                    </p:anim>
                                    <p:anim calcmode="lin" valueType="num">
                                      <p:cBhvr additive="base">
                                        <p:cTn id="34" dur="600" fill="hold"/>
                                        <p:tgtEl>
                                          <p:spTgt spid="27"/>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19000"/>
                                  </p:stCondLst>
                                  <p:childTnLst>
                                    <p:set>
                                      <p:cBhvr>
                                        <p:cTn id="36" dur="1" fill="hold">
                                          <p:stCondLst>
                                            <p:cond delay="0"/>
                                          </p:stCondLst>
                                        </p:cTn>
                                        <p:tgtEl>
                                          <p:spTgt spid="28"/>
                                        </p:tgtEl>
                                        <p:attrNameLst>
                                          <p:attrName>style.visibility</p:attrName>
                                        </p:attrNameLst>
                                      </p:cBhvr>
                                      <p:to>
                                        <p:strVal val="visible"/>
                                      </p:to>
                                    </p:set>
                                    <p:anim calcmode="lin" valueType="num">
                                      <p:cBhvr additive="base">
                                        <p:cTn id="37" dur="600" fill="hold"/>
                                        <p:tgtEl>
                                          <p:spTgt spid="28"/>
                                        </p:tgtEl>
                                        <p:attrNameLst>
                                          <p:attrName>ppt_x</p:attrName>
                                        </p:attrNameLst>
                                      </p:cBhvr>
                                      <p:tavLst>
                                        <p:tav tm="0">
                                          <p:val>
                                            <p:strVal val="#ppt_x"/>
                                          </p:val>
                                        </p:tav>
                                        <p:tav tm="100000">
                                          <p:val>
                                            <p:strVal val="#ppt_x"/>
                                          </p:val>
                                        </p:tav>
                                      </p:tavLst>
                                    </p:anim>
                                    <p:anim calcmode="lin" valueType="num">
                                      <p:cBhvr additive="base">
                                        <p:cTn id="38"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6300"/>
    </mc:Choice>
    <mc:Fallback>
      <p:transition spd="slow" advTm="3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10" presetClass="entr" presetSubtype="0" fill="hold" nodeType="withEffect">
                                  <p:stCondLst>
                                    <p:cond delay="200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600"/>
                                        <p:tgtEl>
                                          <p:spTgt spid="10"/>
                                        </p:tgtEl>
                                      </p:cBhvr>
                                    </p:animEffect>
                                  </p:childTnLst>
                                </p:cTn>
                              </p:par>
                              <p:par>
                                <p:cTn id="15" presetID="22" presetClass="entr" presetSubtype="4" fill="hold" nodeType="withEffect">
                                  <p:stCondLst>
                                    <p:cond delay="7000"/>
                                  </p:stCondLst>
                                  <p:childTnLst>
                                    <p:set>
                                      <p:cBhvr>
                                        <p:cTn id="16" dur="1" fill="hold">
                                          <p:stCondLst>
                                            <p:cond delay="0"/>
                                          </p:stCondLst>
                                        </p:cTn>
                                        <p:tgtEl>
                                          <p:spTgt spid="16"/>
                                        </p:tgtEl>
                                        <p:attrNameLst>
                                          <p:attrName>style.visibility</p:attrName>
                                        </p:attrNameLst>
                                      </p:cBhvr>
                                      <p:to>
                                        <p:strVal val="visible"/>
                                      </p:to>
                                    </p:set>
                                    <p:animEffect transition="in" filter="wipe(down)">
                                      <p:cBhvr>
                                        <p:cTn id="17" dur="1000"/>
                                        <p:tgtEl>
                                          <p:spTgt spid="16"/>
                                        </p:tgtEl>
                                      </p:cBhvr>
                                    </p:animEffect>
                                  </p:childTnLst>
                                </p:cTn>
                              </p:par>
                              <p:par>
                                <p:cTn id="18" presetID="22" presetClass="entr" presetSubtype="4" fill="hold" nodeType="withEffect">
                                  <p:stCondLst>
                                    <p:cond delay="11200"/>
                                  </p:stCondLst>
                                  <p:childTnLst>
                                    <p:set>
                                      <p:cBhvr>
                                        <p:cTn id="19" dur="1" fill="hold">
                                          <p:stCondLst>
                                            <p:cond delay="0"/>
                                          </p:stCondLst>
                                        </p:cTn>
                                        <p:tgtEl>
                                          <p:spTgt spid="22"/>
                                        </p:tgtEl>
                                        <p:attrNameLst>
                                          <p:attrName>style.visibility</p:attrName>
                                        </p:attrNameLst>
                                      </p:cBhvr>
                                      <p:to>
                                        <p:strVal val="visible"/>
                                      </p:to>
                                    </p:set>
                                    <p:animEffect transition="in" filter="wipe(down)">
                                      <p:cBhvr>
                                        <p:cTn id="20" dur="1000"/>
                                        <p:tgtEl>
                                          <p:spTgt spid="22"/>
                                        </p:tgtEl>
                                      </p:cBhvr>
                                    </p:animEffect>
                                  </p:childTnLst>
                                </p:cTn>
                              </p:par>
                              <p:par>
                                <p:cTn id="21" presetID="22" presetClass="entr" presetSubtype="4" fill="hold" nodeType="withEffect">
                                  <p:stCondLst>
                                    <p:cond delay="18600"/>
                                  </p:stCondLst>
                                  <p:childTnLst>
                                    <p:set>
                                      <p:cBhvr>
                                        <p:cTn id="22" dur="1" fill="hold">
                                          <p:stCondLst>
                                            <p:cond delay="0"/>
                                          </p:stCondLst>
                                        </p:cTn>
                                        <p:tgtEl>
                                          <p:spTgt spid="28"/>
                                        </p:tgtEl>
                                        <p:attrNameLst>
                                          <p:attrName>style.visibility</p:attrName>
                                        </p:attrNameLst>
                                      </p:cBhvr>
                                      <p:to>
                                        <p:strVal val="visible"/>
                                      </p:to>
                                    </p:set>
                                    <p:animEffect transition="in" filter="wipe(down)">
                                      <p:cBhvr>
                                        <p:cTn id="23" dur="1000"/>
                                        <p:tgtEl>
                                          <p:spTgt spid="28"/>
                                        </p:tgtEl>
                                      </p:cBhvr>
                                    </p:animEffect>
                                  </p:childTnLst>
                                </p:cTn>
                              </p:par>
                              <p:par>
                                <p:cTn id="24" presetID="22" presetClass="entr" presetSubtype="4" fill="hold" nodeType="withEffect">
                                  <p:stCondLst>
                                    <p:cond delay="22600"/>
                                  </p:stCondLst>
                                  <p:childTnLst>
                                    <p:set>
                                      <p:cBhvr>
                                        <p:cTn id="25" dur="1" fill="hold">
                                          <p:stCondLst>
                                            <p:cond delay="0"/>
                                          </p:stCondLst>
                                        </p:cTn>
                                        <p:tgtEl>
                                          <p:spTgt spid="34"/>
                                        </p:tgtEl>
                                        <p:attrNameLst>
                                          <p:attrName>style.visibility</p:attrName>
                                        </p:attrNameLst>
                                      </p:cBhvr>
                                      <p:to>
                                        <p:strVal val="visible"/>
                                      </p:to>
                                    </p:set>
                                    <p:animEffect transition="in" filter="wipe(down)">
                                      <p:cBhvr>
                                        <p:cTn id="26" dur="1000"/>
                                        <p:tgtEl>
                                          <p:spTgt spid="34"/>
                                        </p:tgtEl>
                                      </p:cBhvr>
                                    </p:animEffect>
                                  </p:childTnLst>
                                </p:cTn>
                              </p:par>
                              <p:par>
                                <p:cTn id="27" presetID="22" presetClass="entr" presetSubtype="4" fill="hold" nodeType="withEffect">
                                  <p:stCondLst>
                                    <p:cond delay="25400"/>
                                  </p:stCondLst>
                                  <p:childTnLst>
                                    <p:set>
                                      <p:cBhvr>
                                        <p:cTn id="28" dur="1" fill="hold">
                                          <p:stCondLst>
                                            <p:cond delay="0"/>
                                          </p:stCondLst>
                                        </p:cTn>
                                        <p:tgtEl>
                                          <p:spTgt spid="40"/>
                                        </p:tgtEl>
                                        <p:attrNameLst>
                                          <p:attrName>style.visibility</p:attrName>
                                        </p:attrNameLst>
                                      </p:cBhvr>
                                      <p:to>
                                        <p:strVal val="visible"/>
                                      </p:to>
                                    </p:set>
                                    <p:animEffect transition="in" filter="wipe(down)">
                                      <p:cBhvr>
                                        <p:cTn id="29" dur="1000"/>
                                        <p:tgtEl>
                                          <p:spTgt spid="40"/>
                                        </p:tgtEl>
                                      </p:cBhvr>
                                    </p:animEffect>
                                  </p:childTnLst>
                                </p:cTn>
                              </p:par>
                              <p:par>
                                <p:cTn id="30" presetID="22" presetClass="entr" presetSubtype="4" fill="hold" nodeType="withEffect">
                                  <p:stCondLst>
                                    <p:cond delay="29600"/>
                                  </p:stCondLst>
                                  <p:childTnLst>
                                    <p:set>
                                      <p:cBhvr>
                                        <p:cTn id="31" dur="1" fill="hold">
                                          <p:stCondLst>
                                            <p:cond delay="0"/>
                                          </p:stCondLst>
                                        </p:cTn>
                                        <p:tgtEl>
                                          <p:spTgt spid="46"/>
                                        </p:tgtEl>
                                        <p:attrNameLst>
                                          <p:attrName>style.visibility</p:attrName>
                                        </p:attrNameLst>
                                      </p:cBhvr>
                                      <p:to>
                                        <p:strVal val="visible"/>
                                      </p:to>
                                    </p:set>
                                    <p:animEffect transition="in" filter="wipe(down)">
                                      <p:cBhvr>
                                        <p:cTn id="32"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4" fill="hold" grpId="0" nodeType="withEffect">
                                  <p:stCondLst>
                                    <p:cond delay="800"/>
                                  </p:stCondLst>
                                  <p:childTnLst>
                                    <p:set>
                                      <p:cBhvr>
                                        <p:cTn id="13" dur="1" fill="hold">
                                          <p:stCondLst>
                                            <p:cond delay="0"/>
                                          </p:stCondLst>
                                        </p:cTn>
                                        <p:tgtEl>
                                          <p:spTgt spid="7"/>
                                        </p:tgtEl>
                                        <p:attrNameLst>
                                          <p:attrName>style.visibility</p:attrName>
                                        </p:attrNameLst>
                                      </p:cBhvr>
                                      <p:to>
                                        <p:strVal val="visible"/>
                                      </p:to>
                                    </p:set>
                                    <p:animEffect transition="in" filter="wipe(down)">
                                      <p:cBhvr>
                                        <p:cTn id="14" dur="1400"/>
                                        <p:tgtEl>
                                          <p:spTgt spid="7"/>
                                        </p:tgtEl>
                                      </p:cBhvr>
                                    </p:animEffect>
                                  </p:childTnLst>
                                </p:cTn>
                              </p:par>
                              <p:par>
                                <p:cTn id="15" presetID="10" presetClass="entr" presetSubtype="0" fill="hold" grpId="0" nodeType="withEffect">
                                  <p:stCondLst>
                                    <p:cond delay="16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600"/>
                                        <p:tgtEl>
                                          <p:spTgt spid="8"/>
                                        </p:tgtEl>
                                      </p:cBhvr>
                                    </p:animEffect>
                                  </p:childTnLst>
                                </p:cTn>
                              </p:par>
                              <p:par>
                                <p:cTn id="18" presetID="22" presetClass="entr" presetSubtype="4" fill="hold" grpId="0" nodeType="withEffect">
                                  <p:stCondLst>
                                    <p:cond delay="3800"/>
                                  </p:stCondLst>
                                  <p:childTnLst>
                                    <p:set>
                                      <p:cBhvr>
                                        <p:cTn id="19" dur="1" fill="hold">
                                          <p:stCondLst>
                                            <p:cond delay="0"/>
                                          </p:stCondLst>
                                        </p:cTn>
                                        <p:tgtEl>
                                          <p:spTgt spid="9"/>
                                        </p:tgtEl>
                                        <p:attrNameLst>
                                          <p:attrName>style.visibility</p:attrName>
                                        </p:attrNameLst>
                                      </p:cBhvr>
                                      <p:to>
                                        <p:strVal val="visible"/>
                                      </p:to>
                                    </p:set>
                                    <p:animEffect transition="in" filter="wipe(down)">
                                      <p:cBhvr>
                                        <p:cTn id="20" dur="2600"/>
                                        <p:tgtEl>
                                          <p:spTgt spid="9"/>
                                        </p:tgtEl>
                                      </p:cBhvr>
                                    </p:animEffect>
                                  </p:childTnLst>
                                </p:cTn>
                              </p:par>
                              <p:par>
                                <p:cTn id="21" presetID="58" presetClass="entr" presetSubtype="0" accel="100000" fill="hold" grpId="0" nodeType="withEffect">
                                  <p:stCondLst>
                                    <p:cond delay="5600"/>
                                  </p:stCondLst>
                                  <p:childTnLst>
                                    <p:set>
                                      <p:cBhvr>
                                        <p:cTn id="22" dur="1" fill="hold">
                                          <p:stCondLst>
                                            <p:cond delay="0"/>
                                          </p:stCondLst>
                                        </p:cTn>
                                        <p:tgtEl>
                                          <p:spTgt spid="10"/>
                                        </p:tgtEl>
                                        <p:attrNameLst>
                                          <p:attrName>style.visibility</p:attrName>
                                        </p:attrNameLst>
                                      </p:cBhvr>
                                      <p:to>
                                        <p:strVal val="visible"/>
                                      </p:to>
                                    </p:set>
                                    <p:anim calcmode="lin" valueType="num">
                                      <p:cBhvr>
                                        <p:cTn id="23" dur="600" fill="hold"/>
                                        <p:tgtEl>
                                          <p:spTgt spid="10"/>
                                        </p:tgtEl>
                                        <p:attrNameLst>
                                          <p:attrName>ppt_w</p:attrName>
                                        </p:attrNameLst>
                                      </p:cBhvr>
                                      <p:tavLst>
                                        <p:tav tm="0">
                                          <p:val>
                                            <p:strVal val="#ppt_w*2.5"/>
                                          </p:val>
                                        </p:tav>
                                        <p:tav tm="100000">
                                          <p:val>
                                            <p:strVal val="#ppt_w"/>
                                          </p:val>
                                        </p:tav>
                                      </p:tavLst>
                                    </p:anim>
                                    <p:anim calcmode="lin" valueType="num">
                                      <p:cBhvr>
                                        <p:cTn id="24" dur="600" fill="hold"/>
                                        <p:tgtEl>
                                          <p:spTgt spid="10"/>
                                        </p:tgtEl>
                                        <p:attrNameLst>
                                          <p:attrName>ppt_h</p:attrName>
                                        </p:attrNameLst>
                                      </p:cBhvr>
                                      <p:tavLst>
                                        <p:tav tm="0">
                                          <p:val>
                                            <p:strVal val="#ppt_h*0.01"/>
                                          </p:val>
                                        </p:tav>
                                        <p:tav tm="100000">
                                          <p:val>
                                            <p:strVal val="#ppt_h"/>
                                          </p:val>
                                        </p:tav>
                                      </p:tavLst>
                                    </p:anim>
                                    <p:anim calcmode="lin" valueType="num">
                                      <p:cBhvr>
                                        <p:cTn id="25" dur="600" fill="hold"/>
                                        <p:tgtEl>
                                          <p:spTgt spid="10"/>
                                        </p:tgtEl>
                                        <p:attrNameLst>
                                          <p:attrName>ppt_x</p:attrName>
                                        </p:attrNameLst>
                                      </p:cBhvr>
                                      <p:tavLst>
                                        <p:tav tm="0">
                                          <p:val>
                                            <p:strVal val="#ppt_x"/>
                                          </p:val>
                                        </p:tav>
                                        <p:tav tm="100000">
                                          <p:val>
                                            <p:strVal val="#ppt_x"/>
                                          </p:val>
                                        </p:tav>
                                      </p:tavLst>
                                    </p:anim>
                                    <p:anim calcmode="lin" valueType="num">
                                      <p:cBhvr>
                                        <p:cTn id="26" dur="600" fill="hold"/>
                                        <p:tgtEl>
                                          <p:spTgt spid="10"/>
                                        </p:tgtEl>
                                        <p:attrNameLst>
                                          <p:attrName>ppt_y</p:attrName>
                                        </p:attrNameLst>
                                      </p:cBhvr>
                                      <p:tavLst>
                                        <p:tav tm="0">
                                          <p:val>
                                            <p:strVal val="#ppt_h+1"/>
                                          </p:val>
                                        </p:tav>
                                        <p:tav tm="100000">
                                          <p:val>
                                            <p:strVal val="#ppt_y"/>
                                          </p:val>
                                        </p:tav>
                                      </p:tavLst>
                                    </p:anim>
                                    <p:animEffect transition="in" filter="fade">
                                      <p:cBhvr>
                                        <p:cTn id="27" dur="600"/>
                                        <p:tgtEl>
                                          <p:spTgt spid="10"/>
                                        </p:tgtEl>
                                      </p:cBhvr>
                                    </p:animEffect>
                                  </p:childTnLst>
                                </p:cTn>
                              </p:par>
                              <p:par>
                                <p:cTn id="28" presetID="10" presetClass="entr" presetSubtype="0" fill="hold" grpId="0" nodeType="withEffect">
                                  <p:stCondLst>
                                    <p:cond delay="60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2" presetClass="entr" presetSubtype="4" fill="hold" grpId="0" nodeType="withEffect">
                                  <p:stCondLst>
                                    <p:cond delay="8600"/>
                                  </p:stCondLst>
                                  <p:childTnLst>
                                    <p:set>
                                      <p:cBhvr>
                                        <p:cTn id="32" dur="1" fill="hold">
                                          <p:stCondLst>
                                            <p:cond delay="0"/>
                                          </p:stCondLst>
                                        </p:cTn>
                                        <p:tgtEl>
                                          <p:spTgt spid="12"/>
                                        </p:tgtEl>
                                        <p:attrNameLst>
                                          <p:attrName>style.visibility</p:attrName>
                                        </p:attrNameLst>
                                      </p:cBhvr>
                                      <p:to>
                                        <p:strVal val="visible"/>
                                      </p:to>
                                    </p:set>
                                    <p:anim calcmode="lin" valueType="num">
                                      <p:cBhvr additive="base">
                                        <p:cTn id="33" dur="600" fill="hold"/>
                                        <p:tgtEl>
                                          <p:spTgt spid="12"/>
                                        </p:tgtEl>
                                        <p:attrNameLst>
                                          <p:attrName>ppt_x</p:attrName>
                                        </p:attrNameLst>
                                      </p:cBhvr>
                                      <p:tavLst>
                                        <p:tav tm="0">
                                          <p:val>
                                            <p:strVal val="#ppt_x"/>
                                          </p:val>
                                        </p:tav>
                                        <p:tav tm="100000">
                                          <p:val>
                                            <p:strVal val="#ppt_x"/>
                                          </p:val>
                                        </p:tav>
                                      </p:tavLst>
                                    </p:anim>
                                    <p:anim calcmode="lin" valueType="num">
                                      <p:cBhvr additive="base">
                                        <p:cTn id="34"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 presetClass="entr" presetSubtype="4" fill="hold" nodeType="withEffect">
                                  <p:stCondLst>
                                    <p:cond delay="2600"/>
                                  </p:stCondLst>
                                  <p:childTnLst>
                                    <p:set>
                                      <p:cBhvr>
                                        <p:cTn id="13" dur="1" fill="hold">
                                          <p:stCondLst>
                                            <p:cond delay="0"/>
                                          </p:stCondLst>
                                        </p:cTn>
                                        <p:tgtEl>
                                          <p:spTgt spid="8"/>
                                        </p:tgtEl>
                                        <p:attrNameLst>
                                          <p:attrName>style.visibility</p:attrName>
                                        </p:attrNameLst>
                                      </p:cBhvr>
                                      <p:to>
                                        <p:strVal val="visible"/>
                                      </p:to>
                                    </p:set>
                                    <p:anim calcmode="lin" valueType="num">
                                      <p:cBhvr additive="base">
                                        <p:cTn id="14" dur="800" fill="hold"/>
                                        <p:tgtEl>
                                          <p:spTgt spid="8"/>
                                        </p:tgtEl>
                                        <p:attrNameLst>
                                          <p:attrName>ppt_x</p:attrName>
                                        </p:attrNameLst>
                                      </p:cBhvr>
                                      <p:tavLst>
                                        <p:tav tm="0">
                                          <p:val>
                                            <p:strVal val="#ppt_x"/>
                                          </p:val>
                                        </p:tav>
                                        <p:tav tm="100000">
                                          <p:val>
                                            <p:strVal val="#ppt_x"/>
                                          </p:val>
                                        </p:tav>
                                      </p:tavLst>
                                    </p:anim>
                                    <p:anim calcmode="lin" valueType="num">
                                      <p:cBhvr additive="base">
                                        <p:cTn id="15" dur="800" fill="hold"/>
                                        <p:tgtEl>
                                          <p:spTgt spid="8"/>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4200"/>
                                  </p:stCondLst>
                                  <p:childTnLst>
                                    <p:set>
                                      <p:cBhvr>
                                        <p:cTn id="17" dur="1" fill="hold">
                                          <p:stCondLst>
                                            <p:cond delay="0"/>
                                          </p:stCondLst>
                                        </p:cTn>
                                        <p:tgtEl>
                                          <p:spTgt spid="9"/>
                                        </p:tgtEl>
                                        <p:attrNameLst>
                                          <p:attrName>style.visibility</p:attrName>
                                        </p:attrNameLst>
                                      </p:cBhvr>
                                      <p:to>
                                        <p:strVal val="visible"/>
                                      </p:to>
                                    </p:set>
                                    <p:anim calcmode="lin" valueType="num">
                                      <p:cBhvr additive="base">
                                        <p:cTn id="18" dur="600" fill="hold"/>
                                        <p:tgtEl>
                                          <p:spTgt spid="9"/>
                                        </p:tgtEl>
                                        <p:attrNameLst>
                                          <p:attrName>ppt_x</p:attrName>
                                        </p:attrNameLst>
                                      </p:cBhvr>
                                      <p:tavLst>
                                        <p:tav tm="0">
                                          <p:val>
                                            <p:strVal val="#ppt_x"/>
                                          </p:val>
                                        </p:tav>
                                        <p:tav tm="100000">
                                          <p:val>
                                            <p:strVal val="#ppt_x"/>
                                          </p:val>
                                        </p:tav>
                                      </p:tavLst>
                                    </p:anim>
                                    <p:anim calcmode="lin" valueType="num">
                                      <p:cBhvr additive="base">
                                        <p:cTn id="19" dur="600" fill="hold"/>
                                        <p:tgtEl>
                                          <p:spTgt spid="9"/>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760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600" fill="hold"/>
                                        <p:tgtEl>
                                          <p:spTgt spid="10"/>
                                        </p:tgtEl>
                                        <p:attrNameLst>
                                          <p:attrName>ppt_x</p:attrName>
                                        </p:attrNameLst>
                                      </p:cBhvr>
                                      <p:tavLst>
                                        <p:tav tm="0">
                                          <p:val>
                                            <p:strVal val="#ppt_x"/>
                                          </p:val>
                                        </p:tav>
                                        <p:tav tm="100000">
                                          <p:val>
                                            <p:strVal val="#ppt_x"/>
                                          </p:val>
                                        </p:tav>
                                      </p:tavLst>
                                    </p:anim>
                                    <p:anim calcmode="lin" valueType="num">
                                      <p:cBhvr additive="base">
                                        <p:cTn id="23" dur="600" fill="hold"/>
                                        <p:tgtEl>
                                          <p:spTgt spid="10"/>
                                        </p:tgtEl>
                                        <p:attrNameLst>
                                          <p:attrName>ppt_y</p:attrName>
                                        </p:attrNameLst>
                                      </p:cBhvr>
                                      <p:tavLst>
                                        <p:tav tm="0">
                                          <p:val>
                                            <p:strVal val="1+#ppt_h/2"/>
                                          </p:val>
                                        </p:tav>
                                        <p:tav tm="100000">
                                          <p:val>
                                            <p:strVal val="#ppt_y"/>
                                          </p:val>
                                        </p:tav>
                                      </p:tavLst>
                                    </p:anim>
                                  </p:childTnLst>
                                </p:cTn>
                              </p:par>
                              <p:par>
                                <p:cTn id="24" presetID="2" presetClass="entr" presetSubtype="4" fill="hold" grpId="0" nodeType="withEffect">
                                  <p:stCondLst>
                                    <p:cond delay="9000"/>
                                  </p:stCondLst>
                                  <p:childTnLst>
                                    <p:set>
                                      <p:cBhvr>
                                        <p:cTn id="25" dur="1" fill="hold">
                                          <p:stCondLst>
                                            <p:cond delay="0"/>
                                          </p:stCondLst>
                                        </p:cTn>
                                        <p:tgtEl>
                                          <p:spTgt spid="11"/>
                                        </p:tgtEl>
                                        <p:attrNameLst>
                                          <p:attrName>style.visibility</p:attrName>
                                        </p:attrNameLst>
                                      </p:cBhvr>
                                      <p:to>
                                        <p:strVal val="visible"/>
                                      </p:to>
                                    </p:set>
                                    <p:anim calcmode="lin" valueType="num">
                                      <p:cBhvr additive="base">
                                        <p:cTn id="26" dur="600" fill="hold"/>
                                        <p:tgtEl>
                                          <p:spTgt spid="11"/>
                                        </p:tgtEl>
                                        <p:attrNameLst>
                                          <p:attrName>ppt_x</p:attrName>
                                        </p:attrNameLst>
                                      </p:cBhvr>
                                      <p:tavLst>
                                        <p:tav tm="0">
                                          <p:val>
                                            <p:strVal val="#ppt_x"/>
                                          </p:val>
                                        </p:tav>
                                        <p:tav tm="100000">
                                          <p:val>
                                            <p:strVal val="#ppt_x"/>
                                          </p:val>
                                        </p:tav>
                                      </p:tavLst>
                                    </p:anim>
                                    <p:anim calcmode="lin" valueType="num">
                                      <p:cBhvr additive="base">
                                        <p:cTn id="27" dur="600" fill="hold"/>
                                        <p:tgtEl>
                                          <p:spTgt spid="11"/>
                                        </p:tgtEl>
                                        <p:attrNameLst>
                                          <p:attrName>ppt_y</p:attrName>
                                        </p:attrNameLst>
                                      </p:cBhvr>
                                      <p:tavLst>
                                        <p:tav tm="0">
                                          <p:val>
                                            <p:strVal val="1+#ppt_h/2"/>
                                          </p:val>
                                        </p:tav>
                                        <p:tav tm="100000">
                                          <p:val>
                                            <p:strVal val="#ppt_y"/>
                                          </p:val>
                                        </p:tav>
                                      </p:tavLst>
                                    </p:anim>
                                  </p:childTnLst>
                                </p:cTn>
                              </p:par>
                              <p:par>
                                <p:cTn id="28" presetID="10" presetClass="entr" presetSubtype="0" fill="hold" grpId="0" nodeType="withEffect">
                                  <p:stCondLst>
                                    <p:cond delay="1100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childTnLst>
                                </p:cTn>
                              </p:par>
                              <p:par>
                                <p:cTn id="31" presetID="2" presetClass="entr" presetSubtype="4" fill="hold" nodeType="withEffect">
                                  <p:stCondLst>
                                    <p:cond delay="12200"/>
                                  </p:stCondLst>
                                  <p:childTnLst>
                                    <p:set>
                                      <p:cBhvr>
                                        <p:cTn id="32" dur="1" fill="hold">
                                          <p:stCondLst>
                                            <p:cond delay="0"/>
                                          </p:stCondLst>
                                        </p:cTn>
                                        <p:tgtEl>
                                          <p:spTgt spid="16"/>
                                        </p:tgtEl>
                                        <p:attrNameLst>
                                          <p:attrName>style.visibility</p:attrName>
                                        </p:attrNameLst>
                                      </p:cBhvr>
                                      <p:to>
                                        <p:strVal val="visible"/>
                                      </p:to>
                                    </p:set>
                                    <p:anim calcmode="lin" valueType="num">
                                      <p:cBhvr additive="base">
                                        <p:cTn id="33" dur="700" fill="hold"/>
                                        <p:tgtEl>
                                          <p:spTgt spid="16"/>
                                        </p:tgtEl>
                                        <p:attrNameLst>
                                          <p:attrName>ppt_x</p:attrName>
                                        </p:attrNameLst>
                                      </p:cBhvr>
                                      <p:tavLst>
                                        <p:tav tm="0">
                                          <p:val>
                                            <p:strVal val="#ppt_x"/>
                                          </p:val>
                                        </p:tav>
                                        <p:tav tm="100000">
                                          <p:val>
                                            <p:strVal val="#ppt_x"/>
                                          </p:val>
                                        </p:tav>
                                      </p:tavLst>
                                    </p:anim>
                                    <p:anim calcmode="lin" valueType="num">
                                      <p:cBhvr additive="base">
                                        <p:cTn id="34" dur="700" fill="hold"/>
                                        <p:tgtEl>
                                          <p:spTgt spid="16"/>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13100"/>
                                  </p:stCondLst>
                                  <p:childTnLst>
                                    <p:set>
                                      <p:cBhvr>
                                        <p:cTn id="36" dur="1" fill="hold">
                                          <p:stCondLst>
                                            <p:cond delay="0"/>
                                          </p:stCondLst>
                                        </p:cTn>
                                        <p:tgtEl>
                                          <p:spTgt spid="20"/>
                                        </p:tgtEl>
                                        <p:attrNameLst>
                                          <p:attrName>style.visibility</p:attrName>
                                        </p:attrNameLst>
                                      </p:cBhvr>
                                      <p:to>
                                        <p:strVal val="visible"/>
                                      </p:to>
                                    </p:set>
                                    <p:anim calcmode="lin" valueType="num">
                                      <p:cBhvr additive="base">
                                        <p:cTn id="37" dur="700" fill="hold"/>
                                        <p:tgtEl>
                                          <p:spTgt spid="20"/>
                                        </p:tgtEl>
                                        <p:attrNameLst>
                                          <p:attrName>ppt_x</p:attrName>
                                        </p:attrNameLst>
                                      </p:cBhvr>
                                      <p:tavLst>
                                        <p:tav tm="0">
                                          <p:val>
                                            <p:strVal val="#ppt_x"/>
                                          </p:val>
                                        </p:tav>
                                        <p:tav tm="100000">
                                          <p:val>
                                            <p:strVal val="#ppt_x"/>
                                          </p:val>
                                        </p:tav>
                                      </p:tavLst>
                                    </p:anim>
                                    <p:anim calcmode="lin" valueType="num">
                                      <p:cBhvr additive="base">
                                        <p:cTn id="38" dur="700" fill="hold"/>
                                        <p:tgtEl>
                                          <p:spTgt spid="20"/>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14000"/>
                                  </p:stCondLst>
                                  <p:childTnLst>
                                    <p:set>
                                      <p:cBhvr>
                                        <p:cTn id="40" dur="1" fill="hold">
                                          <p:stCondLst>
                                            <p:cond delay="0"/>
                                          </p:stCondLst>
                                        </p:cTn>
                                        <p:tgtEl>
                                          <p:spTgt spid="24"/>
                                        </p:tgtEl>
                                        <p:attrNameLst>
                                          <p:attrName>style.visibility</p:attrName>
                                        </p:attrNameLst>
                                      </p:cBhvr>
                                      <p:to>
                                        <p:strVal val="visible"/>
                                      </p:to>
                                    </p:set>
                                    <p:anim calcmode="lin" valueType="num">
                                      <p:cBhvr additive="base">
                                        <p:cTn id="41" dur="700" fill="hold"/>
                                        <p:tgtEl>
                                          <p:spTgt spid="24"/>
                                        </p:tgtEl>
                                        <p:attrNameLst>
                                          <p:attrName>ppt_x</p:attrName>
                                        </p:attrNameLst>
                                      </p:cBhvr>
                                      <p:tavLst>
                                        <p:tav tm="0">
                                          <p:val>
                                            <p:strVal val="#ppt_x"/>
                                          </p:val>
                                        </p:tav>
                                        <p:tav tm="100000">
                                          <p:val>
                                            <p:strVal val="#ppt_x"/>
                                          </p:val>
                                        </p:tav>
                                      </p:tavLst>
                                    </p:anim>
                                    <p:anim calcmode="lin" valueType="num">
                                      <p:cBhvr additive="base">
                                        <p:cTn id="42" dur="700" fill="hold"/>
                                        <p:tgtEl>
                                          <p:spTgt spid="24"/>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14900"/>
                                  </p:stCondLst>
                                  <p:childTnLst>
                                    <p:set>
                                      <p:cBhvr>
                                        <p:cTn id="44" dur="1" fill="hold">
                                          <p:stCondLst>
                                            <p:cond delay="0"/>
                                          </p:stCondLst>
                                        </p:cTn>
                                        <p:tgtEl>
                                          <p:spTgt spid="28"/>
                                        </p:tgtEl>
                                        <p:attrNameLst>
                                          <p:attrName>style.visibility</p:attrName>
                                        </p:attrNameLst>
                                      </p:cBhvr>
                                      <p:to>
                                        <p:strVal val="visible"/>
                                      </p:to>
                                    </p:set>
                                    <p:anim calcmode="lin" valueType="num">
                                      <p:cBhvr additive="base">
                                        <p:cTn id="45" dur="700" fill="hold"/>
                                        <p:tgtEl>
                                          <p:spTgt spid="28"/>
                                        </p:tgtEl>
                                        <p:attrNameLst>
                                          <p:attrName>ppt_x</p:attrName>
                                        </p:attrNameLst>
                                      </p:cBhvr>
                                      <p:tavLst>
                                        <p:tav tm="0">
                                          <p:val>
                                            <p:strVal val="#ppt_x"/>
                                          </p:val>
                                        </p:tav>
                                        <p:tav tm="100000">
                                          <p:val>
                                            <p:strVal val="#ppt_x"/>
                                          </p:val>
                                        </p:tav>
                                      </p:tavLst>
                                    </p:anim>
                                    <p:anim calcmode="lin" valueType="num">
                                      <p:cBhvr additive="base">
                                        <p:cTn id="46" dur="700" fill="hold"/>
                                        <p:tgtEl>
                                          <p:spTgt spid="28"/>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15800"/>
                                  </p:stCondLst>
                                  <p:childTnLst>
                                    <p:set>
                                      <p:cBhvr>
                                        <p:cTn id="48" dur="1" fill="hold">
                                          <p:stCondLst>
                                            <p:cond delay="0"/>
                                          </p:stCondLst>
                                        </p:cTn>
                                        <p:tgtEl>
                                          <p:spTgt spid="32"/>
                                        </p:tgtEl>
                                        <p:attrNameLst>
                                          <p:attrName>style.visibility</p:attrName>
                                        </p:attrNameLst>
                                      </p:cBhvr>
                                      <p:to>
                                        <p:strVal val="visible"/>
                                      </p:to>
                                    </p:set>
                                    <p:anim calcmode="lin" valueType="num">
                                      <p:cBhvr additive="base">
                                        <p:cTn id="49" dur="700" fill="hold"/>
                                        <p:tgtEl>
                                          <p:spTgt spid="32"/>
                                        </p:tgtEl>
                                        <p:attrNameLst>
                                          <p:attrName>ppt_x</p:attrName>
                                        </p:attrNameLst>
                                      </p:cBhvr>
                                      <p:tavLst>
                                        <p:tav tm="0">
                                          <p:val>
                                            <p:strVal val="#ppt_x"/>
                                          </p:val>
                                        </p:tav>
                                        <p:tav tm="100000">
                                          <p:val>
                                            <p:strVal val="#ppt_x"/>
                                          </p:val>
                                        </p:tav>
                                      </p:tavLst>
                                    </p:anim>
                                    <p:anim calcmode="lin" valueType="num">
                                      <p:cBhvr additive="base">
                                        <p:cTn id="50" dur="700" fill="hold"/>
                                        <p:tgtEl>
                                          <p:spTgt spid="32"/>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19800"/>
                                  </p:stCondLst>
                                  <p:childTnLst>
                                    <p:set>
                                      <p:cBhvr>
                                        <p:cTn id="52" dur="1" fill="hold">
                                          <p:stCondLst>
                                            <p:cond delay="0"/>
                                          </p:stCondLst>
                                        </p:cTn>
                                        <p:tgtEl>
                                          <p:spTgt spid="33"/>
                                        </p:tgtEl>
                                        <p:attrNameLst>
                                          <p:attrName>style.visibility</p:attrName>
                                        </p:attrNameLst>
                                      </p:cBhvr>
                                      <p:to>
                                        <p:strVal val="visible"/>
                                      </p:to>
                                    </p:set>
                                    <p:anim calcmode="lin" valueType="num">
                                      <p:cBhvr additive="base">
                                        <p:cTn id="53" dur="600" fill="hold"/>
                                        <p:tgtEl>
                                          <p:spTgt spid="33"/>
                                        </p:tgtEl>
                                        <p:attrNameLst>
                                          <p:attrName>ppt_x</p:attrName>
                                        </p:attrNameLst>
                                      </p:cBhvr>
                                      <p:tavLst>
                                        <p:tav tm="0">
                                          <p:val>
                                            <p:strVal val="#ppt_x"/>
                                          </p:val>
                                        </p:tav>
                                        <p:tav tm="100000">
                                          <p:val>
                                            <p:strVal val="#ppt_x"/>
                                          </p:val>
                                        </p:tav>
                                      </p:tavLst>
                                    </p:anim>
                                    <p:anim calcmode="lin" valueType="num">
                                      <p:cBhvr additive="base">
                                        <p:cTn id="54"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00"/>
    </mc:Choice>
    <mc:Fallback>
      <p:transition spd="slow" advTm="3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900"/>
    </mc:Choice>
    <mc:Fallback>
      <p:transition spd="slow" advTm="3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0"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 Management</a:t>
              </a:r>
            </a:p>
          </p:txBody>
        </p:sp>
      </p:grpSp>
      <p:grpSp>
        <p:nvGrpSpPr>
          <p:cNvPr id="45" name="Available 9"/>
          <p:cNvGrpSpPr/>
          <p:nvPr/>
        </p:nvGrpSpPr>
        <p:grpSpPr>
          <a:xfrm>
            <a:off x="762000" y="5626100"/>
            <a:ext cx="3429000" cy="381000"/>
            <a:chOff x="762000" y="5626100"/>
            <a:chExt cx="3429000" cy="381000"/>
          </a:xfrm>
        </p:grpSpPr>
        <p:sp>
          <p:nvSpPr>
            <p:cNvPr id="41" name="Shape 39"/>
            <p:cNvSpPr/>
            <p:nvPr/>
          </p:nvSpPr>
          <p:spPr>
            <a:xfrm>
              <a:off x="762000" y="5626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762000" y="5626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3" name="Shape 41"/>
            <p:cNvSpPr txBox="1"/>
            <p:nvPr/>
          </p:nvSpPr>
          <p:spPr>
            <a:xfrm>
              <a:off x="927100" y="56261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4" name="Shape 42"/>
            <p:cNvSpPr txBox="1"/>
            <p:nvPr/>
          </p:nvSpPr>
          <p:spPr>
            <a:xfrm>
              <a:off x="2667000" y="56261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8" name="Experimental header"/>
          <p:cNvGrpSpPr/>
          <p:nvPr/>
        </p:nvGrpSpPr>
        <p:grpSpPr>
          <a:xfrm>
            <a:off x="4381500" y="1485900"/>
            <a:ext cx="3403600" cy="317500"/>
            <a:chOff x="4381500" y="1485900"/>
            <a:chExt cx="3403600" cy="317500"/>
          </a:xfrm>
        </p:grpSpPr>
        <p:pic>
          <p:nvPicPr>
            <p:cNvPr id="46" name="Shape 44"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7" name="Shape 45"/>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53" name="Experimental 1"/>
          <p:cNvGrpSpPr/>
          <p:nvPr/>
        </p:nvGrpSpPr>
        <p:grpSpPr>
          <a:xfrm>
            <a:off x="4381500" y="1968500"/>
            <a:ext cx="3429000" cy="381000"/>
            <a:chOff x="4381500" y="1968500"/>
            <a:chExt cx="3429000" cy="381000"/>
          </a:xfrm>
        </p:grpSpPr>
        <p:sp>
          <p:nvSpPr>
            <p:cNvPr id="49" name="Shape 47"/>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19685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AI-Native Canvas</a:t>
              </a:r>
            </a:p>
          </p:txBody>
        </p:sp>
        <p:sp>
          <p:nvSpPr>
            <p:cNvPr id="52" name="Shape 50"/>
            <p:cNvSpPr txBox="1"/>
            <p:nvPr/>
          </p:nvSpPr>
          <p:spPr>
            <a:xfrm>
              <a:off x="6286500" y="19685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Model Gateway · MCP</a:t>
              </a:r>
            </a:p>
          </p:txBody>
        </p:sp>
      </p:grpSp>
      <p:grpSp>
        <p:nvGrpSpPr>
          <p:cNvPr id="56" name="Planned header"/>
          <p:cNvGrpSpPr/>
          <p:nvPr/>
        </p:nvGrpSpPr>
        <p:grpSpPr>
          <a:xfrm>
            <a:off x="8001000" y="1485900"/>
            <a:ext cx="3403600" cy="317500"/>
            <a:chOff x="8001000" y="1485900"/>
            <a:chExt cx="3403600" cy="317500"/>
          </a:xfrm>
        </p:grpSpPr>
        <p:pic>
          <p:nvPicPr>
            <p:cNvPr id="54" name="Shape 52"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5" name="Shape 53"/>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0" name="Planned 1"/>
          <p:cNvGrpSpPr/>
          <p:nvPr/>
        </p:nvGrpSpPr>
        <p:grpSpPr>
          <a:xfrm>
            <a:off x="8001000" y="1968500"/>
            <a:ext cx="3429000" cy="381000"/>
            <a:chOff x="8001000" y="1968500"/>
            <a:chExt cx="3429000" cy="381000"/>
          </a:xfrm>
        </p:grpSpPr>
        <p:sp>
          <p:nvSpPr>
            <p:cNvPr id="57" name="Shape 55"/>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8" name="Shape 56"/>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9" name="Shape 57"/>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4" name="Planned 2"/>
          <p:cNvGrpSpPr/>
          <p:nvPr/>
        </p:nvGrpSpPr>
        <p:grpSpPr>
          <a:xfrm>
            <a:off x="8001000" y="2425700"/>
            <a:ext cx="3429000" cy="381000"/>
            <a:chOff x="8001000" y="2425700"/>
            <a:chExt cx="3429000" cy="381000"/>
          </a:xfrm>
        </p:grpSpPr>
        <p:sp>
          <p:nvSpPr>
            <p:cNvPr id="61" name="Shape 59"/>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3" name="Shape 61"/>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68" name="Planned 3"/>
          <p:cNvGrpSpPr/>
          <p:nvPr/>
        </p:nvGrpSpPr>
        <p:grpSpPr>
          <a:xfrm>
            <a:off x="8001000" y="2882900"/>
            <a:ext cx="3429000" cy="381000"/>
            <a:chOff x="8001000" y="2882900"/>
            <a:chExt cx="3429000" cy="381000"/>
          </a:xfrm>
        </p:grpSpPr>
        <p:sp>
          <p:nvSpPr>
            <p:cNvPr id="65" name="Shape 63"/>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7" name="Shape 65"/>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2" name="Planned 4"/>
          <p:cNvGrpSpPr/>
          <p:nvPr/>
        </p:nvGrpSpPr>
        <p:grpSpPr>
          <a:xfrm>
            <a:off x="8001000" y="3340100"/>
            <a:ext cx="3429000" cy="381000"/>
            <a:chOff x="8001000" y="3340100"/>
            <a:chExt cx="3429000" cy="381000"/>
          </a:xfrm>
        </p:grpSpPr>
        <p:sp>
          <p:nvSpPr>
            <p:cNvPr id="69" name="Shape 67"/>
            <p:cNvSpPr/>
            <p:nvPr/>
          </p:nvSpPr>
          <p:spPr>
            <a:xfrm>
              <a:off x="8001000" y="33401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p:nvPr/>
          </p:nvSpPr>
          <p:spPr>
            <a:xfrm>
              <a:off x="8001000" y="33401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1" name="Shape 69"/>
            <p:cNvSpPr txBox="1"/>
            <p:nvPr/>
          </p:nvSpPr>
          <p:spPr>
            <a:xfrm>
              <a:off x="8166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6" name="GA"/>
          <p:cNvGrpSpPr/>
          <p:nvPr/>
        </p:nvGrpSpPr>
        <p:grpSpPr>
          <a:xfrm>
            <a:off x="4381500" y="4318000"/>
            <a:ext cx="7048500" cy="1206500"/>
            <a:chOff x="4381500" y="4318000"/>
            <a:chExt cx="7048500" cy="1206500"/>
          </a:xfrm>
        </p:grpSpPr>
        <p:sp>
          <p:nvSpPr>
            <p:cNvPr id="73" name="Shape 71"/>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4" name="Shape 72"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5" name="Shape 73"/>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9" name="BDD"/>
          <p:cNvGrpSpPr/>
          <p:nvPr/>
        </p:nvGrpSpPr>
        <p:grpSpPr>
          <a:xfrm>
            <a:off x="4610100" y="5003800"/>
            <a:ext cx="6654800" cy="317500"/>
            <a:chOff x="4610100" y="5003800"/>
            <a:chExt cx="6654800" cy="317500"/>
          </a:xfrm>
        </p:grpSpPr>
        <p:pic>
          <p:nvPicPr>
            <p:cNvPr id="77" name="Shape 75"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8" name="Shape 76"/>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10" presetClass="entr" presetSubtype="0" fill="hold" nodeType="withEffect">
                                  <p:stCondLst>
                                    <p:cond delay="220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childTnLst>
                                </p:cTn>
                              </p:par>
                              <p:par>
                                <p:cTn id="15" presetID="58" presetClass="entr" presetSubtype="0" accel="100000" fill="hold" nodeType="withEffect">
                                  <p:stCondLst>
                                    <p:cond delay="2600"/>
                                  </p:stCondLst>
                                  <p:childTnLst>
                                    <p:set>
                                      <p:cBhvr>
                                        <p:cTn id="16" dur="1" fill="hold">
                                          <p:stCondLst>
                                            <p:cond delay="0"/>
                                          </p:stCondLst>
                                        </p:cTn>
                                        <p:tgtEl>
                                          <p:spTgt spid="12"/>
                                        </p:tgtEl>
                                        <p:attrNameLst>
                                          <p:attrName>style.visibility</p:attrName>
                                        </p:attrNameLst>
                                      </p:cBhvr>
                                      <p:to>
                                        <p:strVal val="visible"/>
                                      </p:to>
                                    </p:set>
                                    <p:anim calcmode="lin" valueType="num">
                                      <p:cBhvr>
                                        <p:cTn id="17" dur="500" fill="hold"/>
                                        <p:tgtEl>
                                          <p:spTgt spid="12"/>
                                        </p:tgtEl>
                                        <p:attrNameLst>
                                          <p:attrName>ppt_w</p:attrName>
                                        </p:attrNameLst>
                                      </p:cBhvr>
                                      <p:tavLst>
                                        <p:tav tm="0">
                                          <p:val>
                                            <p:strVal val="#ppt_w*2.5"/>
                                          </p:val>
                                        </p:tav>
                                        <p:tav tm="100000">
                                          <p:val>
                                            <p:strVal val="#ppt_w"/>
                                          </p:val>
                                        </p:tav>
                                      </p:tavLst>
                                    </p:anim>
                                    <p:anim calcmode="lin" valueType="num">
                                      <p:cBhvr>
                                        <p:cTn id="18" dur="500" fill="hold"/>
                                        <p:tgtEl>
                                          <p:spTgt spid="12"/>
                                        </p:tgtEl>
                                        <p:attrNameLst>
                                          <p:attrName>ppt_h</p:attrName>
                                        </p:attrNameLst>
                                      </p:cBhvr>
                                      <p:tavLst>
                                        <p:tav tm="0">
                                          <p:val>
                                            <p:strVal val="#ppt_h*0.01"/>
                                          </p:val>
                                        </p:tav>
                                        <p:tav tm="100000">
                                          <p:val>
                                            <p:strVal val="#ppt_h"/>
                                          </p:val>
                                        </p:tav>
                                      </p:tavLst>
                                    </p:anim>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h+1"/>
                                          </p:val>
                                        </p:tav>
                                        <p:tav tm="100000">
                                          <p:val>
                                            <p:strVal val="#ppt_y"/>
                                          </p:val>
                                        </p:tav>
                                      </p:tavLst>
                                    </p:anim>
                                    <p:animEffect transition="in" filter="fade">
                                      <p:cBhvr>
                                        <p:cTn id="21" dur="500"/>
                                        <p:tgtEl>
                                          <p:spTgt spid="12"/>
                                        </p:tgtEl>
                                      </p:cBhvr>
                                    </p:animEffect>
                                  </p:childTnLst>
                                </p:cTn>
                              </p:par>
                              <p:par>
                                <p:cTn id="22" presetID="58" presetClass="entr" presetSubtype="0" accel="100000" fill="hold" nodeType="withEffect">
                                  <p:stCondLst>
                                    <p:cond delay="3400"/>
                                  </p:stCondLst>
                                  <p:childTnLst>
                                    <p:set>
                                      <p:cBhvr>
                                        <p:cTn id="23" dur="1" fill="hold">
                                          <p:stCondLst>
                                            <p:cond delay="0"/>
                                          </p:stCondLst>
                                        </p:cTn>
                                        <p:tgtEl>
                                          <p:spTgt spid="16"/>
                                        </p:tgtEl>
                                        <p:attrNameLst>
                                          <p:attrName>style.visibility</p:attrName>
                                        </p:attrNameLst>
                                      </p:cBhvr>
                                      <p:to>
                                        <p:strVal val="visible"/>
                                      </p:to>
                                    </p:set>
                                    <p:anim calcmode="lin" valueType="num">
                                      <p:cBhvr>
                                        <p:cTn id="24" dur="500" fill="hold"/>
                                        <p:tgtEl>
                                          <p:spTgt spid="16"/>
                                        </p:tgtEl>
                                        <p:attrNameLst>
                                          <p:attrName>ppt_w</p:attrName>
                                        </p:attrNameLst>
                                      </p:cBhvr>
                                      <p:tavLst>
                                        <p:tav tm="0">
                                          <p:val>
                                            <p:strVal val="#ppt_w*2.5"/>
                                          </p:val>
                                        </p:tav>
                                        <p:tav tm="100000">
                                          <p:val>
                                            <p:strVal val="#ppt_w"/>
                                          </p:val>
                                        </p:tav>
                                      </p:tavLst>
                                    </p:anim>
                                    <p:anim calcmode="lin" valueType="num">
                                      <p:cBhvr>
                                        <p:cTn id="25" dur="500" fill="hold"/>
                                        <p:tgtEl>
                                          <p:spTgt spid="16"/>
                                        </p:tgtEl>
                                        <p:attrNameLst>
                                          <p:attrName>ppt_h</p:attrName>
                                        </p:attrNameLst>
                                      </p:cBhvr>
                                      <p:tavLst>
                                        <p:tav tm="0">
                                          <p:val>
                                            <p:strVal val="#ppt_h*0.01"/>
                                          </p:val>
                                        </p:tav>
                                        <p:tav tm="100000">
                                          <p:val>
                                            <p:strVal val="#ppt_h"/>
                                          </p:val>
                                        </p:tav>
                                      </p:tavLst>
                                    </p:anim>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h+1"/>
                                          </p:val>
                                        </p:tav>
                                        <p:tav tm="100000">
                                          <p:val>
                                            <p:strVal val="#ppt_y"/>
                                          </p:val>
                                        </p:tav>
                                      </p:tavLst>
                                    </p:anim>
                                    <p:animEffect transition="in" filter="fade">
                                      <p:cBhvr>
                                        <p:cTn id="28" dur="500"/>
                                        <p:tgtEl>
                                          <p:spTgt spid="16"/>
                                        </p:tgtEl>
                                      </p:cBhvr>
                                    </p:animEffect>
                                  </p:childTnLst>
                                </p:cTn>
                              </p:par>
                              <p:par>
                                <p:cTn id="29" presetID="58" presetClass="entr" presetSubtype="0" accel="100000" fill="hold" nodeType="withEffect">
                                  <p:stCondLst>
                                    <p:cond delay="4000"/>
                                  </p:stCondLst>
                                  <p:childTnLst>
                                    <p:set>
                                      <p:cBhvr>
                                        <p:cTn id="30" dur="1" fill="hold">
                                          <p:stCondLst>
                                            <p:cond delay="0"/>
                                          </p:stCondLst>
                                        </p:cTn>
                                        <p:tgtEl>
                                          <p:spTgt spid="20"/>
                                        </p:tgtEl>
                                        <p:attrNameLst>
                                          <p:attrName>style.visibility</p:attrName>
                                        </p:attrNameLst>
                                      </p:cBhvr>
                                      <p:to>
                                        <p:strVal val="visible"/>
                                      </p:to>
                                    </p:set>
                                    <p:anim calcmode="lin" valueType="num">
                                      <p:cBhvr>
                                        <p:cTn id="31" dur="500" fill="hold"/>
                                        <p:tgtEl>
                                          <p:spTgt spid="20"/>
                                        </p:tgtEl>
                                        <p:attrNameLst>
                                          <p:attrName>ppt_w</p:attrName>
                                        </p:attrNameLst>
                                      </p:cBhvr>
                                      <p:tavLst>
                                        <p:tav tm="0">
                                          <p:val>
                                            <p:strVal val="#ppt_w*2.5"/>
                                          </p:val>
                                        </p:tav>
                                        <p:tav tm="100000">
                                          <p:val>
                                            <p:strVal val="#ppt_w"/>
                                          </p:val>
                                        </p:tav>
                                      </p:tavLst>
                                    </p:anim>
                                    <p:anim calcmode="lin" valueType="num">
                                      <p:cBhvr>
                                        <p:cTn id="32" dur="500" fill="hold"/>
                                        <p:tgtEl>
                                          <p:spTgt spid="20"/>
                                        </p:tgtEl>
                                        <p:attrNameLst>
                                          <p:attrName>ppt_h</p:attrName>
                                        </p:attrNameLst>
                                      </p:cBhvr>
                                      <p:tavLst>
                                        <p:tav tm="0">
                                          <p:val>
                                            <p:strVal val="#ppt_h*0.01"/>
                                          </p:val>
                                        </p:tav>
                                        <p:tav tm="100000">
                                          <p:val>
                                            <p:strVal val="#ppt_h"/>
                                          </p:val>
                                        </p:tav>
                                      </p:tavLst>
                                    </p:anim>
                                    <p:anim calcmode="lin" valueType="num">
                                      <p:cBhvr>
                                        <p:cTn id="33" dur="500" fill="hold"/>
                                        <p:tgtEl>
                                          <p:spTgt spid="20"/>
                                        </p:tgtEl>
                                        <p:attrNameLst>
                                          <p:attrName>ppt_x</p:attrName>
                                        </p:attrNameLst>
                                      </p:cBhvr>
                                      <p:tavLst>
                                        <p:tav tm="0">
                                          <p:val>
                                            <p:strVal val="#ppt_x"/>
                                          </p:val>
                                        </p:tav>
                                        <p:tav tm="100000">
                                          <p:val>
                                            <p:strVal val="#ppt_x"/>
                                          </p:val>
                                        </p:tav>
                                      </p:tavLst>
                                    </p:anim>
                                    <p:anim calcmode="lin" valueType="num">
                                      <p:cBhvr>
                                        <p:cTn id="34" dur="500" fill="hold"/>
                                        <p:tgtEl>
                                          <p:spTgt spid="20"/>
                                        </p:tgtEl>
                                        <p:attrNameLst>
                                          <p:attrName>ppt_y</p:attrName>
                                        </p:attrNameLst>
                                      </p:cBhvr>
                                      <p:tavLst>
                                        <p:tav tm="0">
                                          <p:val>
                                            <p:strVal val="#ppt_h+1"/>
                                          </p:val>
                                        </p:tav>
                                        <p:tav tm="100000">
                                          <p:val>
                                            <p:strVal val="#ppt_y"/>
                                          </p:val>
                                        </p:tav>
                                      </p:tavLst>
                                    </p:anim>
                                    <p:animEffect transition="in" filter="fade">
                                      <p:cBhvr>
                                        <p:cTn id="35" dur="500"/>
                                        <p:tgtEl>
                                          <p:spTgt spid="20"/>
                                        </p:tgtEl>
                                      </p:cBhvr>
                                    </p:animEffect>
                                  </p:childTnLst>
                                </p:cTn>
                              </p:par>
                              <p:par>
                                <p:cTn id="36" presetID="58" presetClass="entr" presetSubtype="0" accel="100000" fill="hold" nodeType="withEffect">
                                  <p:stCondLst>
                                    <p:cond delay="4600"/>
                                  </p:stCondLst>
                                  <p:childTnLst>
                                    <p:set>
                                      <p:cBhvr>
                                        <p:cTn id="37" dur="1" fill="hold">
                                          <p:stCondLst>
                                            <p:cond delay="0"/>
                                          </p:stCondLst>
                                        </p:cTn>
                                        <p:tgtEl>
                                          <p:spTgt spid="24"/>
                                        </p:tgtEl>
                                        <p:attrNameLst>
                                          <p:attrName>style.visibility</p:attrName>
                                        </p:attrNameLst>
                                      </p:cBhvr>
                                      <p:to>
                                        <p:strVal val="visible"/>
                                      </p:to>
                                    </p:set>
                                    <p:anim calcmode="lin" valueType="num">
                                      <p:cBhvr>
                                        <p:cTn id="38" dur="500" fill="hold"/>
                                        <p:tgtEl>
                                          <p:spTgt spid="24"/>
                                        </p:tgtEl>
                                        <p:attrNameLst>
                                          <p:attrName>ppt_w</p:attrName>
                                        </p:attrNameLst>
                                      </p:cBhvr>
                                      <p:tavLst>
                                        <p:tav tm="0">
                                          <p:val>
                                            <p:strVal val="#ppt_w*2.5"/>
                                          </p:val>
                                        </p:tav>
                                        <p:tav tm="100000">
                                          <p:val>
                                            <p:strVal val="#ppt_w"/>
                                          </p:val>
                                        </p:tav>
                                      </p:tavLst>
                                    </p:anim>
                                    <p:anim calcmode="lin" valueType="num">
                                      <p:cBhvr>
                                        <p:cTn id="39" dur="500" fill="hold"/>
                                        <p:tgtEl>
                                          <p:spTgt spid="24"/>
                                        </p:tgtEl>
                                        <p:attrNameLst>
                                          <p:attrName>ppt_h</p:attrName>
                                        </p:attrNameLst>
                                      </p:cBhvr>
                                      <p:tavLst>
                                        <p:tav tm="0">
                                          <p:val>
                                            <p:strVal val="#ppt_h*0.01"/>
                                          </p:val>
                                        </p:tav>
                                        <p:tav tm="100000">
                                          <p:val>
                                            <p:strVal val="#ppt_h"/>
                                          </p:val>
                                        </p:tav>
                                      </p:tavLst>
                                    </p:anim>
                                    <p:anim calcmode="lin" valueType="num">
                                      <p:cBhvr>
                                        <p:cTn id="40" dur="500" fill="hold"/>
                                        <p:tgtEl>
                                          <p:spTgt spid="24"/>
                                        </p:tgtEl>
                                        <p:attrNameLst>
                                          <p:attrName>ppt_x</p:attrName>
                                        </p:attrNameLst>
                                      </p:cBhvr>
                                      <p:tavLst>
                                        <p:tav tm="0">
                                          <p:val>
                                            <p:strVal val="#ppt_x"/>
                                          </p:val>
                                        </p:tav>
                                        <p:tav tm="100000">
                                          <p:val>
                                            <p:strVal val="#ppt_x"/>
                                          </p:val>
                                        </p:tav>
                                      </p:tavLst>
                                    </p:anim>
                                    <p:anim calcmode="lin" valueType="num">
                                      <p:cBhvr>
                                        <p:cTn id="41" dur="500" fill="hold"/>
                                        <p:tgtEl>
                                          <p:spTgt spid="24"/>
                                        </p:tgtEl>
                                        <p:attrNameLst>
                                          <p:attrName>ppt_y</p:attrName>
                                        </p:attrNameLst>
                                      </p:cBhvr>
                                      <p:tavLst>
                                        <p:tav tm="0">
                                          <p:val>
                                            <p:strVal val="#ppt_h+1"/>
                                          </p:val>
                                        </p:tav>
                                        <p:tav tm="100000">
                                          <p:val>
                                            <p:strVal val="#ppt_y"/>
                                          </p:val>
                                        </p:tav>
                                      </p:tavLst>
                                    </p:anim>
                                    <p:animEffect transition="in" filter="fade">
                                      <p:cBhvr>
                                        <p:cTn id="42" dur="500"/>
                                        <p:tgtEl>
                                          <p:spTgt spid="24"/>
                                        </p:tgtEl>
                                      </p:cBhvr>
                                    </p:animEffect>
                                  </p:childTnLst>
                                </p:cTn>
                              </p:par>
                              <p:par>
                                <p:cTn id="43" presetID="58" presetClass="entr" presetSubtype="0" accel="100000" fill="hold" nodeType="withEffect">
                                  <p:stCondLst>
                                    <p:cond delay="5200"/>
                                  </p:stCondLst>
                                  <p:childTnLst>
                                    <p:set>
                                      <p:cBhvr>
                                        <p:cTn id="44" dur="1" fill="hold">
                                          <p:stCondLst>
                                            <p:cond delay="0"/>
                                          </p:stCondLst>
                                        </p:cTn>
                                        <p:tgtEl>
                                          <p:spTgt spid="28"/>
                                        </p:tgtEl>
                                        <p:attrNameLst>
                                          <p:attrName>style.visibility</p:attrName>
                                        </p:attrNameLst>
                                      </p:cBhvr>
                                      <p:to>
                                        <p:strVal val="visible"/>
                                      </p:to>
                                    </p:set>
                                    <p:anim calcmode="lin" valueType="num">
                                      <p:cBhvr>
                                        <p:cTn id="45" dur="500" fill="hold"/>
                                        <p:tgtEl>
                                          <p:spTgt spid="28"/>
                                        </p:tgtEl>
                                        <p:attrNameLst>
                                          <p:attrName>ppt_w</p:attrName>
                                        </p:attrNameLst>
                                      </p:cBhvr>
                                      <p:tavLst>
                                        <p:tav tm="0">
                                          <p:val>
                                            <p:strVal val="#ppt_w*2.5"/>
                                          </p:val>
                                        </p:tav>
                                        <p:tav tm="100000">
                                          <p:val>
                                            <p:strVal val="#ppt_w"/>
                                          </p:val>
                                        </p:tav>
                                      </p:tavLst>
                                    </p:anim>
                                    <p:anim calcmode="lin" valueType="num">
                                      <p:cBhvr>
                                        <p:cTn id="46" dur="500" fill="hold"/>
                                        <p:tgtEl>
                                          <p:spTgt spid="28"/>
                                        </p:tgtEl>
                                        <p:attrNameLst>
                                          <p:attrName>ppt_h</p:attrName>
                                        </p:attrNameLst>
                                      </p:cBhvr>
                                      <p:tavLst>
                                        <p:tav tm="0">
                                          <p:val>
                                            <p:strVal val="#ppt_h*0.01"/>
                                          </p:val>
                                        </p:tav>
                                        <p:tav tm="100000">
                                          <p:val>
                                            <p:strVal val="#ppt_h"/>
                                          </p:val>
                                        </p:tav>
                                      </p:tavLst>
                                    </p:anim>
                                    <p:anim calcmode="lin" valueType="num">
                                      <p:cBhvr>
                                        <p:cTn id="47" dur="500" fill="hold"/>
                                        <p:tgtEl>
                                          <p:spTgt spid="28"/>
                                        </p:tgtEl>
                                        <p:attrNameLst>
                                          <p:attrName>ppt_x</p:attrName>
                                        </p:attrNameLst>
                                      </p:cBhvr>
                                      <p:tavLst>
                                        <p:tav tm="0">
                                          <p:val>
                                            <p:strVal val="#ppt_x"/>
                                          </p:val>
                                        </p:tav>
                                        <p:tav tm="100000">
                                          <p:val>
                                            <p:strVal val="#ppt_x"/>
                                          </p:val>
                                        </p:tav>
                                      </p:tavLst>
                                    </p:anim>
                                    <p:anim calcmode="lin" valueType="num">
                                      <p:cBhvr>
                                        <p:cTn id="48" dur="500" fill="hold"/>
                                        <p:tgtEl>
                                          <p:spTgt spid="28"/>
                                        </p:tgtEl>
                                        <p:attrNameLst>
                                          <p:attrName>ppt_y</p:attrName>
                                        </p:attrNameLst>
                                      </p:cBhvr>
                                      <p:tavLst>
                                        <p:tav tm="0">
                                          <p:val>
                                            <p:strVal val="#ppt_h+1"/>
                                          </p:val>
                                        </p:tav>
                                        <p:tav tm="100000">
                                          <p:val>
                                            <p:strVal val="#ppt_y"/>
                                          </p:val>
                                        </p:tav>
                                      </p:tavLst>
                                    </p:anim>
                                    <p:animEffect transition="in" filter="fade">
                                      <p:cBhvr>
                                        <p:cTn id="49" dur="500"/>
                                        <p:tgtEl>
                                          <p:spTgt spid="28"/>
                                        </p:tgtEl>
                                      </p:cBhvr>
                                    </p:animEffect>
                                  </p:childTnLst>
                                </p:cTn>
                              </p:par>
                              <p:par>
                                <p:cTn id="50" presetID="58" presetClass="entr" presetSubtype="0" accel="100000" fill="hold" nodeType="withEffect">
                                  <p:stCondLst>
                                    <p:cond delay="5800"/>
                                  </p:stCondLst>
                                  <p:childTnLst>
                                    <p:set>
                                      <p:cBhvr>
                                        <p:cTn id="51" dur="1" fill="hold">
                                          <p:stCondLst>
                                            <p:cond delay="0"/>
                                          </p:stCondLst>
                                        </p:cTn>
                                        <p:tgtEl>
                                          <p:spTgt spid="32"/>
                                        </p:tgtEl>
                                        <p:attrNameLst>
                                          <p:attrName>style.visibility</p:attrName>
                                        </p:attrNameLst>
                                      </p:cBhvr>
                                      <p:to>
                                        <p:strVal val="visible"/>
                                      </p:to>
                                    </p:set>
                                    <p:anim calcmode="lin" valueType="num">
                                      <p:cBhvr>
                                        <p:cTn id="52" dur="500" fill="hold"/>
                                        <p:tgtEl>
                                          <p:spTgt spid="32"/>
                                        </p:tgtEl>
                                        <p:attrNameLst>
                                          <p:attrName>ppt_w</p:attrName>
                                        </p:attrNameLst>
                                      </p:cBhvr>
                                      <p:tavLst>
                                        <p:tav tm="0">
                                          <p:val>
                                            <p:strVal val="#ppt_w*2.5"/>
                                          </p:val>
                                        </p:tav>
                                        <p:tav tm="100000">
                                          <p:val>
                                            <p:strVal val="#ppt_w"/>
                                          </p:val>
                                        </p:tav>
                                      </p:tavLst>
                                    </p:anim>
                                    <p:anim calcmode="lin" valueType="num">
                                      <p:cBhvr>
                                        <p:cTn id="53" dur="500" fill="hold"/>
                                        <p:tgtEl>
                                          <p:spTgt spid="32"/>
                                        </p:tgtEl>
                                        <p:attrNameLst>
                                          <p:attrName>ppt_h</p:attrName>
                                        </p:attrNameLst>
                                      </p:cBhvr>
                                      <p:tavLst>
                                        <p:tav tm="0">
                                          <p:val>
                                            <p:strVal val="#ppt_h*0.01"/>
                                          </p:val>
                                        </p:tav>
                                        <p:tav tm="100000">
                                          <p:val>
                                            <p:strVal val="#ppt_h"/>
                                          </p:val>
                                        </p:tav>
                                      </p:tavLst>
                                    </p:anim>
                                    <p:anim calcmode="lin" valueType="num">
                                      <p:cBhvr>
                                        <p:cTn id="54" dur="500" fill="hold"/>
                                        <p:tgtEl>
                                          <p:spTgt spid="32"/>
                                        </p:tgtEl>
                                        <p:attrNameLst>
                                          <p:attrName>ppt_x</p:attrName>
                                        </p:attrNameLst>
                                      </p:cBhvr>
                                      <p:tavLst>
                                        <p:tav tm="0">
                                          <p:val>
                                            <p:strVal val="#ppt_x"/>
                                          </p:val>
                                        </p:tav>
                                        <p:tav tm="100000">
                                          <p:val>
                                            <p:strVal val="#ppt_x"/>
                                          </p:val>
                                        </p:tav>
                                      </p:tavLst>
                                    </p:anim>
                                    <p:anim calcmode="lin" valueType="num">
                                      <p:cBhvr>
                                        <p:cTn id="55" dur="500" fill="hold"/>
                                        <p:tgtEl>
                                          <p:spTgt spid="32"/>
                                        </p:tgtEl>
                                        <p:attrNameLst>
                                          <p:attrName>ppt_y</p:attrName>
                                        </p:attrNameLst>
                                      </p:cBhvr>
                                      <p:tavLst>
                                        <p:tav tm="0">
                                          <p:val>
                                            <p:strVal val="#ppt_h+1"/>
                                          </p:val>
                                        </p:tav>
                                        <p:tav tm="100000">
                                          <p:val>
                                            <p:strVal val="#ppt_y"/>
                                          </p:val>
                                        </p:tav>
                                      </p:tavLst>
                                    </p:anim>
                                    <p:animEffect transition="in" filter="fade">
                                      <p:cBhvr>
                                        <p:cTn id="56" dur="500"/>
                                        <p:tgtEl>
                                          <p:spTgt spid="32"/>
                                        </p:tgtEl>
                                      </p:cBhvr>
                                    </p:animEffect>
                                  </p:childTnLst>
                                </p:cTn>
                              </p:par>
                              <p:par>
                                <p:cTn id="57" presetID="58" presetClass="entr" presetSubtype="0" accel="100000" fill="hold" nodeType="withEffect">
                                  <p:stCondLst>
                                    <p:cond delay="6800"/>
                                  </p:stCondLst>
                                  <p:childTnLst>
                                    <p:set>
                                      <p:cBhvr>
                                        <p:cTn id="58" dur="1" fill="hold">
                                          <p:stCondLst>
                                            <p:cond delay="0"/>
                                          </p:stCondLst>
                                        </p:cTn>
                                        <p:tgtEl>
                                          <p:spTgt spid="36"/>
                                        </p:tgtEl>
                                        <p:attrNameLst>
                                          <p:attrName>style.visibility</p:attrName>
                                        </p:attrNameLst>
                                      </p:cBhvr>
                                      <p:to>
                                        <p:strVal val="visible"/>
                                      </p:to>
                                    </p:set>
                                    <p:anim calcmode="lin" valueType="num">
                                      <p:cBhvr>
                                        <p:cTn id="59" dur="500" fill="hold"/>
                                        <p:tgtEl>
                                          <p:spTgt spid="36"/>
                                        </p:tgtEl>
                                        <p:attrNameLst>
                                          <p:attrName>ppt_w</p:attrName>
                                        </p:attrNameLst>
                                      </p:cBhvr>
                                      <p:tavLst>
                                        <p:tav tm="0">
                                          <p:val>
                                            <p:strVal val="#ppt_w*2.5"/>
                                          </p:val>
                                        </p:tav>
                                        <p:tav tm="100000">
                                          <p:val>
                                            <p:strVal val="#ppt_w"/>
                                          </p:val>
                                        </p:tav>
                                      </p:tavLst>
                                    </p:anim>
                                    <p:anim calcmode="lin" valueType="num">
                                      <p:cBhvr>
                                        <p:cTn id="60" dur="500" fill="hold"/>
                                        <p:tgtEl>
                                          <p:spTgt spid="36"/>
                                        </p:tgtEl>
                                        <p:attrNameLst>
                                          <p:attrName>ppt_h</p:attrName>
                                        </p:attrNameLst>
                                      </p:cBhvr>
                                      <p:tavLst>
                                        <p:tav tm="0">
                                          <p:val>
                                            <p:strVal val="#ppt_h*0.01"/>
                                          </p:val>
                                        </p:tav>
                                        <p:tav tm="100000">
                                          <p:val>
                                            <p:strVal val="#ppt_h"/>
                                          </p:val>
                                        </p:tav>
                                      </p:tavLst>
                                    </p:anim>
                                    <p:anim calcmode="lin" valueType="num">
                                      <p:cBhvr>
                                        <p:cTn id="61" dur="500" fill="hold"/>
                                        <p:tgtEl>
                                          <p:spTgt spid="36"/>
                                        </p:tgtEl>
                                        <p:attrNameLst>
                                          <p:attrName>ppt_x</p:attrName>
                                        </p:attrNameLst>
                                      </p:cBhvr>
                                      <p:tavLst>
                                        <p:tav tm="0">
                                          <p:val>
                                            <p:strVal val="#ppt_x"/>
                                          </p:val>
                                        </p:tav>
                                        <p:tav tm="100000">
                                          <p:val>
                                            <p:strVal val="#ppt_x"/>
                                          </p:val>
                                        </p:tav>
                                      </p:tavLst>
                                    </p:anim>
                                    <p:anim calcmode="lin" valueType="num">
                                      <p:cBhvr>
                                        <p:cTn id="62" dur="500" fill="hold"/>
                                        <p:tgtEl>
                                          <p:spTgt spid="36"/>
                                        </p:tgtEl>
                                        <p:attrNameLst>
                                          <p:attrName>ppt_y</p:attrName>
                                        </p:attrNameLst>
                                      </p:cBhvr>
                                      <p:tavLst>
                                        <p:tav tm="0">
                                          <p:val>
                                            <p:strVal val="#ppt_h+1"/>
                                          </p:val>
                                        </p:tav>
                                        <p:tav tm="100000">
                                          <p:val>
                                            <p:strVal val="#ppt_y"/>
                                          </p:val>
                                        </p:tav>
                                      </p:tavLst>
                                    </p:anim>
                                    <p:animEffect transition="in" filter="fade">
                                      <p:cBhvr>
                                        <p:cTn id="63" dur="500"/>
                                        <p:tgtEl>
                                          <p:spTgt spid="36"/>
                                        </p:tgtEl>
                                      </p:cBhvr>
                                    </p:animEffect>
                                  </p:childTnLst>
                                </p:cTn>
                              </p:par>
                              <p:par>
                                <p:cTn id="64" presetID="58" presetClass="entr" presetSubtype="0" accel="100000" fill="hold" nodeType="withEffect">
                                  <p:stCondLst>
                                    <p:cond delay="8200"/>
                                  </p:stCondLst>
                                  <p:childTnLst>
                                    <p:set>
                                      <p:cBhvr>
                                        <p:cTn id="65" dur="1" fill="hold">
                                          <p:stCondLst>
                                            <p:cond delay="0"/>
                                          </p:stCondLst>
                                        </p:cTn>
                                        <p:tgtEl>
                                          <p:spTgt spid="40"/>
                                        </p:tgtEl>
                                        <p:attrNameLst>
                                          <p:attrName>style.visibility</p:attrName>
                                        </p:attrNameLst>
                                      </p:cBhvr>
                                      <p:to>
                                        <p:strVal val="visible"/>
                                      </p:to>
                                    </p:set>
                                    <p:anim calcmode="lin" valueType="num">
                                      <p:cBhvr>
                                        <p:cTn id="66" dur="500" fill="hold"/>
                                        <p:tgtEl>
                                          <p:spTgt spid="40"/>
                                        </p:tgtEl>
                                        <p:attrNameLst>
                                          <p:attrName>ppt_w</p:attrName>
                                        </p:attrNameLst>
                                      </p:cBhvr>
                                      <p:tavLst>
                                        <p:tav tm="0">
                                          <p:val>
                                            <p:strVal val="#ppt_w*2.5"/>
                                          </p:val>
                                        </p:tav>
                                        <p:tav tm="100000">
                                          <p:val>
                                            <p:strVal val="#ppt_w"/>
                                          </p:val>
                                        </p:tav>
                                      </p:tavLst>
                                    </p:anim>
                                    <p:anim calcmode="lin" valueType="num">
                                      <p:cBhvr>
                                        <p:cTn id="67" dur="500" fill="hold"/>
                                        <p:tgtEl>
                                          <p:spTgt spid="40"/>
                                        </p:tgtEl>
                                        <p:attrNameLst>
                                          <p:attrName>ppt_h</p:attrName>
                                        </p:attrNameLst>
                                      </p:cBhvr>
                                      <p:tavLst>
                                        <p:tav tm="0">
                                          <p:val>
                                            <p:strVal val="#ppt_h*0.01"/>
                                          </p:val>
                                        </p:tav>
                                        <p:tav tm="100000">
                                          <p:val>
                                            <p:strVal val="#ppt_h"/>
                                          </p:val>
                                        </p:tav>
                                      </p:tavLst>
                                    </p:anim>
                                    <p:anim calcmode="lin" valueType="num">
                                      <p:cBhvr>
                                        <p:cTn id="68" dur="500" fill="hold"/>
                                        <p:tgtEl>
                                          <p:spTgt spid="40"/>
                                        </p:tgtEl>
                                        <p:attrNameLst>
                                          <p:attrName>ppt_x</p:attrName>
                                        </p:attrNameLst>
                                      </p:cBhvr>
                                      <p:tavLst>
                                        <p:tav tm="0">
                                          <p:val>
                                            <p:strVal val="#ppt_x"/>
                                          </p:val>
                                        </p:tav>
                                        <p:tav tm="100000">
                                          <p:val>
                                            <p:strVal val="#ppt_x"/>
                                          </p:val>
                                        </p:tav>
                                      </p:tavLst>
                                    </p:anim>
                                    <p:anim calcmode="lin" valueType="num">
                                      <p:cBhvr>
                                        <p:cTn id="69" dur="500" fill="hold"/>
                                        <p:tgtEl>
                                          <p:spTgt spid="40"/>
                                        </p:tgtEl>
                                        <p:attrNameLst>
                                          <p:attrName>ppt_y</p:attrName>
                                        </p:attrNameLst>
                                      </p:cBhvr>
                                      <p:tavLst>
                                        <p:tav tm="0">
                                          <p:val>
                                            <p:strVal val="#ppt_h+1"/>
                                          </p:val>
                                        </p:tav>
                                        <p:tav tm="100000">
                                          <p:val>
                                            <p:strVal val="#ppt_y"/>
                                          </p:val>
                                        </p:tav>
                                      </p:tavLst>
                                    </p:anim>
                                    <p:animEffect transition="in" filter="fade">
                                      <p:cBhvr>
                                        <p:cTn id="70" dur="500"/>
                                        <p:tgtEl>
                                          <p:spTgt spid="40"/>
                                        </p:tgtEl>
                                      </p:cBhvr>
                                    </p:animEffect>
                                  </p:childTnLst>
                                </p:cTn>
                              </p:par>
                              <p:par>
                                <p:cTn id="71" presetID="58" presetClass="entr" presetSubtype="0" accel="100000" fill="hold" nodeType="withEffect">
                                  <p:stCondLst>
                                    <p:cond delay="10400"/>
                                  </p:stCondLst>
                                  <p:childTnLst>
                                    <p:set>
                                      <p:cBhvr>
                                        <p:cTn id="72" dur="1" fill="hold">
                                          <p:stCondLst>
                                            <p:cond delay="0"/>
                                          </p:stCondLst>
                                        </p:cTn>
                                        <p:tgtEl>
                                          <p:spTgt spid="45"/>
                                        </p:tgtEl>
                                        <p:attrNameLst>
                                          <p:attrName>style.visibility</p:attrName>
                                        </p:attrNameLst>
                                      </p:cBhvr>
                                      <p:to>
                                        <p:strVal val="visible"/>
                                      </p:to>
                                    </p:set>
                                    <p:anim calcmode="lin" valueType="num">
                                      <p:cBhvr>
                                        <p:cTn id="73" dur="500" fill="hold"/>
                                        <p:tgtEl>
                                          <p:spTgt spid="45"/>
                                        </p:tgtEl>
                                        <p:attrNameLst>
                                          <p:attrName>ppt_w</p:attrName>
                                        </p:attrNameLst>
                                      </p:cBhvr>
                                      <p:tavLst>
                                        <p:tav tm="0">
                                          <p:val>
                                            <p:strVal val="#ppt_w*2.5"/>
                                          </p:val>
                                        </p:tav>
                                        <p:tav tm="100000">
                                          <p:val>
                                            <p:strVal val="#ppt_w"/>
                                          </p:val>
                                        </p:tav>
                                      </p:tavLst>
                                    </p:anim>
                                    <p:anim calcmode="lin" valueType="num">
                                      <p:cBhvr>
                                        <p:cTn id="74" dur="500" fill="hold"/>
                                        <p:tgtEl>
                                          <p:spTgt spid="45"/>
                                        </p:tgtEl>
                                        <p:attrNameLst>
                                          <p:attrName>ppt_h</p:attrName>
                                        </p:attrNameLst>
                                      </p:cBhvr>
                                      <p:tavLst>
                                        <p:tav tm="0">
                                          <p:val>
                                            <p:strVal val="#ppt_h*0.01"/>
                                          </p:val>
                                        </p:tav>
                                        <p:tav tm="100000">
                                          <p:val>
                                            <p:strVal val="#ppt_h"/>
                                          </p:val>
                                        </p:tav>
                                      </p:tavLst>
                                    </p:anim>
                                    <p:anim calcmode="lin" valueType="num">
                                      <p:cBhvr>
                                        <p:cTn id="75" dur="500" fill="hold"/>
                                        <p:tgtEl>
                                          <p:spTgt spid="45"/>
                                        </p:tgtEl>
                                        <p:attrNameLst>
                                          <p:attrName>ppt_x</p:attrName>
                                        </p:attrNameLst>
                                      </p:cBhvr>
                                      <p:tavLst>
                                        <p:tav tm="0">
                                          <p:val>
                                            <p:strVal val="#ppt_x"/>
                                          </p:val>
                                        </p:tav>
                                        <p:tav tm="100000">
                                          <p:val>
                                            <p:strVal val="#ppt_x"/>
                                          </p:val>
                                        </p:tav>
                                      </p:tavLst>
                                    </p:anim>
                                    <p:anim calcmode="lin" valueType="num">
                                      <p:cBhvr>
                                        <p:cTn id="76" dur="500" fill="hold"/>
                                        <p:tgtEl>
                                          <p:spTgt spid="45"/>
                                        </p:tgtEl>
                                        <p:attrNameLst>
                                          <p:attrName>ppt_y</p:attrName>
                                        </p:attrNameLst>
                                      </p:cBhvr>
                                      <p:tavLst>
                                        <p:tav tm="0">
                                          <p:val>
                                            <p:strVal val="#ppt_h+1"/>
                                          </p:val>
                                        </p:tav>
                                        <p:tav tm="100000">
                                          <p:val>
                                            <p:strVal val="#ppt_y"/>
                                          </p:val>
                                        </p:tav>
                                      </p:tavLst>
                                    </p:anim>
                                    <p:animEffect transition="in" filter="fade">
                                      <p:cBhvr>
                                        <p:cTn id="77" dur="500"/>
                                        <p:tgtEl>
                                          <p:spTgt spid="45"/>
                                        </p:tgtEl>
                                      </p:cBhvr>
                                    </p:animEffect>
                                  </p:childTnLst>
                                </p:cTn>
                              </p:par>
                              <p:par>
                                <p:cTn id="78" presetID="10" presetClass="entr" presetSubtype="0" fill="hold" nodeType="withEffect">
                                  <p:stCondLst>
                                    <p:cond delay="13200"/>
                                  </p:stCondLst>
                                  <p:childTnLst>
                                    <p:set>
                                      <p:cBhvr>
                                        <p:cTn id="79" dur="1" fill="hold">
                                          <p:stCondLst>
                                            <p:cond delay="0"/>
                                          </p:stCondLst>
                                        </p:cTn>
                                        <p:tgtEl>
                                          <p:spTgt spid="48"/>
                                        </p:tgtEl>
                                        <p:attrNameLst>
                                          <p:attrName>style.visibility</p:attrName>
                                        </p:attrNameLst>
                                      </p:cBhvr>
                                      <p:to>
                                        <p:strVal val="visible"/>
                                      </p:to>
                                    </p:set>
                                    <p:animEffect transition="in" filter="fade">
                                      <p:cBhvr>
                                        <p:cTn id="80" dur="600"/>
                                        <p:tgtEl>
                                          <p:spTgt spid="48"/>
                                        </p:tgtEl>
                                      </p:cBhvr>
                                    </p:animEffect>
                                  </p:childTnLst>
                                </p:cTn>
                              </p:par>
                              <p:par>
                                <p:cTn id="81" presetID="58" presetClass="entr" presetSubtype="0" accel="100000" fill="hold" nodeType="withEffect">
                                  <p:stCondLst>
                                    <p:cond delay="13600"/>
                                  </p:stCondLst>
                                  <p:childTnLst>
                                    <p:set>
                                      <p:cBhvr>
                                        <p:cTn id="82" dur="1" fill="hold">
                                          <p:stCondLst>
                                            <p:cond delay="0"/>
                                          </p:stCondLst>
                                        </p:cTn>
                                        <p:tgtEl>
                                          <p:spTgt spid="53"/>
                                        </p:tgtEl>
                                        <p:attrNameLst>
                                          <p:attrName>style.visibility</p:attrName>
                                        </p:attrNameLst>
                                      </p:cBhvr>
                                      <p:to>
                                        <p:strVal val="visible"/>
                                      </p:to>
                                    </p:set>
                                    <p:anim calcmode="lin" valueType="num">
                                      <p:cBhvr>
                                        <p:cTn id="83" dur="500" fill="hold"/>
                                        <p:tgtEl>
                                          <p:spTgt spid="53"/>
                                        </p:tgtEl>
                                        <p:attrNameLst>
                                          <p:attrName>ppt_w</p:attrName>
                                        </p:attrNameLst>
                                      </p:cBhvr>
                                      <p:tavLst>
                                        <p:tav tm="0">
                                          <p:val>
                                            <p:strVal val="#ppt_w*2.5"/>
                                          </p:val>
                                        </p:tav>
                                        <p:tav tm="100000">
                                          <p:val>
                                            <p:strVal val="#ppt_w"/>
                                          </p:val>
                                        </p:tav>
                                      </p:tavLst>
                                    </p:anim>
                                    <p:anim calcmode="lin" valueType="num">
                                      <p:cBhvr>
                                        <p:cTn id="84" dur="500" fill="hold"/>
                                        <p:tgtEl>
                                          <p:spTgt spid="53"/>
                                        </p:tgtEl>
                                        <p:attrNameLst>
                                          <p:attrName>ppt_h</p:attrName>
                                        </p:attrNameLst>
                                      </p:cBhvr>
                                      <p:tavLst>
                                        <p:tav tm="0">
                                          <p:val>
                                            <p:strVal val="#ppt_h*0.01"/>
                                          </p:val>
                                        </p:tav>
                                        <p:tav tm="100000">
                                          <p:val>
                                            <p:strVal val="#ppt_h"/>
                                          </p:val>
                                        </p:tav>
                                      </p:tavLst>
                                    </p:anim>
                                    <p:anim calcmode="lin" valueType="num">
                                      <p:cBhvr>
                                        <p:cTn id="85" dur="500" fill="hold"/>
                                        <p:tgtEl>
                                          <p:spTgt spid="53"/>
                                        </p:tgtEl>
                                        <p:attrNameLst>
                                          <p:attrName>ppt_x</p:attrName>
                                        </p:attrNameLst>
                                      </p:cBhvr>
                                      <p:tavLst>
                                        <p:tav tm="0">
                                          <p:val>
                                            <p:strVal val="#ppt_x"/>
                                          </p:val>
                                        </p:tav>
                                        <p:tav tm="100000">
                                          <p:val>
                                            <p:strVal val="#ppt_x"/>
                                          </p:val>
                                        </p:tav>
                                      </p:tavLst>
                                    </p:anim>
                                    <p:anim calcmode="lin" valueType="num">
                                      <p:cBhvr>
                                        <p:cTn id="86" dur="500" fill="hold"/>
                                        <p:tgtEl>
                                          <p:spTgt spid="53"/>
                                        </p:tgtEl>
                                        <p:attrNameLst>
                                          <p:attrName>ppt_y</p:attrName>
                                        </p:attrNameLst>
                                      </p:cBhvr>
                                      <p:tavLst>
                                        <p:tav tm="0">
                                          <p:val>
                                            <p:strVal val="#ppt_h+1"/>
                                          </p:val>
                                        </p:tav>
                                        <p:tav tm="100000">
                                          <p:val>
                                            <p:strVal val="#ppt_y"/>
                                          </p:val>
                                        </p:tav>
                                      </p:tavLst>
                                    </p:anim>
                                    <p:animEffect transition="in" filter="fade">
                                      <p:cBhvr>
                                        <p:cTn id="87" dur="500"/>
                                        <p:tgtEl>
                                          <p:spTgt spid="53"/>
                                        </p:tgtEl>
                                      </p:cBhvr>
                                    </p:animEffect>
                                  </p:childTnLst>
                                </p:cTn>
                              </p:par>
                              <p:par>
                                <p:cTn id="88" presetID="10" presetClass="entr" presetSubtype="0" fill="hold" nodeType="withEffect">
                                  <p:stCondLst>
                                    <p:cond delay="1580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600"/>
                                        <p:tgtEl>
                                          <p:spTgt spid="56"/>
                                        </p:tgtEl>
                                      </p:cBhvr>
                                    </p:animEffect>
                                  </p:childTnLst>
                                </p:cTn>
                              </p:par>
                              <p:par>
                                <p:cTn id="91" presetID="58" presetClass="entr" presetSubtype="0" accel="100000" fill="hold" nodeType="withEffect">
                                  <p:stCondLst>
                                    <p:cond delay="16200"/>
                                  </p:stCondLst>
                                  <p:childTnLst>
                                    <p:set>
                                      <p:cBhvr>
                                        <p:cTn id="92" dur="1" fill="hold">
                                          <p:stCondLst>
                                            <p:cond delay="0"/>
                                          </p:stCondLst>
                                        </p:cTn>
                                        <p:tgtEl>
                                          <p:spTgt spid="60"/>
                                        </p:tgtEl>
                                        <p:attrNameLst>
                                          <p:attrName>style.visibility</p:attrName>
                                        </p:attrNameLst>
                                      </p:cBhvr>
                                      <p:to>
                                        <p:strVal val="visible"/>
                                      </p:to>
                                    </p:set>
                                    <p:anim calcmode="lin" valueType="num">
                                      <p:cBhvr>
                                        <p:cTn id="93" dur="500" fill="hold"/>
                                        <p:tgtEl>
                                          <p:spTgt spid="60"/>
                                        </p:tgtEl>
                                        <p:attrNameLst>
                                          <p:attrName>ppt_w</p:attrName>
                                        </p:attrNameLst>
                                      </p:cBhvr>
                                      <p:tavLst>
                                        <p:tav tm="0">
                                          <p:val>
                                            <p:strVal val="#ppt_w*2.5"/>
                                          </p:val>
                                        </p:tav>
                                        <p:tav tm="100000">
                                          <p:val>
                                            <p:strVal val="#ppt_w"/>
                                          </p:val>
                                        </p:tav>
                                      </p:tavLst>
                                    </p:anim>
                                    <p:anim calcmode="lin" valueType="num">
                                      <p:cBhvr>
                                        <p:cTn id="94" dur="500" fill="hold"/>
                                        <p:tgtEl>
                                          <p:spTgt spid="60"/>
                                        </p:tgtEl>
                                        <p:attrNameLst>
                                          <p:attrName>ppt_h</p:attrName>
                                        </p:attrNameLst>
                                      </p:cBhvr>
                                      <p:tavLst>
                                        <p:tav tm="0">
                                          <p:val>
                                            <p:strVal val="#ppt_h*0.01"/>
                                          </p:val>
                                        </p:tav>
                                        <p:tav tm="100000">
                                          <p:val>
                                            <p:strVal val="#ppt_h"/>
                                          </p:val>
                                        </p:tav>
                                      </p:tavLst>
                                    </p:anim>
                                    <p:anim calcmode="lin" valueType="num">
                                      <p:cBhvr>
                                        <p:cTn id="95" dur="500" fill="hold"/>
                                        <p:tgtEl>
                                          <p:spTgt spid="60"/>
                                        </p:tgtEl>
                                        <p:attrNameLst>
                                          <p:attrName>ppt_x</p:attrName>
                                        </p:attrNameLst>
                                      </p:cBhvr>
                                      <p:tavLst>
                                        <p:tav tm="0">
                                          <p:val>
                                            <p:strVal val="#ppt_x"/>
                                          </p:val>
                                        </p:tav>
                                        <p:tav tm="100000">
                                          <p:val>
                                            <p:strVal val="#ppt_x"/>
                                          </p:val>
                                        </p:tav>
                                      </p:tavLst>
                                    </p:anim>
                                    <p:anim calcmode="lin" valueType="num">
                                      <p:cBhvr>
                                        <p:cTn id="96" dur="500" fill="hold"/>
                                        <p:tgtEl>
                                          <p:spTgt spid="60"/>
                                        </p:tgtEl>
                                        <p:attrNameLst>
                                          <p:attrName>ppt_y</p:attrName>
                                        </p:attrNameLst>
                                      </p:cBhvr>
                                      <p:tavLst>
                                        <p:tav tm="0">
                                          <p:val>
                                            <p:strVal val="#ppt_h+1"/>
                                          </p:val>
                                        </p:tav>
                                        <p:tav tm="100000">
                                          <p:val>
                                            <p:strVal val="#ppt_y"/>
                                          </p:val>
                                        </p:tav>
                                      </p:tavLst>
                                    </p:anim>
                                    <p:animEffect transition="in" filter="fade">
                                      <p:cBhvr>
                                        <p:cTn id="97" dur="500"/>
                                        <p:tgtEl>
                                          <p:spTgt spid="60"/>
                                        </p:tgtEl>
                                      </p:cBhvr>
                                    </p:animEffect>
                                  </p:childTnLst>
                                </p:cTn>
                              </p:par>
                              <p:par>
                                <p:cTn id="98" presetID="58" presetClass="entr" presetSubtype="0" accel="100000" fill="hold" nodeType="withEffect">
                                  <p:stCondLst>
                                    <p:cond delay="17000"/>
                                  </p:stCondLst>
                                  <p:childTnLst>
                                    <p:set>
                                      <p:cBhvr>
                                        <p:cTn id="99" dur="1" fill="hold">
                                          <p:stCondLst>
                                            <p:cond delay="0"/>
                                          </p:stCondLst>
                                        </p:cTn>
                                        <p:tgtEl>
                                          <p:spTgt spid="64"/>
                                        </p:tgtEl>
                                        <p:attrNameLst>
                                          <p:attrName>style.visibility</p:attrName>
                                        </p:attrNameLst>
                                      </p:cBhvr>
                                      <p:to>
                                        <p:strVal val="visible"/>
                                      </p:to>
                                    </p:set>
                                    <p:anim calcmode="lin" valueType="num">
                                      <p:cBhvr>
                                        <p:cTn id="100" dur="500" fill="hold"/>
                                        <p:tgtEl>
                                          <p:spTgt spid="64"/>
                                        </p:tgtEl>
                                        <p:attrNameLst>
                                          <p:attrName>ppt_w</p:attrName>
                                        </p:attrNameLst>
                                      </p:cBhvr>
                                      <p:tavLst>
                                        <p:tav tm="0">
                                          <p:val>
                                            <p:strVal val="#ppt_w*2.5"/>
                                          </p:val>
                                        </p:tav>
                                        <p:tav tm="100000">
                                          <p:val>
                                            <p:strVal val="#ppt_w"/>
                                          </p:val>
                                        </p:tav>
                                      </p:tavLst>
                                    </p:anim>
                                    <p:anim calcmode="lin" valueType="num">
                                      <p:cBhvr>
                                        <p:cTn id="101" dur="500" fill="hold"/>
                                        <p:tgtEl>
                                          <p:spTgt spid="64"/>
                                        </p:tgtEl>
                                        <p:attrNameLst>
                                          <p:attrName>ppt_h</p:attrName>
                                        </p:attrNameLst>
                                      </p:cBhvr>
                                      <p:tavLst>
                                        <p:tav tm="0">
                                          <p:val>
                                            <p:strVal val="#ppt_h*0.01"/>
                                          </p:val>
                                        </p:tav>
                                        <p:tav tm="100000">
                                          <p:val>
                                            <p:strVal val="#ppt_h"/>
                                          </p:val>
                                        </p:tav>
                                      </p:tavLst>
                                    </p:anim>
                                    <p:anim calcmode="lin" valueType="num">
                                      <p:cBhvr>
                                        <p:cTn id="102" dur="500" fill="hold"/>
                                        <p:tgtEl>
                                          <p:spTgt spid="64"/>
                                        </p:tgtEl>
                                        <p:attrNameLst>
                                          <p:attrName>ppt_x</p:attrName>
                                        </p:attrNameLst>
                                      </p:cBhvr>
                                      <p:tavLst>
                                        <p:tav tm="0">
                                          <p:val>
                                            <p:strVal val="#ppt_x"/>
                                          </p:val>
                                        </p:tav>
                                        <p:tav tm="100000">
                                          <p:val>
                                            <p:strVal val="#ppt_x"/>
                                          </p:val>
                                        </p:tav>
                                      </p:tavLst>
                                    </p:anim>
                                    <p:anim calcmode="lin" valueType="num">
                                      <p:cBhvr>
                                        <p:cTn id="103" dur="500" fill="hold"/>
                                        <p:tgtEl>
                                          <p:spTgt spid="64"/>
                                        </p:tgtEl>
                                        <p:attrNameLst>
                                          <p:attrName>ppt_y</p:attrName>
                                        </p:attrNameLst>
                                      </p:cBhvr>
                                      <p:tavLst>
                                        <p:tav tm="0">
                                          <p:val>
                                            <p:strVal val="#ppt_h+1"/>
                                          </p:val>
                                        </p:tav>
                                        <p:tav tm="100000">
                                          <p:val>
                                            <p:strVal val="#ppt_y"/>
                                          </p:val>
                                        </p:tav>
                                      </p:tavLst>
                                    </p:anim>
                                    <p:animEffect transition="in" filter="fade">
                                      <p:cBhvr>
                                        <p:cTn id="104" dur="500"/>
                                        <p:tgtEl>
                                          <p:spTgt spid="64"/>
                                        </p:tgtEl>
                                      </p:cBhvr>
                                    </p:animEffect>
                                  </p:childTnLst>
                                </p:cTn>
                              </p:par>
                              <p:par>
                                <p:cTn id="105" presetID="58" presetClass="entr" presetSubtype="0" accel="100000" fill="hold" nodeType="withEffect">
                                  <p:stCondLst>
                                    <p:cond delay="18000"/>
                                  </p:stCondLst>
                                  <p:childTnLst>
                                    <p:set>
                                      <p:cBhvr>
                                        <p:cTn id="106" dur="1" fill="hold">
                                          <p:stCondLst>
                                            <p:cond delay="0"/>
                                          </p:stCondLst>
                                        </p:cTn>
                                        <p:tgtEl>
                                          <p:spTgt spid="68"/>
                                        </p:tgtEl>
                                        <p:attrNameLst>
                                          <p:attrName>style.visibility</p:attrName>
                                        </p:attrNameLst>
                                      </p:cBhvr>
                                      <p:to>
                                        <p:strVal val="visible"/>
                                      </p:to>
                                    </p:set>
                                    <p:anim calcmode="lin" valueType="num">
                                      <p:cBhvr>
                                        <p:cTn id="107" dur="500" fill="hold"/>
                                        <p:tgtEl>
                                          <p:spTgt spid="68"/>
                                        </p:tgtEl>
                                        <p:attrNameLst>
                                          <p:attrName>ppt_w</p:attrName>
                                        </p:attrNameLst>
                                      </p:cBhvr>
                                      <p:tavLst>
                                        <p:tav tm="0">
                                          <p:val>
                                            <p:strVal val="#ppt_w*2.5"/>
                                          </p:val>
                                        </p:tav>
                                        <p:tav tm="100000">
                                          <p:val>
                                            <p:strVal val="#ppt_w"/>
                                          </p:val>
                                        </p:tav>
                                      </p:tavLst>
                                    </p:anim>
                                    <p:anim calcmode="lin" valueType="num">
                                      <p:cBhvr>
                                        <p:cTn id="108" dur="500" fill="hold"/>
                                        <p:tgtEl>
                                          <p:spTgt spid="68"/>
                                        </p:tgtEl>
                                        <p:attrNameLst>
                                          <p:attrName>ppt_h</p:attrName>
                                        </p:attrNameLst>
                                      </p:cBhvr>
                                      <p:tavLst>
                                        <p:tav tm="0">
                                          <p:val>
                                            <p:strVal val="#ppt_h*0.01"/>
                                          </p:val>
                                        </p:tav>
                                        <p:tav tm="100000">
                                          <p:val>
                                            <p:strVal val="#ppt_h"/>
                                          </p:val>
                                        </p:tav>
                                      </p:tavLst>
                                    </p:anim>
                                    <p:anim calcmode="lin" valueType="num">
                                      <p:cBhvr>
                                        <p:cTn id="109" dur="500" fill="hold"/>
                                        <p:tgtEl>
                                          <p:spTgt spid="68"/>
                                        </p:tgtEl>
                                        <p:attrNameLst>
                                          <p:attrName>ppt_x</p:attrName>
                                        </p:attrNameLst>
                                      </p:cBhvr>
                                      <p:tavLst>
                                        <p:tav tm="0">
                                          <p:val>
                                            <p:strVal val="#ppt_x"/>
                                          </p:val>
                                        </p:tav>
                                        <p:tav tm="100000">
                                          <p:val>
                                            <p:strVal val="#ppt_x"/>
                                          </p:val>
                                        </p:tav>
                                      </p:tavLst>
                                    </p:anim>
                                    <p:anim calcmode="lin" valueType="num">
                                      <p:cBhvr>
                                        <p:cTn id="110" dur="500" fill="hold"/>
                                        <p:tgtEl>
                                          <p:spTgt spid="68"/>
                                        </p:tgtEl>
                                        <p:attrNameLst>
                                          <p:attrName>ppt_y</p:attrName>
                                        </p:attrNameLst>
                                      </p:cBhvr>
                                      <p:tavLst>
                                        <p:tav tm="0">
                                          <p:val>
                                            <p:strVal val="#ppt_h+1"/>
                                          </p:val>
                                        </p:tav>
                                        <p:tav tm="100000">
                                          <p:val>
                                            <p:strVal val="#ppt_y"/>
                                          </p:val>
                                        </p:tav>
                                      </p:tavLst>
                                    </p:anim>
                                    <p:animEffect transition="in" filter="fade">
                                      <p:cBhvr>
                                        <p:cTn id="111" dur="500"/>
                                        <p:tgtEl>
                                          <p:spTgt spid="68"/>
                                        </p:tgtEl>
                                      </p:cBhvr>
                                    </p:animEffect>
                                  </p:childTnLst>
                                </p:cTn>
                              </p:par>
                              <p:par>
                                <p:cTn id="112" presetID="58" presetClass="entr" presetSubtype="0" accel="100000" fill="hold" nodeType="withEffect">
                                  <p:stCondLst>
                                    <p:cond delay="18800"/>
                                  </p:stCondLst>
                                  <p:childTnLst>
                                    <p:set>
                                      <p:cBhvr>
                                        <p:cTn id="113" dur="1" fill="hold">
                                          <p:stCondLst>
                                            <p:cond delay="0"/>
                                          </p:stCondLst>
                                        </p:cTn>
                                        <p:tgtEl>
                                          <p:spTgt spid="72"/>
                                        </p:tgtEl>
                                        <p:attrNameLst>
                                          <p:attrName>style.visibility</p:attrName>
                                        </p:attrNameLst>
                                      </p:cBhvr>
                                      <p:to>
                                        <p:strVal val="visible"/>
                                      </p:to>
                                    </p:set>
                                    <p:anim calcmode="lin" valueType="num">
                                      <p:cBhvr>
                                        <p:cTn id="114" dur="500" fill="hold"/>
                                        <p:tgtEl>
                                          <p:spTgt spid="72"/>
                                        </p:tgtEl>
                                        <p:attrNameLst>
                                          <p:attrName>ppt_w</p:attrName>
                                        </p:attrNameLst>
                                      </p:cBhvr>
                                      <p:tavLst>
                                        <p:tav tm="0">
                                          <p:val>
                                            <p:strVal val="#ppt_w*2.5"/>
                                          </p:val>
                                        </p:tav>
                                        <p:tav tm="100000">
                                          <p:val>
                                            <p:strVal val="#ppt_w"/>
                                          </p:val>
                                        </p:tav>
                                      </p:tavLst>
                                    </p:anim>
                                    <p:anim calcmode="lin" valueType="num">
                                      <p:cBhvr>
                                        <p:cTn id="115" dur="500" fill="hold"/>
                                        <p:tgtEl>
                                          <p:spTgt spid="72"/>
                                        </p:tgtEl>
                                        <p:attrNameLst>
                                          <p:attrName>ppt_h</p:attrName>
                                        </p:attrNameLst>
                                      </p:cBhvr>
                                      <p:tavLst>
                                        <p:tav tm="0">
                                          <p:val>
                                            <p:strVal val="#ppt_h*0.01"/>
                                          </p:val>
                                        </p:tav>
                                        <p:tav tm="100000">
                                          <p:val>
                                            <p:strVal val="#ppt_h"/>
                                          </p:val>
                                        </p:tav>
                                      </p:tavLst>
                                    </p:anim>
                                    <p:anim calcmode="lin" valueType="num">
                                      <p:cBhvr>
                                        <p:cTn id="116" dur="500" fill="hold"/>
                                        <p:tgtEl>
                                          <p:spTgt spid="72"/>
                                        </p:tgtEl>
                                        <p:attrNameLst>
                                          <p:attrName>ppt_x</p:attrName>
                                        </p:attrNameLst>
                                      </p:cBhvr>
                                      <p:tavLst>
                                        <p:tav tm="0">
                                          <p:val>
                                            <p:strVal val="#ppt_x"/>
                                          </p:val>
                                        </p:tav>
                                        <p:tav tm="100000">
                                          <p:val>
                                            <p:strVal val="#ppt_x"/>
                                          </p:val>
                                        </p:tav>
                                      </p:tavLst>
                                    </p:anim>
                                    <p:anim calcmode="lin" valueType="num">
                                      <p:cBhvr>
                                        <p:cTn id="117" dur="500" fill="hold"/>
                                        <p:tgtEl>
                                          <p:spTgt spid="72"/>
                                        </p:tgtEl>
                                        <p:attrNameLst>
                                          <p:attrName>ppt_y</p:attrName>
                                        </p:attrNameLst>
                                      </p:cBhvr>
                                      <p:tavLst>
                                        <p:tav tm="0">
                                          <p:val>
                                            <p:strVal val="#ppt_h+1"/>
                                          </p:val>
                                        </p:tav>
                                        <p:tav tm="100000">
                                          <p:val>
                                            <p:strVal val="#ppt_y"/>
                                          </p:val>
                                        </p:tav>
                                      </p:tavLst>
                                    </p:anim>
                                    <p:animEffect transition="in" filter="fade">
                                      <p:cBhvr>
                                        <p:cTn id="118" dur="500"/>
                                        <p:tgtEl>
                                          <p:spTgt spid="72"/>
                                        </p:tgtEl>
                                      </p:cBhvr>
                                    </p:animEffect>
                                  </p:childTnLst>
                                </p:cTn>
                              </p:par>
                              <p:par>
                                <p:cTn id="119" presetID="2" presetClass="entr" presetSubtype="4" fill="hold" nodeType="withEffect">
                                  <p:stCondLst>
                                    <p:cond delay="21000"/>
                                  </p:stCondLst>
                                  <p:childTnLst>
                                    <p:set>
                                      <p:cBhvr>
                                        <p:cTn id="120" dur="1" fill="hold">
                                          <p:stCondLst>
                                            <p:cond delay="0"/>
                                          </p:stCondLst>
                                        </p:cTn>
                                        <p:tgtEl>
                                          <p:spTgt spid="76"/>
                                        </p:tgtEl>
                                        <p:attrNameLst>
                                          <p:attrName>style.visibility</p:attrName>
                                        </p:attrNameLst>
                                      </p:cBhvr>
                                      <p:to>
                                        <p:strVal val="visible"/>
                                      </p:to>
                                    </p:set>
                                    <p:anim calcmode="lin" valueType="num">
                                      <p:cBhvr additive="base">
                                        <p:cTn id="121" dur="600" fill="hold"/>
                                        <p:tgtEl>
                                          <p:spTgt spid="76"/>
                                        </p:tgtEl>
                                        <p:attrNameLst>
                                          <p:attrName>ppt_x</p:attrName>
                                        </p:attrNameLst>
                                      </p:cBhvr>
                                      <p:tavLst>
                                        <p:tav tm="0">
                                          <p:val>
                                            <p:strVal val="#ppt_x"/>
                                          </p:val>
                                        </p:tav>
                                        <p:tav tm="100000">
                                          <p:val>
                                            <p:strVal val="#ppt_x"/>
                                          </p:val>
                                        </p:tav>
                                      </p:tavLst>
                                    </p:anim>
                                    <p:anim calcmode="lin" valueType="num">
                                      <p:cBhvr additive="base">
                                        <p:cTn id="122" dur="600" fill="hold"/>
                                        <p:tgtEl>
                                          <p:spTgt spid="76"/>
                                        </p:tgtEl>
                                        <p:attrNameLst>
                                          <p:attrName>ppt_y</p:attrName>
                                        </p:attrNameLst>
                                      </p:cBhvr>
                                      <p:tavLst>
                                        <p:tav tm="0">
                                          <p:val>
                                            <p:strVal val="1+#ppt_h/2"/>
                                          </p:val>
                                        </p:tav>
                                        <p:tav tm="100000">
                                          <p:val>
                                            <p:strVal val="#ppt_y"/>
                                          </p:val>
                                        </p:tav>
                                      </p:tavLst>
                                    </p:anim>
                                  </p:childTnLst>
                                </p:cTn>
                              </p:par>
                              <p:par>
                                <p:cTn id="123" presetID="10" presetClass="entr" presetSubtype="0" fill="hold" nodeType="withEffect">
                                  <p:stCondLst>
                                    <p:cond delay="24400"/>
                                  </p:stCondLst>
                                  <p:childTnLst>
                                    <p:set>
                                      <p:cBhvr>
                                        <p:cTn id="124" dur="1" fill="hold">
                                          <p:stCondLst>
                                            <p:cond delay="0"/>
                                          </p:stCondLst>
                                        </p:cTn>
                                        <p:tgtEl>
                                          <p:spTgt spid="79"/>
                                        </p:tgtEl>
                                        <p:attrNameLst>
                                          <p:attrName>style.visibility</p:attrName>
                                        </p:attrNameLst>
                                      </p:cBhvr>
                                      <p:to>
                                        <p:strVal val="visible"/>
                                      </p:to>
                                    </p:set>
                                    <p:animEffect transition="in" filter="fade">
                                      <p:cBhvr>
                                        <p:cTn id="125" dur="6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905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240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childTnLst>
                                </p:cTn>
                              </p:par>
                              <p:par>
                                <p:cTn id="15" presetID="10" presetClass="entr" presetSubtype="0" fill="hold" nodeType="withEffect">
                                  <p:stCondLst>
                                    <p:cond delay="65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600"/>
                                        <p:tgtEl>
                                          <p:spTgt spid="9"/>
                                        </p:tgtEl>
                                      </p:cBhvr>
                                    </p:animEffect>
                                  </p:childTnLst>
                                </p:cTn>
                              </p:par>
                              <p:par>
                                <p:cTn id="18" presetID="10" presetClass="entr" presetSubtype="0" fill="hold" nodeType="withEffect">
                                  <p:stCondLst>
                                    <p:cond delay="66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par>
                                <p:cTn id="21" presetID="10" presetClass="entr" presetSubtype="0" fill="hold" nodeType="withEffect">
                                  <p:stCondLst>
                                    <p:cond delay="680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600"/>
                                        <p:tgtEl>
                                          <p:spTgt spid="17"/>
                                        </p:tgtEl>
                                      </p:cBhvr>
                                    </p:animEffect>
                                  </p:childTnLst>
                                </p:cTn>
                              </p:par>
                              <p:par>
                                <p:cTn id="24" presetID="10" presetClass="entr" presetSubtype="0" fill="hold" nodeType="withEffect">
                                  <p:stCondLst>
                                    <p:cond delay="69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par>
                                <p:cTn id="27" presetID="10" presetClass="entr" presetSubtype="0" fill="hold" nodeType="withEffect">
                                  <p:stCondLst>
                                    <p:cond delay="71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600"/>
                                        <p:tgtEl>
                                          <p:spTgt spid="25"/>
                                        </p:tgtEl>
                                      </p:cBhvr>
                                    </p:animEffect>
                                  </p:childTnLst>
                                </p:cTn>
                              </p:par>
                              <p:par>
                                <p:cTn id="30" presetID="10" presetClass="entr" presetSubtype="0" fill="hold" nodeType="withEffect">
                                  <p:stCondLst>
                                    <p:cond delay="725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600"/>
                                        <p:tgtEl>
                                          <p:spTgt spid="29"/>
                                        </p:tgtEl>
                                      </p:cBhvr>
                                    </p:animEffect>
                                  </p:childTnLst>
                                </p:cTn>
                              </p:par>
                              <p:par>
                                <p:cTn id="33" presetID="10" presetClass="entr" presetSubtype="0" fill="hold" nodeType="withEffect">
                                  <p:stCondLst>
                                    <p:cond delay="740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600"/>
                                        <p:tgtEl>
                                          <p:spTgt spid="33"/>
                                        </p:tgtEl>
                                      </p:cBhvr>
                                    </p:animEffect>
                                  </p:childTnLst>
                                </p:cTn>
                              </p:par>
                              <p:par>
                                <p:cTn id="36" presetID="58" presetClass="entr" presetSubtype="0" accel="100000" fill="hold" grpId="0" nodeType="withEffect">
                                  <p:stCondLst>
                                    <p:cond delay="980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strVal val="#ppt_w*2.5"/>
                                          </p:val>
                                        </p:tav>
                                        <p:tav tm="100000">
                                          <p:val>
                                            <p:strVal val="#ppt_w"/>
                                          </p:val>
                                        </p:tav>
                                      </p:tavLst>
                                    </p:anim>
                                    <p:anim calcmode="lin" valueType="num">
                                      <p:cBhvr>
                                        <p:cTn id="39" dur="500" fill="hold"/>
                                        <p:tgtEl>
                                          <p:spTgt spid="10"/>
                                        </p:tgtEl>
                                        <p:attrNameLst>
                                          <p:attrName>ppt_h</p:attrName>
                                        </p:attrNameLst>
                                      </p:cBhvr>
                                      <p:tavLst>
                                        <p:tav tm="0">
                                          <p:val>
                                            <p:strVal val="#ppt_h*0.01"/>
                                          </p:val>
                                        </p:tav>
                                        <p:tav tm="100000">
                                          <p:val>
                                            <p:strVal val="#ppt_h"/>
                                          </p:val>
                                        </p:tav>
                                      </p:tavLst>
                                    </p:anim>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h+1"/>
                                          </p:val>
                                        </p:tav>
                                        <p:tav tm="100000">
                                          <p:val>
                                            <p:strVal val="#ppt_y"/>
                                          </p:val>
                                        </p:tav>
                                      </p:tavLst>
                                    </p:anim>
                                    <p:animEffect transition="in" filter="fade">
                                      <p:cBhvr>
                                        <p:cTn id="42" dur="500"/>
                                        <p:tgtEl>
                                          <p:spTgt spid="10"/>
                                        </p:tgtEl>
                                      </p:cBhvr>
                                    </p:animEffect>
                                  </p:childTnLst>
                                </p:cTn>
                              </p:par>
                              <p:par>
                                <p:cTn id="43" presetID="58" presetClass="entr" presetSubtype="0" accel="100000" fill="hold" grpId="0" nodeType="withEffect">
                                  <p:stCondLst>
                                    <p:cond delay="10800"/>
                                  </p:stCondLst>
                                  <p:childTnLst>
                                    <p:set>
                                      <p:cBhvr>
                                        <p:cTn id="44" dur="1" fill="hold">
                                          <p:stCondLst>
                                            <p:cond delay="0"/>
                                          </p:stCondLst>
                                        </p:cTn>
                                        <p:tgtEl>
                                          <p:spTgt spid="14"/>
                                        </p:tgtEl>
                                        <p:attrNameLst>
                                          <p:attrName>style.visibility</p:attrName>
                                        </p:attrNameLst>
                                      </p:cBhvr>
                                      <p:to>
                                        <p:strVal val="visible"/>
                                      </p:to>
                                    </p:set>
                                    <p:anim calcmode="lin" valueType="num">
                                      <p:cBhvr>
                                        <p:cTn id="45" dur="500" fill="hold"/>
                                        <p:tgtEl>
                                          <p:spTgt spid="14"/>
                                        </p:tgtEl>
                                        <p:attrNameLst>
                                          <p:attrName>ppt_w</p:attrName>
                                        </p:attrNameLst>
                                      </p:cBhvr>
                                      <p:tavLst>
                                        <p:tav tm="0">
                                          <p:val>
                                            <p:strVal val="#ppt_w*2.5"/>
                                          </p:val>
                                        </p:tav>
                                        <p:tav tm="100000">
                                          <p:val>
                                            <p:strVal val="#ppt_w"/>
                                          </p:val>
                                        </p:tav>
                                      </p:tavLst>
                                    </p:anim>
                                    <p:anim calcmode="lin" valueType="num">
                                      <p:cBhvr>
                                        <p:cTn id="46" dur="500" fill="hold"/>
                                        <p:tgtEl>
                                          <p:spTgt spid="14"/>
                                        </p:tgtEl>
                                        <p:attrNameLst>
                                          <p:attrName>ppt_h</p:attrName>
                                        </p:attrNameLst>
                                      </p:cBhvr>
                                      <p:tavLst>
                                        <p:tav tm="0">
                                          <p:val>
                                            <p:strVal val="#ppt_h*0.01"/>
                                          </p:val>
                                        </p:tav>
                                        <p:tav tm="100000">
                                          <p:val>
                                            <p:strVal val="#ppt_h"/>
                                          </p:val>
                                        </p:tav>
                                      </p:tavLst>
                                    </p:anim>
                                    <p:anim calcmode="lin" valueType="num">
                                      <p:cBhvr>
                                        <p:cTn id="47" dur="500" fill="hold"/>
                                        <p:tgtEl>
                                          <p:spTgt spid="14"/>
                                        </p:tgtEl>
                                        <p:attrNameLst>
                                          <p:attrName>ppt_x</p:attrName>
                                        </p:attrNameLst>
                                      </p:cBhvr>
                                      <p:tavLst>
                                        <p:tav tm="0">
                                          <p:val>
                                            <p:strVal val="#ppt_x"/>
                                          </p:val>
                                        </p:tav>
                                        <p:tav tm="100000">
                                          <p:val>
                                            <p:strVal val="#ppt_x"/>
                                          </p:val>
                                        </p:tav>
                                      </p:tavLst>
                                    </p:anim>
                                    <p:anim calcmode="lin" valueType="num">
                                      <p:cBhvr>
                                        <p:cTn id="48" dur="500" fill="hold"/>
                                        <p:tgtEl>
                                          <p:spTgt spid="14"/>
                                        </p:tgtEl>
                                        <p:attrNameLst>
                                          <p:attrName>ppt_y</p:attrName>
                                        </p:attrNameLst>
                                      </p:cBhvr>
                                      <p:tavLst>
                                        <p:tav tm="0">
                                          <p:val>
                                            <p:strVal val="#ppt_h+1"/>
                                          </p:val>
                                        </p:tav>
                                        <p:tav tm="100000">
                                          <p:val>
                                            <p:strVal val="#ppt_y"/>
                                          </p:val>
                                        </p:tav>
                                      </p:tavLst>
                                    </p:anim>
                                    <p:animEffect transition="in" filter="fade">
                                      <p:cBhvr>
                                        <p:cTn id="49" dur="500"/>
                                        <p:tgtEl>
                                          <p:spTgt spid="14"/>
                                        </p:tgtEl>
                                      </p:cBhvr>
                                    </p:animEffect>
                                  </p:childTnLst>
                                </p:cTn>
                              </p:par>
                              <p:par>
                                <p:cTn id="50" presetID="58" presetClass="entr" presetSubtype="0" accel="100000" fill="hold" grpId="0" nodeType="withEffect">
                                  <p:stCondLst>
                                    <p:cond delay="11600"/>
                                  </p:stCondLst>
                                  <p:childTnLst>
                                    <p:set>
                                      <p:cBhvr>
                                        <p:cTn id="51" dur="1" fill="hold">
                                          <p:stCondLst>
                                            <p:cond delay="0"/>
                                          </p:stCondLst>
                                        </p:cTn>
                                        <p:tgtEl>
                                          <p:spTgt spid="18"/>
                                        </p:tgtEl>
                                        <p:attrNameLst>
                                          <p:attrName>style.visibility</p:attrName>
                                        </p:attrNameLst>
                                      </p:cBhvr>
                                      <p:to>
                                        <p:strVal val="visible"/>
                                      </p:to>
                                    </p:set>
                                    <p:anim calcmode="lin" valueType="num">
                                      <p:cBhvr>
                                        <p:cTn id="52" dur="500" fill="hold"/>
                                        <p:tgtEl>
                                          <p:spTgt spid="18"/>
                                        </p:tgtEl>
                                        <p:attrNameLst>
                                          <p:attrName>ppt_w</p:attrName>
                                        </p:attrNameLst>
                                      </p:cBhvr>
                                      <p:tavLst>
                                        <p:tav tm="0">
                                          <p:val>
                                            <p:strVal val="#ppt_w*2.5"/>
                                          </p:val>
                                        </p:tav>
                                        <p:tav tm="100000">
                                          <p:val>
                                            <p:strVal val="#ppt_w"/>
                                          </p:val>
                                        </p:tav>
                                      </p:tavLst>
                                    </p:anim>
                                    <p:anim calcmode="lin" valueType="num">
                                      <p:cBhvr>
                                        <p:cTn id="53" dur="500" fill="hold"/>
                                        <p:tgtEl>
                                          <p:spTgt spid="18"/>
                                        </p:tgtEl>
                                        <p:attrNameLst>
                                          <p:attrName>ppt_h</p:attrName>
                                        </p:attrNameLst>
                                      </p:cBhvr>
                                      <p:tavLst>
                                        <p:tav tm="0">
                                          <p:val>
                                            <p:strVal val="#ppt_h*0.01"/>
                                          </p:val>
                                        </p:tav>
                                        <p:tav tm="100000">
                                          <p:val>
                                            <p:strVal val="#ppt_h"/>
                                          </p:val>
                                        </p:tav>
                                      </p:tavLst>
                                    </p:anim>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h+1"/>
                                          </p:val>
                                        </p:tav>
                                        <p:tav tm="100000">
                                          <p:val>
                                            <p:strVal val="#ppt_y"/>
                                          </p:val>
                                        </p:tav>
                                      </p:tavLst>
                                    </p:anim>
                                    <p:animEffect transition="in" filter="fade">
                                      <p:cBhvr>
                                        <p:cTn id="56" dur="500"/>
                                        <p:tgtEl>
                                          <p:spTgt spid="18"/>
                                        </p:tgtEl>
                                      </p:cBhvr>
                                    </p:animEffect>
                                  </p:childTnLst>
                                </p:cTn>
                              </p:par>
                              <p:par>
                                <p:cTn id="57" presetID="58" presetClass="entr" presetSubtype="0" accel="100000" fill="hold" grpId="0" nodeType="withEffect">
                                  <p:stCondLst>
                                    <p:cond delay="12200"/>
                                  </p:stCondLst>
                                  <p:childTnLst>
                                    <p:set>
                                      <p:cBhvr>
                                        <p:cTn id="58" dur="1" fill="hold">
                                          <p:stCondLst>
                                            <p:cond delay="0"/>
                                          </p:stCondLst>
                                        </p:cTn>
                                        <p:tgtEl>
                                          <p:spTgt spid="22"/>
                                        </p:tgtEl>
                                        <p:attrNameLst>
                                          <p:attrName>style.visibility</p:attrName>
                                        </p:attrNameLst>
                                      </p:cBhvr>
                                      <p:to>
                                        <p:strVal val="visible"/>
                                      </p:to>
                                    </p:set>
                                    <p:anim calcmode="lin" valueType="num">
                                      <p:cBhvr>
                                        <p:cTn id="59" dur="500" fill="hold"/>
                                        <p:tgtEl>
                                          <p:spTgt spid="22"/>
                                        </p:tgtEl>
                                        <p:attrNameLst>
                                          <p:attrName>ppt_w</p:attrName>
                                        </p:attrNameLst>
                                      </p:cBhvr>
                                      <p:tavLst>
                                        <p:tav tm="0">
                                          <p:val>
                                            <p:strVal val="#ppt_w*2.5"/>
                                          </p:val>
                                        </p:tav>
                                        <p:tav tm="100000">
                                          <p:val>
                                            <p:strVal val="#ppt_w"/>
                                          </p:val>
                                        </p:tav>
                                      </p:tavLst>
                                    </p:anim>
                                    <p:anim calcmode="lin" valueType="num">
                                      <p:cBhvr>
                                        <p:cTn id="60" dur="500" fill="hold"/>
                                        <p:tgtEl>
                                          <p:spTgt spid="22"/>
                                        </p:tgtEl>
                                        <p:attrNameLst>
                                          <p:attrName>ppt_h</p:attrName>
                                        </p:attrNameLst>
                                      </p:cBhvr>
                                      <p:tavLst>
                                        <p:tav tm="0">
                                          <p:val>
                                            <p:strVal val="#ppt_h*0.01"/>
                                          </p:val>
                                        </p:tav>
                                        <p:tav tm="100000">
                                          <p:val>
                                            <p:strVal val="#ppt_h"/>
                                          </p:val>
                                        </p:tav>
                                      </p:tavLst>
                                    </p:anim>
                                    <p:anim calcmode="lin" valueType="num">
                                      <p:cBhvr>
                                        <p:cTn id="61" dur="500" fill="hold"/>
                                        <p:tgtEl>
                                          <p:spTgt spid="22"/>
                                        </p:tgtEl>
                                        <p:attrNameLst>
                                          <p:attrName>ppt_x</p:attrName>
                                        </p:attrNameLst>
                                      </p:cBhvr>
                                      <p:tavLst>
                                        <p:tav tm="0">
                                          <p:val>
                                            <p:strVal val="#ppt_x"/>
                                          </p:val>
                                        </p:tav>
                                        <p:tav tm="100000">
                                          <p:val>
                                            <p:strVal val="#ppt_x"/>
                                          </p:val>
                                        </p:tav>
                                      </p:tavLst>
                                    </p:anim>
                                    <p:anim calcmode="lin" valueType="num">
                                      <p:cBhvr>
                                        <p:cTn id="62" dur="500" fill="hold"/>
                                        <p:tgtEl>
                                          <p:spTgt spid="22"/>
                                        </p:tgtEl>
                                        <p:attrNameLst>
                                          <p:attrName>ppt_y</p:attrName>
                                        </p:attrNameLst>
                                      </p:cBhvr>
                                      <p:tavLst>
                                        <p:tav tm="0">
                                          <p:val>
                                            <p:strVal val="#ppt_h+1"/>
                                          </p:val>
                                        </p:tav>
                                        <p:tav tm="100000">
                                          <p:val>
                                            <p:strVal val="#ppt_y"/>
                                          </p:val>
                                        </p:tav>
                                      </p:tavLst>
                                    </p:anim>
                                    <p:animEffect transition="in" filter="fade">
                                      <p:cBhvr>
                                        <p:cTn id="63" dur="500"/>
                                        <p:tgtEl>
                                          <p:spTgt spid="22"/>
                                        </p:tgtEl>
                                      </p:cBhvr>
                                    </p:animEffect>
                                  </p:childTnLst>
                                </p:cTn>
                              </p:par>
                              <p:par>
                                <p:cTn id="64" presetID="58" presetClass="entr" presetSubtype="0" accel="100000" fill="hold" grpId="0" nodeType="withEffect">
                                  <p:stCondLst>
                                    <p:cond delay="14200"/>
                                  </p:stCondLst>
                                  <p:childTnLst>
                                    <p:set>
                                      <p:cBhvr>
                                        <p:cTn id="65" dur="1" fill="hold">
                                          <p:stCondLst>
                                            <p:cond delay="0"/>
                                          </p:stCondLst>
                                        </p:cTn>
                                        <p:tgtEl>
                                          <p:spTgt spid="26"/>
                                        </p:tgtEl>
                                        <p:attrNameLst>
                                          <p:attrName>style.visibility</p:attrName>
                                        </p:attrNameLst>
                                      </p:cBhvr>
                                      <p:to>
                                        <p:strVal val="visible"/>
                                      </p:to>
                                    </p:set>
                                    <p:anim calcmode="lin" valueType="num">
                                      <p:cBhvr>
                                        <p:cTn id="66" dur="500" fill="hold"/>
                                        <p:tgtEl>
                                          <p:spTgt spid="26"/>
                                        </p:tgtEl>
                                        <p:attrNameLst>
                                          <p:attrName>ppt_w</p:attrName>
                                        </p:attrNameLst>
                                      </p:cBhvr>
                                      <p:tavLst>
                                        <p:tav tm="0">
                                          <p:val>
                                            <p:strVal val="#ppt_w*2.5"/>
                                          </p:val>
                                        </p:tav>
                                        <p:tav tm="100000">
                                          <p:val>
                                            <p:strVal val="#ppt_w"/>
                                          </p:val>
                                        </p:tav>
                                      </p:tavLst>
                                    </p:anim>
                                    <p:anim calcmode="lin" valueType="num">
                                      <p:cBhvr>
                                        <p:cTn id="67" dur="500" fill="hold"/>
                                        <p:tgtEl>
                                          <p:spTgt spid="26"/>
                                        </p:tgtEl>
                                        <p:attrNameLst>
                                          <p:attrName>ppt_h</p:attrName>
                                        </p:attrNameLst>
                                      </p:cBhvr>
                                      <p:tavLst>
                                        <p:tav tm="0">
                                          <p:val>
                                            <p:strVal val="#ppt_h*0.01"/>
                                          </p:val>
                                        </p:tav>
                                        <p:tav tm="100000">
                                          <p:val>
                                            <p:strVal val="#ppt_h"/>
                                          </p:val>
                                        </p:tav>
                                      </p:tavLst>
                                    </p:anim>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h+1"/>
                                          </p:val>
                                        </p:tav>
                                        <p:tav tm="100000">
                                          <p:val>
                                            <p:strVal val="#ppt_y"/>
                                          </p:val>
                                        </p:tav>
                                      </p:tavLst>
                                    </p:anim>
                                    <p:animEffect transition="in" filter="fade">
                                      <p:cBhvr>
                                        <p:cTn id="70" dur="500"/>
                                        <p:tgtEl>
                                          <p:spTgt spid="26"/>
                                        </p:tgtEl>
                                      </p:cBhvr>
                                    </p:animEffect>
                                  </p:childTnLst>
                                </p:cTn>
                              </p:par>
                              <p:par>
                                <p:cTn id="71" presetID="58" presetClass="entr" presetSubtype="0" accel="100000" fill="hold" grpId="0" nodeType="withEffect">
                                  <p:stCondLst>
                                    <p:cond delay="15000"/>
                                  </p:stCondLst>
                                  <p:childTnLst>
                                    <p:set>
                                      <p:cBhvr>
                                        <p:cTn id="72" dur="1" fill="hold">
                                          <p:stCondLst>
                                            <p:cond delay="0"/>
                                          </p:stCondLst>
                                        </p:cTn>
                                        <p:tgtEl>
                                          <p:spTgt spid="30"/>
                                        </p:tgtEl>
                                        <p:attrNameLst>
                                          <p:attrName>style.visibility</p:attrName>
                                        </p:attrNameLst>
                                      </p:cBhvr>
                                      <p:to>
                                        <p:strVal val="visible"/>
                                      </p:to>
                                    </p:set>
                                    <p:anim calcmode="lin" valueType="num">
                                      <p:cBhvr>
                                        <p:cTn id="73" dur="500" fill="hold"/>
                                        <p:tgtEl>
                                          <p:spTgt spid="30"/>
                                        </p:tgtEl>
                                        <p:attrNameLst>
                                          <p:attrName>ppt_w</p:attrName>
                                        </p:attrNameLst>
                                      </p:cBhvr>
                                      <p:tavLst>
                                        <p:tav tm="0">
                                          <p:val>
                                            <p:strVal val="#ppt_w*2.5"/>
                                          </p:val>
                                        </p:tav>
                                        <p:tav tm="100000">
                                          <p:val>
                                            <p:strVal val="#ppt_w"/>
                                          </p:val>
                                        </p:tav>
                                      </p:tavLst>
                                    </p:anim>
                                    <p:anim calcmode="lin" valueType="num">
                                      <p:cBhvr>
                                        <p:cTn id="74" dur="500" fill="hold"/>
                                        <p:tgtEl>
                                          <p:spTgt spid="30"/>
                                        </p:tgtEl>
                                        <p:attrNameLst>
                                          <p:attrName>ppt_h</p:attrName>
                                        </p:attrNameLst>
                                      </p:cBhvr>
                                      <p:tavLst>
                                        <p:tav tm="0">
                                          <p:val>
                                            <p:strVal val="#ppt_h*0.01"/>
                                          </p:val>
                                        </p:tav>
                                        <p:tav tm="100000">
                                          <p:val>
                                            <p:strVal val="#ppt_h"/>
                                          </p:val>
                                        </p:tav>
                                      </p:tavLst>
                                    </p:anim>
                                    <p:anim calcmode="lin" valueType="num">
                                      <p:cBhvr>
                                        <p:cTn id="75" dur="500" fill="hold"/>
                                        <p:tgtEl>
                                          <p:spTgt spid="30"/>
                                        </p:tgtEl>
                                        <p:attrNameLst>
                                          <p:attrName>ppt_x</p:attrName>
                                        </p:attrNameLst>
                                      </p:cBhvr>
                                      <p:tavLst>
                                        <p:tav tm="0">
                                          <p:val>
                                            <p:strVal val="#ppt_x"/>
                                          </p:val>
                                        </p:tav>
                                        <p:tav tm="100000">
                                          <p:val>
                                            <p:strVal val="#ppt_x"/>
                                          </p:val>
                                        </p:tav>
                                      </p:tavLst>
                                    </p:anim>
                                    <p:anim calcmode="lin" valueType="num">
                                      <p:cBhvr>
                                        <p:cTn id="76" dur="500" fill="hold"/>
                                        <p:tgtEl>
                                          <p:spTgt spid="30"/>
                                        </p:tgtEl>
                                        <p:attrNameLst>
                                          <p:attrName>ppt_y</p:attrName>
                                        </p:attrNameLst>
                                      </p:cBhvr>
                                      <p:tavLst>
                                        <p:tav tm="0">
                                          <p:val>
                                            <p:strVal val="#ppt_h+1"/>
                                          </p:val>
                                        </p:tav>
                                        <p:tav tm="100000">
                                          <p:val>
                                            <p:strVal val="#ppt_y"/>
                                          </p:val>
                                        </p:tav>
                                      </p:tavLst>
                                    </p:anim>
                                    <p:animEffect transition="in" filter="fade">
                                      <p:cBhvr>
                                        <p:cTn id="77" dur="500"/>
                                        <p:tgtEl>
                                          <p:spTgt spid="30"/>
                                        </p:tgtEl>
                                      </p:cBhvr>
                                    </p:animEffect>
                                  </p:childTnLst>
                                </p:cTn>
                              </p:par>
                              <p:par>
                                <p:cTn id="78" presetID="58" presetClass="entr" presetSubtype="0" accel="100000" fill="hold" grpId="0" nodeType="withEffect">
                                  <p:stCondLst>
                                    <p:cond delay="15600"/>
                                  </p:stCondLst>
                                  <p:childTnLst>
                                    <p:set>
                                      <p:cBhvr>
                                        <p:cTn id="79" dur="1" fill="hold">
                                          <p:stCondLst>
                                            <p:cond delay="0"/>
                                          </p:stCondLst>
                                        </p:cTn>
                                        <p:tgtEl>
                                          <p:spTgt spid="34"/>
                                        </p:tgtEl>
                                        <p:attrNameLst>
                                          <p:attrName>style.visibility</p:attrName>
                                        </p:attrNameLst>
                                      </p:cBhvr>
                                      <p:to>
                                        <p:strVal val="visible"/>
                                      </p:to>
                                    </p:set>
                                    <p:anim calcmode="lin" valueType="num">
                                      <p:cBhvr>
                                        <p:cTn id="80" dur="500" fill="hold"/>
                                        <p:tgtEl>
                                          <p:spTgt spid="34"/>
                                        </p:tgtEl>
                                        <p:attrNameLst>
                                          <p:attrName>ppt_w</p:attrName>
                                        </p:attrNameLst>
                                      </p:cBhvr>
                                      <p:tavLst>
                                        <p:tav tm="0">
                                          <p:val>
                                            <p:strVal val="#ppt_w*2.5"/>
                                          </p:val>
                                        </p:tav>
                                        <p:tav tm="100000">
                                          <p:val>
                                            <p:strVal val="#ppt_w"/>
                                          </p:val>
                                        </p:tav>
                                      </p:tavLst>
                                    </p:anim>
                                    <p:anim calcmode="lin" valueType="num">
                                      <p:cBhvr>
                                        <p:cTn id="81" dur="500" fill="hold"/>
                                        <p:tgtEl>
                                          <p:spTgt spid="34"/>
                                        </p:tgtEl>
                                        <p:attrNameLst>
                                          <p:attrName>ppt_h</p:attrName>
                                        </p:attrNameLst>
                                      </p:cBhvr>
                                      <p:tavLst>
                                        <p:tav tm="0">
                                          <p:val>
                                            <p:strVal val="#ppt_h*0.01"/>
                                          </p:val>
                                        </p:tav>
                                        <p:tav tm="100000">
                                          <p:val>
                                            <p:strVal val="#ppt_h"/>
                                          </p:val>
                                        </p:tav>
                                      </p:tavLst>
                                    </p:anim>
                                    <p:anim calcmode="lin" valueType="num">
                                      <p:cBhvr>
                                        <p:cTn id="82" dur="500" fill="hold"/>
                                        <p:tgtEl>
                                          <p:spTgt spid="34"/>
                                        </p:tgtEl>
                                        <p:attrNameLst>
                                          <p:attrName>ppt_x</p:attrName>
                                        </p:attrNameLst>
                                      </p:cBhvr>
                                      <p:tavLst>
                                        <p:tav tm="0">
                                          <p:val>
                                            <p:strVal val="#ppt_x"/>
                                          </p:val>
                                        </p:tav>
                                        <p:tav tm="100000">
                                          <p:val>
                                            <p:strVal val="#ppt_x"/>
                                          </p:val>
                                        </p:tav>
                                      </p:tavLst>
                                    </p:anim>
                                    <p:anim calcmode="lin" valueType="num">
                                      <p:cBhvr>
                                        <p:cTn id="83" dur="500" fill="hold"/>
                                        <p:tgtEl>
                                          <p:spTgt spid="34"/>
                                        </p:tgtEl>
                                        <p:attrNameLst>
                                          <p:attrName>ppt_y</p:attrName>
                                        </p:attrNameLst>
                                      </p:cBhvr>
                                      <p:tavLst>
                                        <p:tav tm="0">
                                          <p:val>
                                            <p:strVal val="#ppt_h+1"/>
                                          </p:val>
                                        </p:tav>
                                        <p:tav tm="100000">
                                          <p:val>
                                            <p:strVal val="#ppt_y"/>
                                          </p:val>
                                        </p:tav>
                                      </p:tavLst>
                                    </p:anim>
                                    <p:animEffect transition="in" filter="fade">
                                      <p:cBhvr>
                                        <p:cTn id="84" dur="500"/>
                                        <p:tgtEl>
                                          <p:spTgt spid="34"/>
                                        </p:tgtEl>
                                      </p:cBhvr>
                                    </p:animEffect>
                                  </p:childTnLst>
                                </p:cTn>
                              </p:par>
                              <p:par>
                                <p:cTn id="85" presetID="10" presetClass="entr" presetSubtype="0" fill="hold" grpId="0" nodeType="withEffect">
                                  <p:stCondLst>
                                    <p:cond delay="1620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9" name="Role 1"/>
          <p:cNvGrpSpPr/>
          <p:nvPr/>
        </p:nvGrpSpPr>
        <p:grpSpPr>
          <a:xfrm>
            <a:off x="762000" y="1397000"/>
            <a:ext cx="2540000" cy="1473200"/>
            <a:chOff x="762000" y="1397000"/>
            <a:chExt cx="2540000" cy="1473200"/>
          </a:xfrm>
        </p:grpSpPr>
        <p:sp>
          <p:nvSpPr>
            <p:cNvPr id="6" name="Shape 4"/>
            <p:cNvSpPr/>
            <p:nvPr/>
          </p:nvSpPr>
          <p:spPr>
            <a:xfrm>
              <a:off x="1587500" y="1397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Shape 5" descr="icon-globe-e6007e.png"/>
            <p:cNvPicPr>
              <a:picLocks noChangeAspect="1"/>
            </p:cNvPicPr>
            <p:nvPr/>
          </p:nvPicPr>
          <p:blipFill>
            <a:blip r:embed="rId4"/>
            <a:stretch>
              <a:fillRect/>
            </a:stretch>
          </p:blipFill>
          <p:spPr>
            <a:xfrm>
              <a:off x="1778000" y="1587500"/>
              <a:ext cx="508000" cy="508000"/>
            </a:xfrm>
            <a:prstGeom prst="rect">
              <a:avLst/>
            </a:prstGeom>
          </p:spPr>
        </p:pic>
        <p:sp>
          <p:nvSpPr>
            <p:cNvPr id="8" name="Shape 6"/>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10" name="Link 1"/>
          <p:cNvCxnSpPr/>
          <p:nvPr/>
        </p:nvCxnSpPr>
        <p:spPr>
          <a:xfrm>
            <a:off x="2476500" y="1841500"/>
            <a:ext cx="1397000" cy="2070100"/>
          </a:xfrm>
          <a:prstGeom prst="bentConnector3">
            <a:avLst/>
          </a:prstGeom>
          <a:ln w="1905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14" name="Role 2"/>
          <p:cNvGrpSpPr/>
          <p:nvPr/>
        </p:nvGrpSpPr>
        <p:grpSpPr>
          <a:xfrm>
            <a:off x="8890000" y="1397000"/>
            <a:ext cx="2540000" cy="1473200"/>
            <a:chOff x="8890000" y="1397000"/>
            <a:chExt cx="2540000" cy="1473200"/>
          </a:xfrm>
        </p:grpSpPr>
        <p:sp>
          <p:nvSpPr>
            <p:cNvPr id="11" name="Shape 9"/>
            <p:cNvSpPr/>
            <p:nvPr/>
          </p:nvSpPr>
          <p:spPr>
            <a:xfrm>
              <a:off x="9715500" y="1397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loud-2f6fed.png"/>
            <p:cNvPicPr>
              <a:picLocks noChangeAspect="1"/>
            </p:cNvPicPr>
            <p:nvPr/>
          </p:nvPicPr>
          <p:blipFill>
            <a:blip r:embed="rId5"/>
            <a:stretch>
              <a:fillRect/>
            </a:stretch>
          </p:blipFill>
          <p:spPr>
            <a:xfrm>
              <a:off x="9906000" y="1587500"/>
              <a:ext cx="508000" cy="508000"/>
            </a:xfrm>
            <a:prstGeom prst="rect">
              <a:avLst/>
            </a:prstGeom>
          </p:spPr>
        </p:pic>
        <p:sp>
          <p:nvSpPr>
            <p:cNvPr id="13" name="Shape 11"/>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15" name="Link 2"/>
          <p:cNvCxnSpPr/>
          <p:nvPr/>
        </p:nvCxnSpPr>
        <p:spPr>
          <a:xfrm flipH="1">
            <a:off x="8318500" y="1841500"/>
            <a:ext cx="1397000" cy="2070100"/>
          </a:xfrm>
          <a:prstGeom prst="bentConnector3">
            <a:avLst/>
          </a:prstGeom>
          <a:ln w="1905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3"/>
          <p:cNvGrpSpPr/>
          <p:nvPr/>
        </p:nvGrpSpPr>
        <p:grpSpPr>
          <a:xfrm>
            <a:off x="762000" y="3429000"/>
            <a:ext cx="2540000" cy="1473200"/>
            <a:chOff x="762000" y="3429000"/>
            <a:chExt cx="2540000" cy="1473200"/>
          </a:xfrm>
        </p:grpSpPr>
        <p:sp>
          <p:nvSpPr>
            <p:cNvPr id="16" name="Shape 14"/>
            <p:cNvSpPr/>
            <p:nvPr/>
          </p:nvSpPr>
          <p:spPr>
            <a:xfrm>
              <a:off x="1587500" y="3429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cube-f5a623.png"/>
            <p:cNvPicPr>
              <a:picLocks noChangeAspect="1"/>
            </p:cNvPicPr>
            <p:nvPr/>
          </p:nvPicPr>
          <p:blipFill>
            <a:blip r:embed="rId6"/>
            <a:stretch>
              <a:fillRect/>
            </a:stretch>
          </p:blipFill>
          <p:spPr>
            <a:xfrm>
              <a:off x="1778000" y="3619500"/>
              <a:ext cx="508000" cy="508000"/>
            </a:xfrm>
            <a:prstGeom prst="rect">
              <a:avLst/>
            </a:prstGeom>
          </p:spPr>
        </p:pic>
        <p:sp>
          <p:nvSpPr>
            <p:cNvPr id="18" name="Shape 16"/>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20" name="Link 3"/>
          <p:cNvCxnSpPr/>
          <p:nvPr/>
        </p:nvCxnSpPr>
        <p:spPr>
          <a:xfrm>
            <a:off x="2476500" y="3873500"/>
            <a:ext cx="1397000" cy="38100"/>
          </a:xfrm>
          <a:prstGeom prst="bentConnector3">
            <a:avLst/>
          </a:prstGeom>
          <a:ln w="1905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4"/>
          <p:cNvGrpSpPr/>
          <p:nvPr/>
        </p:nvGrpSpPr>
        <p:grpSpPr>
          <a:xfrm>
            <a:off x="8890000" y="3429000"/>
            <a:ext cx="2540000" cy="1473200"/>
            <a:chOff x="8890000" y="3429000"/>
            <a:chExt cx="2540000" cy="1473200"/>
          </a:xfrm>
        </p:grpSpPr>
        <p:sp>
          <p:nvSpPr>
            <p:cNvPr id="21" name="Shape 19"/>
            <p:cNvSpPr/>
            <p:nvPr/>
          </p:nvSpPr>
          <p:spPr>
            <a:xfrm>
              <a:off x="9715500" y="3429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handshake-1fc7a8.png"/>
            <p:cNvPicPr>
              <a:picLocks noChangeAspect="1"/>
            </p:cNvPicPr>
            <p:nvPr/>
          </p:nvPicPr>
          <p:blipFill>
            <a:blip r:embed="rId7"/>
            <a:stretch>
              <a:fillRect/>
            </a:stretch>
          </p:blipFill>
          <p:spPr>
            <a:xfrm>
              <a:off x="9906000" y="3619500"/>
              <a:ext cx="508000" cy="508000"/>
            </a:xfrm>
            <a:prstGeom prst="rect">
              <a:avLst/>
            </a:prstGeom>
          </p:spPr>
        </p:pic>
        <p:sp>
          <p:nvSpPr>
            <p:cNvPr id="23" name="Shape 21"/>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5" name="Link 4"/>
          <p:cNvCxnSpPr/>
          <p:nvPr/>
        </p:nvCxnSpPr>
        <p:spPr>
          <a:xfrm flipH="1">
            <a:off x="8318500" y="3873500"/>
            <a:ext cx="1397000" cy="38100"/>
          </a:xfrm>
          <a:prstGeom prst="bentConnector3">
            <a:avLst/>
          </a:prstGeom>
          <a:ln w="190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0" name="Canvas"/>
          <p:cNvGrpSpPr/>
          <p:nvPr/>
        </p:nvGrpSpPr>
        <p:grpSpPr>
          <a:xfrm>
            <a:off x="3873500" y="2603500"/>
            <a:ext cx="4445000" cy="1619250"/>
            <a:chOff x="3873500" y="2603500"/>
            <a:chExt cx="4445000" cy="1619250"/>
          </a:xfrm>
        </p:grpSpPr>
        <p:pic>
          <p:nvPicPr>
            <p:cNvPr id="26" name="Shape 24" descr="oda.png"/>
            <p:cNvPicPr>
              <a:picLocks noChangeAspect="1"/>
            </p:cNvPicPr>
            <p:nvPr/>
          </p:nvPicPr>
          <p:blipFill>
            <a:blip r:embed="rId8"/>
            <a:stretch>
              <a:fillRect/>
            </a:stretch>
          </p:blipFill>
          <p:spPr>
            <a:xfrm>
              <a:off x="4222750" y="2603500"/>
              <a:ext cx="1206500" cy="1139472"/>
            </a:xfrm>
            <a:prstGeom prst="rect">
              <a:avLst/>
            </a:prstGeom>
          </p:spPr>
        </p:pic>
        <p:pic>
          <p:nvPicPr>
            <p:cNvPr id="27" name="Shape 25" descr="oda-agent.png"/>
            <p:cNvPicPr>
              <a:picLocks noChangeAspect="1"/>
            </p:cNvPicPr>
            <p:nvPr/>
          </p:nvPicPr>
          <p:blipFill>
            <a:blip r:embed="rId9"/>
            <a:stretch>
              <a:fillRect/>
            </a:stretch>
          </p:blipFill>
          <p:spPr>
            <a:xfrm>
              <a:off x="5492750" y="2603500"/>
              <a:ext cx="1206500" cy="1139472"/>
            </a:xfrm>
            <a:prstGeom prst="rect">
              <a:avLst/>
            </a:prstGeom>
          </p:spPr>
        </p:pic>
        <p:pic>
          <p:nvPicPr>
            <p:cNvPr id="28" name="Shape 26" descr="oda.png"/>
            <p:cNvPicPr>
              <a:picLocks noChangeAspect="1"/>
            </p:cNvPicPr>
            <p:nvPr/>
          </p:nvPicPr>
          <p:blipFill>
            <a:blip r:embed="rId8"/>
            <a:stretch>
              <a:fillRect/>
            </a:stretch>
          </p:blipFill>
          <p:spPr>
            <a:xfrm>
              <a:off x="6762750" y="2603500"/>
              <a:ext cx="1206500" cy="1139472"/>
            </a:xfrm>
            <a:prstGeom prst="rect">
              <a:avLst/>
            </a:prstGeom>
          </p:spPr>
        </p:pic>
        <p:sp>
          <p:nvSpPr>
            <p:cNvPr id="29" name="Shape 27"/>
            <p:cNvSpPr/>
            <p:nvPr/>
          </p:nvSpPr>
          <p:spPr>
            <a:xfrm>
              <a:off x="3873500" y="360045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grp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58" presetClass="entr" presetSubtype="0" accel="100000" fill="hold" nodeType="withEffect">
                                  <p:stCondLst>
                                    <p:cond delay="1200"/>
                                  </p:stCondLst>
                                  <p:childTnLst>
                                    <p:set>
                                      <p:cBhvr>
                                        <p:cTn id="13" dur="1" fill="hold">
                                          <p:stCondLst>
                                            <p:cond delay="0"/>
                                          </p:stCondLst>
                                        </p:cTn>
                                        <p:tgtEl>
                                          <p:spTgt spid="9"/>
                                        </p:tgtEl>
                                        <p:attrNameLst>
                                          <p:attrName>style.visibility</p:attrName>
                                        </p:attrNameLst>
                                      </p:cBhvr>
                                      <p:to>
                                        <p:strVal val="visible"/>
                                      </p:to>
                                    </p:set>
                                    <p:anim calcmode="lin" valueType="num">
                                      <p:cBhvr>
                                        <p:cTn id="14" dur="600" fill="hold"/>
                                        <p:tgtEl>
                                          <p:spTgt spid="9"/>
                                        </p:tgtEl>
                                        <p:attrNameLst>
                                          <p:attrName>ppt_w</p:attrName>
                                        </p:attrNameLst>
                                      </p:cBhvr>
                                      <p:tavLst>
                                        <p:tav tm="0">
                                          <p:val>
                                            <p:strVal val="#ppt_w*2.5"/>
                                          </p:val>
                                        </p:tav>
                                        <p:tav tm="100000">
                                          <p:val>
                                            <p:strVal val="#ppt_w"/>
                                          </p:val>
                                        </p:tav>
                                      </p:tavLst>
                                    </p:anim>
                                    <p:anim calcmode="lin" valueType="num">
                                      <p:cBhvr>
                                        <p:cTn id="15" dur="600" fill="hold"/>
                                        <p:tgtEl>
                                          <p:spTgt spid="9"/>
                                        </p:tgtEl>
                                        <p:attrNameLst>
                                          <p:attrName>ppt_h</p:attrName>
                                        </p:attrNameLst>
                                      </p:cBhvr>
                                      <p:tavLst>
                                        <p:tav tm="0">
                                          <p:val>
                                            <p:strVal val="#ppt_h*0.01"/>
                                          </p:val>
                                        </p:tav>
                                        <p:tav tm="100000">
                                          <p:val>
                                            <p:strVal val="#ppt_h"/>
                                          </p:val>
                                        </p:tav>
                                      </p:tavLst>
                                    </p:anim>
                                    <p:anim calcmode="lin" valueType="num">
                                      <p:cBhvr>
                                        <p:cTn id="16" dur="600" fill="hold"/>
                                        <p:tgtEl>
                                          <p:spTgt spid="9"/>
                                        </p:tgtEl>
                                        <p:attrNameLst>
                                          <p:attrName>ppt_x</p:attrName>
                                        </p:attrNameLst>
                                      </p:cBhvr>
                                      <p:tavLst>
                                        <p:tav tm="0">
                                          <p:val>
                                            <p:strVal val="#ppt_x"/>
                                          </p:val>
                                        </p:tav>
                                        <p:tav tm="100000">
                                          <p:val>
                                            <p:strVal val="#ppt_x"/>
                                          </p:val>
                                        </p:tav>
                                      </p:tavLst>
                                    </p:anim>
                                    <p:anim calcmode="lin" valueType="num">
                                      <p:cBhvr>
                                        <p:cTn id="17" dur="600" fill="hold"/>
                                        <p:tgtEl>
                                          <p:spTgt spid="9"/>
                                        </p:tgtEl>
                                        <p:attrNameLst>
                                          <p:attrName>ppt_y</p:attrName>
                                        </p:attrNameLst>
                                      </p:cBhvr>
                                      <p:tavLst>
                                        <p:tav tm="0">
                                          <p:val>
                                            <p:strVal val="#ppt_h+1"/>
                                          </p:val>
                                        </p:tav>
                                        <p:tav tm="100000">
                                          <p:val>
                                            <p:strVal val="#ppt_y"/>
                                          </p:val>
                                        </p:tav>
                                      </p:tavLst>
                                    </p:anim>
                                    <p:animEffect transition="in" filter="fade">
                                      <p:cBhvr>
                                        <p:cTn id="18" dur="600"/>
                                        <p:tgtEl>
                                          <p:spTgt spid="9"/>
                                        </p:tgtEl>
                                      </p:cBhvr>
                                    </p:animEffect>
                                  </p:childTnLst>
                                </p:cTn>
                              </p:par>
                              <p:par>
                                <p:cTn id="19" presetID="58" presetClass="entr" presetSubtype="0" accel="100000" fill="hold" nodeType="withEffect">
                                  <p:stCondLst>
                                    <p:cond delay="1800"/>
                                  </p:stCondLst>
                                  <p:childTnLst>
                                    <p:set>
                                      <p:cBhvr>
                                        <p:cTn id="20" dur="1" fill="hold">
                                          <p:stCondLst>
                                            <p:cond delay="0"/>
                                          </p:stCondLst>
                                        </p:cTn>
                                        <p:tgtEl>
                                          <p:spTgt spid="14"/>
                                        </p:tgtEl>
                                        <p:attrNameLst>
                                          <p:attrName>style.visibility</p:attrName>
                                        </p:attrNameLst>
                                      </p:cBhvr>
                                      <p:to>
                                        <p:strVal val="visible"/>
                                      </p:to>
                                    </p:set>
                                    <p:anim calcmode="lin" valueType="num">
                                      <p:cBhvr>
                                        <p:cTn id="21" dur="600" fill="hold"/>
                                        <p:tgtEl>
                                          <p:spTgt spid="14"/>
                                        </p:tgtEl>
                                        <p:attrNameLst>
                                          <p:attrName>ppt_w</p:attrName>
                                        </p:attrNameLst>
                                      </p:cBhvr>
                                      <p:tavLst>
                                        <p:tav tm="0">
                                          <p:val>
                                            <p:strVal val="#ppt_w*2.5"/>
                                          </p:val>
                                        </p:tav>
                                        <p:tav tm="100000">
                                          <p:val>
                                            <p:strVal val="#ppt_w"/>
                                          </p:val>
                                        </p:tav>
                                      </p:tavLst>
                                    </p:anim>
                                    <p:anim calcmode="lin" valueType="num">
                                      <p:cBhvr>
                                        <p:cTn id="22" dur="600" fill="hold"/>
                                        <p:tgtEl>
                                          <p:spTgt spid="14"/>
                                        </p:tgtEl>
                                        <p:attrNameLst>
                                          <p:attrName>ppt_h</p:attrName>
                                        </p:attrNameLst>
                                      </p:cBhvr>
                                      <p:tavLst>
                                        <p:tav tm="0">
                                          <p:val>
                                            <p:strVal val="#ppt_h*0.01"/>
                                          </p:val>
                                        </p:tav>
                                        <p:tav tm="100000">
                                          <p:val>
                                            <p:strVal val="#ppt_h"/>
                                          </p:val>
                                        </p:tav>
                                      </p:tavLst>
                                    </p:anim>
                                    <p:anim calcmode="lin" valueType="num">
                                      <p:cBhvr>
                                        <p:cTn id="23" dur="600" fill="hold"/>
                                        <p:tgtEl>
                                          <p:spTgt spid="14"/>
                                        </p:tgtEl>
                                        <p:attrNameLst>
                                          <p:attrName>ppt_x</p:attrName>
                                        </p:attrNameLst>
                                      </p:cBhvr>
                                      <p:tavLst>
                                        <p:tav tm="0">
                                          <p:val>
                                            <p:strVal val="#ppt_x"/>
                                          </p:val>
                                        </p:tav>
                                        <p:tav tm="100000">
                                          <p:val>
                                            <p:strVal val="#ppt_x"/>
                                          </p:val>
                                        </p:tav>
                                      </p:tavLst>
                                    </p:anim>
                                    <p:anim calcmode="lin" valueType="num">
                                      <p:cBhvr>
                                        <p:cTn id="24" dur="600" fill="hold"/>
                                        <p:tgtEl>
                                          <p:spTgt spid="14"/>
                                        </p:tgtEl>
                                        <p:attrNameLst>
                                          <p:attrName>ppt_y</p:attrName>
                                        </p:attrNameLst>
                                      </p:cBhvr>
                                      <p:tavLst>
                                        <p:tav tm="0">
                                          <p:val>
                                            <p:strVal val="#ppt_h+1"/>
                                          </p:val>
                                        </p:tav>
                                        <p:tav tm="100000">
                                          <p:val>
                                            <p:strVal val="#ppt_y"/>
                                          </p:val>
                                        </p:tav>
                                      </p:tavLst>
                                    </p:anim>
                                    <p:animEffect transition="in" filter="fade">
                                      <p:cBhvr>
                                        <p:cTn id="25" dur="600"/>
                                        <p:tgtEl>
                                          <p:spTgt spid="14"/>
                                        </p:tgtEl>
                                      </p:cBhvr>
                                    </p:animEffect>
                                  </p:childTnLst>
                                </p:cTn>
                              </p:par>
                              <p:par>
                                <p:cTn id="26" presetID="58" presetClass="entr" presetSubtype="0" accel="100000" fill="hold" nodeType="withEffect">
                                  <p:stCondLst>
                                    <p:cond delay="2400"/>
                                  </p:stCondLst>
                                  <p:childTnLst>
                                    <p:set>
                                      <p:cBhvr>
                                        <p:cTn id="27" dur="1" fill="hold">
                                          <p:stCondLst>
                                            <p:cond delay="0"/>
                                          </p:stCondLst>
                                        </p:cTn>
                                        <p:tgtEl>
                                          <p:spTgt spid="19"/>
                                        </p:tgtEl>
                                        <p:attrNameLst>
                                          <p:attrName>style.visibility</p:attrName>
                                        </p:attrNameLst>
                                      </p:cBhvr>
                                      <p:to>
                                        <p:strVal val="visible"/>
                                      </p:to>
                                    </p:set>
                                    <p:anim calcmode="lin" valueType="num">
                                      <p:cBhvr>
                                        <p:cTn id="28" dur="600" fill="hold"/>
                                        <p:tgtEl>
                                          <p:spTgt spid="19"/>
                                        </p:tgtEl>
                                        <p:attrNameLst>
                                          <p:attrName>ppt_w</p:attrName>
                                        </p:attrNameLst>
                                      </p:cBhvr>
                                      <p:tavLst>
                                        <p:tav tm="0">
                                          <p:val>
                                            <p:strVal val="#ppt_w*2.5"/>
                                          </p:val>
                                        </p:tav>
                                        <p:tav tm="100000">
                                          <p:val>
                                            <p:strVal val="#ppt_w"/>
                                          </p:val>
                                        </p:tav>
                                      </p:tavLst>
                                    </p:anim>
                                    <p:anim calcmode="lin" valueType="num">
                                      <p:cBhvr>
                                        <p:cTn id="29" dur="600" fill="hold"/>
                                        <p:tgtEl>
                                          <p:spTgt spid="19"/>
                                        </p:tgtEl>
                                        <p:attrNameLst>
                                          <p:attrName>ppt_h</p:attrName>
                                        </p:attrNameLst>
                                      </p:cBhvr>
                                      <p:tavLst>
                                        <p:tav tm="0">
                                          <p:val>
                                            <p:strVal val="#ppt_h*0.01"/>
                                          </p:val>
                                        </p:tav>
                                        <p:tav tm="100000">
                                          <p:val>
                                            <p:strVal val="#ppt_h"/>
                                          </p:val>
                                        </p:tav>
                                      </p:tavLst>
                                    </p:anim>
                                    <p:anim calcmode="lin" valueType="num">
                                      <p:cBhvr>
                                        <p:cTn id="30" dur="600" fill="hold"/>
                                        <p:tgtEl>
                                          <p:spTgt spid="19"/>
                                        </p:tgtEl>
                                        <p:attrNameLst>
                                          <p:attrName>ppt_x</p:attrName>
                                        </p:attrNameLst>
                                      </p:cBhvr>
                                      <p:tavLst>
                                        <p:tav tm="0">
                                          <p:val>
                                            <p:strVal val="#ppt_x"/>
                                          </p:val>
                                        </p:tav>
                                        <p:tav tm="100000">
                                          <p:val>
                                            <p:strVal val="#ppt_x"/>
                                          </p:val>
                                        </p:tav>
                                      </p:tavLst>
                                    </p:anim>
                                    <p:anim calcmode="lin" valueType="num">
                                      <p:cBhvr>
                                        <p:cTn id="31" dur="600" fill="hold"/>
                                        <p:tgtEl>
                                          <p:spTgt spid="19"/>
                                        </p:tgtEl>
                                        <p:attrNameLst>
                                          <p:attrName>ppt_y</p:attrName>
                                        </p:attrNameLst>
                                      </p:cBhvr>
                                      <p:tavLst>
                                        <p:tav tm="0">
                                          <p:val>
                                            <p:strVal val="#ppt_h+1"/>
                                          </p:val>
                                        </p:tav>
                                        <p:tav tm="100000">
                                          <p:val>
                                            <p:strVal val="#ppt_y"/>
                                          </p:val>
                                        </p:tav>
                                      </p:tavLst>
                                    </p:anim>
                                    <p:animEffect transition="in" filter="fade">
                                      <p:cBhvr>
                                        <p:cTn id="32" dur="600"/>
                                        <p:tgtEl>
                                          <p:spTgt spid="19"/>
                                        </p:tgtEl>
                                      </p:cBhvr>
                                    </p:animEffect>
                                  </p:childTnLst>
                                </p:cTn>
                              </p:par>
                              <p:par>
                                <p:cTn id="33" presetID="58" presetClass="entr" presetSubtype="0" accel="100000" fill="hold" nodeType="withEffect">
                                  <p:stCondLst>
                                    <p:cond delay="3000"/>
                                  </p:stCondLst>
                                  <p:childTnLst>
                                    <p:set>
                                      <p:cBhvr>
                                        <p:cTn id="34" dur="1" fill="hold">
                                          <p:stCondLst>
                                            <p:cond delay="0"/>
                                          </p:stCondLst>
                                        </p:cTn>
                                        <p:tgtEl>
                                          <p:spTgt spid="24"/>
                                        </p:tgtEl>
                                        <p:attrNameLst>
                                          <p:attrName>style.visibility</p:attrName>
                                        </p:attrNameLst>
                                      </p:cBhvr>
                                      <p:to>
                                        <p:strVal val="visible"/>
                                      </p:to>
                                    </p:set>
                                    <p:anim calcmode="lin" valueType="num">
                                      <p:cBhvr>
                                        <p:cTn id="35" dur="600" fill="hold"/>
                                        <p:tgtEl>
                                          <p:spTgt spid="24"/>
                                        </p:tgtEl>
                                        <p:attrNameLst>
                                          <p:attrName>ppt_w</p:attrName>
                                        </p:attrNameLst>
                                      </p:cBhvr>
                                      <p:tavLst>
                                        <p:tav tm="0">
                                          <p:val>
                                            <p:strVal val="#ppt_w*2.5"/>
                                          </p:val>
                                        </p:tav>
                                        <p:tav tm="100000">
                                          <p:val>
                                            <p:strVal val="#ppt_w"/>
                                          </p:val>
                                        </p:tav>
                                      </p:tavLst>
                                    </p:anim>
                                    <p:anim calcmode="lin" valueType="num">
                                      <p:cBhvr>
                                        <p:cTn id="36" dur="600" fill="hold"/>
                                        <p:tgtEl>
                                          <p:spTgt spid="24"/>
                                        </p:tgtEl>
                                        <p:attrNameLst>
                                          <p:attrName>ppt_h</p:attrName>
                                        </p:attrNameLst>
                                      </p:cBhvr>
                                      <p:tavLst>
                                        <p:tav tm="0">
                                          <p:val>
                                            <p:strVal val="#ppt_h*0.01"/>
                                          </p:val>
                                        </p:tav>
                                        <p:tav tm="100000">
                                          <p:val>
                                            <p:strVal val="#ppt_h"/>
                                          </p:val>
                                        </p:tav>
                                      </p:tavLst>
                                    </p:anim>
                                    <p:anim calcmode="lin" valueType="num">
                                      <p:cBhvr>
                                        <p:cTn id="37" dur="600" fill="hold"/>
                                        <p:tgtEl>
                                          <p:spTgt spid="24"/>
                                        </p:tgtEl>
                                        <p:attrNameLst>
                                          <p:attrName>ppt_x</p:attrName>
                                        </p:attrNameLst>
                                      </p:cBhvr>
                                      <p:tavLst>
                                        <p:tav tm="0">
                                          <p:val>
                                            <p:strVal val="#ppt_x"/>
                                          </p:val>
                                        </p:tav>
                                        <p:tav tm="100000">
                                          <p:val>
                                            <p:strVal val="#ppt_x"/>
                                          </p:val>
                                        </p:tav>
                                      </p:tavLst>
                                    </p:anim>
                                    <p:anim calcmode="lin" valueType="num">
                                      <p:cBhvr>
                                        <p:cTn id="38" dur="600" fill="hold"/>
                                        <p:tgtEl>
                                          <p:spTgt spid="24"/>
                                        </p:tgtEl>
                                        <p:attrNameLst>
                                          <p:attrName>ppt_y</p:attrName>
                                        </p:attrNameLst>
                                      </p:cBhvr>
                                      <p:tavLst>
                                        <p:tav tm="0">
                                          <p:val>
                                            <p:strVal val="#ppt_h+1"/>
                                          </p:val>
                                        </p:tav>
                                        <p:tav tm="100000">
                                          <p:val>
                                            <p:strVal val="#ppt_y"/>
                                          </p:val>
                                        </p:tav>
                                      </p:tavLst>
                                    </p:anim>
                                    <p:animEffect transition="in" filter="fade">
                                      <p:cBhvr>
                                        <p:cTn id="39" dur="600"/>
                                        <p:tgtEl>
                                          <p:spTgt spid="24"/>
                                        </p:tgtEl>
                                      </p:cBhvr>
                                    </p:animEffect>
                                  </p:childTnLst>
                                </p:cTn>
                              </p:par>
                              <p:par>
                                <p:cTn id="40" presetID="10" presetClass="entr" presetSubtype="0" fill="hold" nodeType="withEffect">
                                  <p:stCondLst>
                                    <p:cond delay="500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childTnLst>
                                </p:cTn>
                              </p:par>
                              <p:par>
                                <p:cTn id="43" presetID="10" presetClass="entr" presetSubtype="0" fill="hold" nodeType="withEffect">
                                  <p:stCondLst>
                                    <p:cond delay="53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nodeType="withEffect">
                                  <p:stCondLst>
                                    <p:cond delay="560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childTnLst>
                                </p:cTn>
                              </p:par>
                              <p:par>
                                <p:cTn id="49" presetID="10" presetClass="entr" presetSubtype="0" fill="hold" nodeType="withEffect">
                                  <p:stCondLst>
                                    <p:cond delay="590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par>
                                <p:cTn id="52" presetID="2" presetClass="entr" presetSubtype="4" fill="hold" nodeType="withEffect">
                                  <p:stCondLst>
                                    <p:cond delay="6000"/>
                                  </p:stCondLst>
                                  <p:childTnLst>
                                    <p:set>
                                      <p:cBhvr>
                                        <p:cTn id="53" dur="1" fill="hold">
                                          <p:stCondLst>
                                            <p:cond delay="0"/>
                                          </p:stCondLst>
                                        </p:cTn>
                                        <p:tgtEl>
                                          <p:spTgt spid="30"/>
                                        </p:tgtEl>
                                        <p:attrNameLst>
                                          <p:attrName>style.visibility</p:attrName>
                                        </p:attrNameLst>
                                      </p:cBhvr>
                                      <p:to>
                                        <p:strVal val="visible"/>
                                      </p:to>
                                    </p:set>
                                    <p:anim calcmode="lin" valueType="num">
                                      <p:cBhvr additive="base">
                                        <p:cTn id="54" dur="800" fill="hold"/>
                                        <p:tgtEl>
                                          <p:spTgt spid="30"/>
                                        </p:tgtEl>
                                        <p:attrNameLst>
                                          <p:attrName>ppt_x</p:attrName>
                                        </p:attrNameLst>
                                      </p:cBhvr>
                                      <p:tavLst>
                                        <p:tav tm="0">
                                          <p:val>
                                            <p:strVal val="#ppt_x"/>
                                          </p:val>
                                        </p:tav>
                                        <p:tav tm="100000">
                                          <p:val>
                                            <p:strVal val="#ppt_x"/>
                                          </p:val>
                                        </p:tav>
                                      </p:tavLst>
                                    </p:anim>
                                    <p:anim calcmode="lin" valueType="num">
                                      <p:cBhvr additive="base">
                                        <p:cTn id="55" dur="800" fill="hold"/>
                                        <p:tgtEl>
                                          <p:spTgt spid="30"/>
                                        </p:tgtEl>
                                        <p:attrNameLst>
                                          <p:attrName>ppt_y</p:attrName>
                                        </p:attrNameLst>
                                      </p:cBhvr>
                                      <p:tavLst>
                                        <p:tav tm="0">
                                          <p:val>
                                            <p:strVal val="1+#ppt_h/2"/>
                                          </p:val>
                                        </p:tav>
                                        <p:tav tm="100000">
                                          <p:val>
                                            <p:strVal val="#ppt_y"/>
                                          </p:val>
                                        </p:tav>
                                      </p:tavLst>
                                    </p:anim>
                                  </p:childTnLst>
                                </p:cTn>
                              </p:par>
                              <p:par>
                                <p:cTn id="56" presetID="10" presetClass="entr" presetSubtype="0" fill="hold" nodeType="withEffect">
                                  <p:stCondLst>
                                    <p:cond delay="960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600"/>
                                        <p:tgtEl>
                                          <p:spTgt spid="33"/>
                                        </p:tgtEl>
                                      </p:cBhvr>
                                    </p:animEffect>
                                  </p:childTnLst>
                                </p:cTn>
                              </p:par>
                              <p:par>
                                <p:cTn id="59" presetID="10" presetClass="entr" presetSubtype="0" fill="hold" grpId="0" nodeType="withEffect">
                                  <p:stCondLst>
                                    <p:cond delay="1550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 presetClass="entr" presetSubtype="4" fill="hold" nodeType="withEffect">
                                  <p:stCondLst>
                                    <p:cond delay="2400"/>
                                  </p:stCondLst>
                                  <p:childTnLst>
                                    <p:set>
                                      <p:cBhvr>
                                        <p:cTn id="13" dur="1" fill="hold">
                                          <p:stCondLst>
                                            <p:cond delay="0"/>
                                          </p:stCondLst>
                                        </p:cTn>
                                        <p:tgtEl>
                                          <p:spTgt spid="10"/>
                                        </p:tgtEl>
                                        <p:attrNameLst>
                                          <p:attrName>style.visibility</p:attrName>
                                        </p:attrNameLst>
                                      </p:cBhvr>
                                      <p:to>
                                        <p:strVal val="visible"/>
                                      </p:to>
                                    </p:set>
                                    <p:anim calcmode="lin" valueType="num">
                                      <p:cBhvr additive="base">
                                        <p:cTn id="14" dur="700" fill="hold"/>
                                        <p:tgtEl>
                                          <p:spTgt spid="10"/>
                                        </p:tgtEl>
                                        <p:attrNameLst>
                                          <p:attrName>ppt_x</p:attrName>
                                        </p:attrNameLst>
                                      </p:cBhvr>
                                      <p:tavLst>
                                        <p:tav tm="0">
                                          <p:val>
                                            <p:strVal val="#ppt_x"/>
                                          </p:val>
                                        </p:tav>
                                        <p:tav tm="100000">
                                          <p:val>
                                            <p:strVal val="#ppt_x"/>
                                          </p:val>
                                        </p:tav>
                                      </p:tavLst>
                                    </p:anim>
                                    <p:anim calcmode="lin" valueType="num">
                                      <p:cBhvr additive="base">
                                        <p:cTn id="15" dur="700" fill="hold"/>
                                        <p:tgtEl>
                                          <p:spTgt spid="10"/>
                                        </p:tgtEl>
                                        <p:attrNameLst>
                                          <p:attrName>ppt_y</p:attrName>
                                        </p:attrNameLst>
                                      </p:cBhvr>
                                      <p:tavLst>
                                        <p:tav tm="0">
                                          <p:val>
                                            <p:strVal val="1+#ppt_h/2"/>
                                          </p:val>
                                        </p:tav>
                                        <p:tav tm="100000">
                                          <p:val>
                                            <p:strVal val="#ppt_y"/>
                                          </p:val>
                                        </p:tav>
                                      </p:tavLst>
                                    </p:anim>
                                  </p:childTnLst>
                                </p:cTn>
                              </p:par>
                              <p:par>
                                <p:cTn id="16" presetID="2" presetClass="entr" presetSubtype="4" fill="hold" nodeType="withEffect">
                                  <p:stCondLst>
                                    <p:cond delay="4000"/>
                                  </p:stCondLst>
                                  <p:childTnLst>
                                    <p:set>
                                      <p:cBhvr>
                                        <p:cTn id="17" dur="1" fill="hold">
                                          <p:stCondLst>
                                            <p:cond delay="0"/>
                                          </p:stCondLst>
                                        </p:cTn>
                                        <p:tgtEl>
                                          <p:spTgt spid="15"/>
                                        </p:tgtEl>
                                        <p:attrNameLst>
                                          <p:attrName>style.visibility</p:attrName>
                                        </p:attrNameLst>
                                      </p:cBhvr>
                                      <p:to>
                                        <p:strVal val="visible"/>
                                      </p:to>
                                    </p:set>
                                    <p:anim calcmode="lin" valueType="num">
                                      <p:cBhvr additive="base">
                                        <p:cTn id="18" dur="700" fill="hold"/>
                                        <p:tgtEl>
                                          <p:spTgt spid="15"/>
                                        </p:tgtEl>
                                        <p:attrNameLst>
                                          <p:attrName>ppt_x</p:attrName>
                                        </p:attrNameLst>
                                      </p:cBhvr>
                                      <p:tavLst>
                                        <p:tav tm="0">
                                          <p:val>
                                            <p:strVal val="#ppt_x"/>
                                          </p:val>
                                        </p:tav>
                                        <p:tav tm="100000">
                                          <p:val>
                                            <p:strVal val="#ppt_x"/>
                                          </p:val>
                                        </p:tav>
                                      </p:tavLst>
                                    </p:anim>
                                    <p:anim calcmode="lin" valueType="num">
                                      <p:cBhvr additive="base">
                                        <p:cTn id="19" dur="700" fill="hold"/>
                                        <p:tgtEl>
                                          <p:spTgt spid="15"/>
                                        </p:tgtEl>
                                        <p:attrNameLst>
                                          <p:attrName>ppt_y</p:attrName>
                                        </p:attrNameLst>
                                      </p:cBhvr>
                                      <p:tavLst>
                                        <p:tav tm="0">
                                          <p:val>
                                            <p:strVal val="1+#ppt_h/2"/>
                                          </p:val>
                                        </p:tav>
                                        <p:tav tm="100000">
                                          <p:val>
                                            <p:strVal val="#ppt_y"/>
                                          </p:val>
                                        </p:tav>
                                      </p:tavLst>
                                    </p:anim>
                                  </p:childTnLst>
                                </p:cTn>
                              </p:par>
                              <p:par>
                                <p:cTn id="20" presetID="2" presetClass="entr" presetSubtype="4" fill="hold" nodeType="withEffect">
                                  <p:stCondLst>
                                    <p:cond delay="5600"/>
                                  </p:stCondLst>
                                  <p:childTnLst>
                                    <p:set>
                                      <p:cBhvr>
                                        <p:cTn id="21" dur="1" fill="hold">
                                          <p:stCondLst>
                                            <p:cond delay="0"/>
                                          </p:stCondLst>
                                        </p:cTn>
                                        <p:tgtEl>
                                          <p:spTgt spid="20"/>
                                        </p:tgtEl>
                                        <p:attrNameLst>
                                          <p:attrName>style.visibility</p:attrName>
                                        </p:attrNameLst>
                                      </p:cBhvr>
                                      <p:to>
                                        <p:strVal val="visible"/>
                                      </p:to>
                                    </p:set>
                                    <p:anim calcmode="lin" valueType="num">
                                      <p:cBhvr additive="base">
                                        <p:cTn id="22" dur="700" fill="hold"/>
                                        <p:tgtEl>
                                          <p:spTgt spid="20"/>
                                        </p:tgtEl>
                                        <p:attrNameLst>
                                          <p:attrName>ppt_x</p:attrName>
                                        </p:attrNameLst>
                                      </p:cBhvr>
                                      <p:tavLst>
                                        <p:tav tm="0">
                                          <p:val>
                                            <p:strVal val="#ppt_x"/>
                                          </p:val>
                                        </p:tav>
                                        <p:tav tm="100000">
                                          <p:val>
                                            <p:strVal val="#ppt_x"/>
                                          </p:val>
                                        </p:tav>
                                      </p:tavLst>
                                    </p:anim>
                                    <p:anim calcmode="lin" valueType="num">
                                      <p:cBhvr additive="base">
                                        <p:cTn id="23" dur="700" fill="hold"/>
                                        <p:tgtEl>
                                          <p:spTgt spid="20"/>
                                        </p:tgtEl>
                                        <p:attrNameLst>
                                          <p:attrName>ppt_y</p:attrName>
                                        </p:attrNameLst>
                                      </p:cBhvr>
                                      <p:tavLst>
                                        <p:tav tm="0">
                                          <p:val>
                                            <p:strVal val="1+#ppt_h/2"/>
                                          </p:val>
                                        </p:tav>
                                        <p:tav tm="100000">
                                          <p:val>
                                            <p:strVal val="#ppt_y"/>
                                          </p:val>
                                        </p:tav>
                                      </p:tavLst>
                                    </p:anim>
                                  </p:childTnLst>
                                </p:cTn>
                              </p:par>
                              <p:par>
                                <p:cTn id="24" presetID="2" presetClass="entr" presetSubtype="4" fill="hold" nodeType="withEffect">
                                  <p:stCondLst>
                                    <p:cond delay="7200"/>
                                  </p:stCondLst>
                                  <p:childTnLst>
                                    <p:set>
                                      <p:cBhvr>
                                        <p:cTn id="25" dur="1" fill="hold">
                                          <p:stCondLst>
                                            <p:cond delay="0"/>
                                          </p:stCondLst>
                                        </p:cTn>
                                        <p:tgtEl>
                                          <p:spTgt spid="25"/>
                                        </p:tgtEl>
                                        <p:attrNameLst>
                                          <p:attrName>style.visibility</p:attrName>
                                        </p:attrNameLst>
                                      </p:cBhvr>
                                      <p:to>
                                        <p:strVal val="visible"/>
                                      </p:to>
                                    </p:set>
                                    <p:anim calcmode="lin" valueType="num">
                                      <p:cBhvr additive="base">
                                        <p:cTn id="26" dur="700" fill="hold"/>
                                        <p:tgtEl>
                                          <p:spTgt spid="25"/>
                                        </p:tgtEl>
                                        <p:attrNameLst>
                                          <p:attrName>ppt_x</p:attrName>
                                        </p:attrNameLst>
                                      </p:cBhvr>
                                      <p:tavLst>
                                        <p:tav tm="0">
                                          <p:val>
                                            <p:strVal val="#ppt_x"/>
                                          </p:val>
                                        </p:tav>
                                        <p:tav tm="100000">
                                          <p:val>
                                            <p:strVal val="#ppt_x"/>
                                          </p:val>
                                        </p:tav>
                                      </p:tavLst>
                                    </p:anim>
                                    <p:anim calcmode="lin" valueType="num">
                                      <p:cBhvr additive="base">
                                        <p:cTn id="27" dur="700" fill="hold"/>
                                        <p:tgtEl>
                                          <p:spTgt spid="25"/>
                                        </p:tgtEl>
                                        <p:attrNameLst>
                                          <p:attrName>ppt_y</p:attrName>
                                        </p:attrNameLst>
                                      </p:cBhvr>
                                      <p:tavLst>
                                        <p:tav tm="0">
                                          <p:val>
                                            <p:strVal val="1+#ppt_h/2"/>
                                          </p:val>
                                        </p:tav>
                                        <p:tav tm="100000">
                                          <p:val>
                                            <p:strVal val="#ppt_y"/>
                                          </p:val>
                                        </p:tav>
                                      </p:tavLst>
                                    </p:anim>
                                  </p:childTnLst>
                                </p:cTn>
                              </p:par>
                              <p:par>
                                <p:cTn id="28" presetID="2" presetClass="entr" presetSubtype="4" fill="hold" nodeType="withEffect">
                                  <p:stCondLst>
                                    <p:cond delay="10500"/>
                                  </p:stCondLst>
                                  <p:childTnLst>
                                    <p:set>
                                      <p:cBhvr>
                                        <p:cTn id="29" dur="1" fill="hold">
                                          <p:stCondLst>
                                            <p:cond delay="0"/>
                                          </p:stCondLst>
                                        </p:cTn>
                                        <p:tgtEl>
                                          <p:spTgt spid="29"/>
                                        </p:tgtEl>
                                        <p:attrNameLst>
                                          <p:attrName>style.visibility</p:attrName>
                                        </p:attrNameLst>
                                      </p:cBhvr>
                                      <p:to>
                                        <p:strVal val="visible"/>
                                      </p:to>
                                    </p:set>
                                    <p:anim calcmode="lin" valueType="num">
                                      <p:cBhvr additive="base">
                                        <p:cTn id="30" dur="600" fill="hold"/>
                                        <p:tgtEl>
                                          <p:spTgt spid="29"/>
                                        </p:tgtEl>
                                        <p:attrNameLst>
                                          <p:attrName>ppt_x</p:attrName>
                                        </p:attrNameLst>
                                      </p:cBhvr>
                                      <p:tavLst>
                                        <p:tav tm="0">
                                          <p:val>
                                            <p:strVal val="#ppt_x"/>
                                          </p:val>
                                        </p:tav>
                                        <p:tav tm="100000">
                                          <p:val>
                                            <p:strVal val="#ppt_x"/>
                                          </p:val>
                                        </p:tav>
                                      </p:tavLst>
                                    </p:anim>
                                    <p:anim calcmode="lin" valueType="num">
                                      <p:cBhvr additive="base">
                                        <p:cTn id="31" dur="600" fill="hold"/>
                                        <p:tgtEl>
                                          <p:spTgt spid="29"/>
                                        </p:tgtEl>
                                        <p:attrNameLst>
                                          <p:attrName>ppt_y</p:attrName>
                                        </p:attrNameLst>
                                      </p:cBhvr>
                                      <p:tavLst>
                                        <p:tav tm="0">
                                          <p:val>
                                            <p:strVal val="1+#ppt_h/2"/>
                                          </p:val>
                                        </p:tav>
                                        <p:tav tm="100000">
                                          <p:val>
                                            <p:strVal val="#ppt_y"/>
                                          </p:val>
                                        </p:tav>
                                      </p:tavLst>
                                    </p:anim>
                                  </p:childTnLst>
                                </p:cTn>
                              </p:par>
                              <p:par>
                                <p:cTn id="32" presetID="10" presetClass="entr" presetSubtype="0" fill="hold" grpId="0" nodeType="withEffect">
                                  <p:stCondLst>
                                    <p:cond delay="150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2399</Words>
  <Application>Microsoft Office PowerPoint</Application>
  <PresentationFormat>Widescreen</PresentationFormat>
  <Paragraphs>181</Paragraphs>
  <Slides>27</Slides>
  <Notes>27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2026-10-16T23:43:36Z</dcterms:modified>
  <cp:category/>
</cp:coreProperties>
</file>