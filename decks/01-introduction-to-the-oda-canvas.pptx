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45033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Canvas is the execution platform for ODA Components, with an open-source reference implementation. This video starts with a short history, from TM Forum's frameworks to its Open APIs, sharing what led us to creating the ODA Component and Canvas standards. It then shares what an ODA Component is, and what services the Canvas provides towards components.</a:t>
            </a:r>
          </a:p>
          <a:p>
            <a:endParaRPr/>
          </a:p>
          <a:p>
            <a:r>
              <a:t>Next we'll go through the business benefits of this approach, and a tour of the Canvas and its Portal. You'll see a component deployed, with its APIs, identity and observability configured automatically. The video also covers which capabilities are available today, which are experimental, and which are planned. Let's get started.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The first group is the architects and software engineers who build functional software components. They want to know what it means to meet the ODA standards and run on the Canvas. The second group is site reliability engineers who build or operate a Canvas platform. That might be a communication service provider running its own Canvas. Or it might be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Next comes a quick tour of the Canvas, including the Canvas Portal. We'll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Operators used them successfully to design high-level architectures. They also gave a common language for product selection and requests for proposal. But they were not detailed enough for systems to work together seamlessly. So every integration needed custom work. That integration tax was paid again and again.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It was formally launched in 2015. Open APIs are detailed, prescriptive, machine-readable specifications for standard services. Adoption has been huge. By September 2026, there had been almost one point four million downloads. They came from nearly seventy-two thousand developers. Today, TM Forum Open APIs are the foundation for many telcos' IT services. They have enabled seamless integration between systems.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These include the APIs it exposes and depends on, the events it publishes, its security roles and its observability. Components are interoperable, designed around end-to-end use cases. They are also portable and can run on any cloud platform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It provides the shared operational services components need,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Those can be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This means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Operations teams then have to integrate each one. In the ODA model, a component only declares the roles it supports. The Canvas configures those roles in one shared identity platform. That could be Keycloak, Microsoft Entra ID, or another identity management platform. The Canvas does not mandate a specific product. It provides standard integration patterns, built on open standards, for interoperability and portability.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but any secrets management platform can be used.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Hundreds of teams running vertically integrated applications become one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Security and management are defined as code. The upper layer is a set of standard golden components. They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Then, in its core, management and security functions, it lists the APIs it exposes and depends on. Also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These include exposed APIs, dependent APIs, identity configuration and secrets management. Each sub-resource is handled by its own specialised operator. Each operator is a piece of software that holds the operational knowledge a human operator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 reference implementation has six options. They are the Istio service mesh and the Kong and Apache APISIX gateways. There are also operators for Azure API Management, Google Apigee and Whale Cloud. Any other gateway can be added with its own operator.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Microsoft Entra ID, or another identity management platform.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Datadog, or another observability platform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and disruption budgets. An OAuth2 configuration operator for authentication between components is available as a prototype. Experimental operators cover model-as-a-service, data products and carbon-aware scaling. Event management, cost control and database services are planned. The Canvas is generally available, with regular releases. Every change is checked by an automated behaviour-driven test suite, running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 The Canvas itself is modular and can be deployed incrementally.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Components and Canvas are the result of collaboration between software vendors, systems integrators, communication service providers and cloud providers. Together they deliver what the ODA Manifesto set out. A standard execution environment for ODA Components. That shared foundation lets the industry adopt new capabilities, including AI, faster together than any one company could do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png"/><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8.mp4"/><Relationship Id="rId1" Type="http://schemas.microsoft.com/office/2007/relationships/media" Target="../media/media18.mp4"/><Relationship Id="rId5" Type="http://schemas.openxmlformats.org/officeDocument/2006/relationships/image" Target="../media/image3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png"/><Relationship Id="rId7"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0.png"/><Relationship Id="rId5" Type="http://schemas.openxmlformats.org/officeDocument/2006/relationships/image" Target="../media/image4.png"/><Relationship Id="rId10" Type="http://schemas.openxmlformats.org/officeDocument/2006/relationships/image" Target="../media/image44.png"/><Relationship Id="rId4" Type="http://schemas.openxmlformats.org/officeDocument/2006/relationships/image" Target="../media/image6.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46.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Title card</a:t>
            </a:r>
          </a:p>
        </p:txBody>
      </p:sp>
      <p:pic>
        <p:nvPicPr>
          <p:cNvPr id="3" name="Clip 0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00"/>
    </mc:Choice>
    <mc:Fallback>
      <p:transition spd="slow" advTm="5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65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pic>
          <p:nvPicPr>
            <p:cNvPr id="15" name="Shape 13" descr="canvas-dark.png"/>
            <p:cNvPicPr>
              <a:picLocks noChangeAspect="1"/>
            </p:cNvPicPr>
            <p:nvPr/>
          </p:nvPicPr>
          <p:blipFill>
            <a:blip r:embed="rId7"/>
            <a:stretch>
              <a:fillRect/>
            </a:stretch>
          </p:blipFill>
          <p:spPr>
            <a:xfrm>
              <a:off x="8794750" y="2095500"/>
              <a:ext cx="2095500" cy="774025"/>
            </a:xfrm>
            <a:prstGeom prst="rect">
              <a:avLst/>
            </a:prstGeom>
          </p:spPr>
        </p:pic>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Site reliability engineers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31500"/>
    </mc:Choice>
    <mc:Fallback>
      <p:transition spd="slow" advTm="3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nodeType="withEffect">
                                  <p:stCondLst>
                                    <p:cond delay="1000"/>
                                  </p:stCondLst>
                                  <p:childTnLst>
                                    <p:set>
                                      <p:cBhvr>
                                        <p:cTn id="12" dur="1" fill="hold">
                                          <p:stCondLst>
                                            <p:cond delay="0"/>
                                          </p:stCondLst>
                                        </p:cTn>
                                        <p:tgtEl>
                                          <p:spTgt spid="6"/>
                                        </p:tgtEl>
                                        <p:attrNameLst>
                                          <p:attrName>style.visibility</p:attrName>
                                        </p:attrNameLst>
                                      </p:cBhvr>
                                      <p:to>
                                        <p:strVal val="visible"/>
                                      </p:to>
                                    </p:set>
                                    <p:animEffect transition="in" filter="wipe(up)">
                                      <p:cBhvr>
                                        <p:cTn id="13" dur="1200"/>
                                        <p:tgtEl>
                                          <p:spTgt spid="6"/>
                                        </p:tgtEl>
                                      </p:cBhvr>
                                    </p:animEffect>
                                  </p:childTnLst>
                                </p:cTn>
                              </p:par>
                              <p:par>
                                <p:cTn id="14" presetID="2" presetClass="entr" presetSubtype="4" fill="hold" nodeType="withEffect">
                                  <p:stCondLst>
                                    <p:cond delay="2200"/>
                                  </p:stCondLst>
                                  <p:childTnLst>
                                    <p:set>
                                      <p:cBhvr>
                                        <p:cTn id="15" dur="1" fill="hold">
                                          <p:stCondLst>
                                            <p:cond delay="0"/>
                                          </p:stCondLst>
                                        </p:cTn>
                                        <p:tgtEl>
                                          <p:spTgt spid="12"/>
                                        </p:tgtEl>
                                        <p:attrNameLst>
                                          <p:attrName>style.visibility</p:attrName>
                                        </p:attrNameLst>
                                      </p:cBhvr>
                                      <p:to>
                                        <p:strVal val="visible"/>
                                      </p:to>
                                    </p:set>
                                    <p:anim calcmode="lin" valueType="num">
                                      <p:cBhvr additive="base">
                                        <p:cTn id="16" dur="800" fill="hold"/>
                                        <p:tgtEl>
                                          <p:spTgt spid="12"/>
                                        </p:tgtEl>
                                        <p:attrNameLst>
                                          <p:attrName>ppt_x</p:attrName>
                                        </p:attrNameLst>
                                      </p:cBhvr>
                                      <p:tavLst>
                                        <p:tav tm="0">
                                          <p:val>
                                            <p:strVal val="#ppt_x"/>
                                          </p:val>
                                        </p:tav>
                                        <p:tav tm="100000">
                                          <p:val>
                                            <p:strVal val="#ppt_x"/>
                                          </p:val>
                                        </p:tav>
                                      </p:tavLst>
                                    </p:anim>
                                    <p:anim calcmode="lin" valueType="num">
                                      <p:cBhvr additive="base">
                                        <p:cTn id="17" dur="800" fill="hold"/>
                                        <p:tgtEl>
                                          <p:spTgt spid="12"/>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1440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800" fill="hold"/>
                                        <p:tgtEl>
                                          <p:spTgt spid="18"/>
                                        </p:tgtEl>
                                        <p:attrNameLst>
                                          <p:attrName>ppt_x</p:attrName>
                                        </p:attrNameLst>
                                      </p:cBhvr>
                                      <p:tavLst>
                                        <p:tav tm="0">
                                          <p:val>
                                            <p:strVal val="#ppt_x"/>
                                          </p:val>
                                        </p:tav>
                                        <p:tav tm="100000">
                                          <p:val>
                                            <p:strVal val="#ppt_x"/>
                                          </p:val>
                                        </p:tav>
                                      </p:tavLst>
                                    </p:anim>
                                    <p:anim calcmode="lin" valueType="num">
                                      <p:cBhvr additive="base">
                                        <p:cTn id="21" dur="800" fill="hold"/>
                                        <p:tgtEl>
                                          <p:spTgt spid="18"/>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20000"/>
                                  </p:stCondLst>
                                  <p:childTnLst>
                                    <p:set>
                                      <p:cBhvr>
                                        <p:cTn id="23" dur="1" fill="hold">
                                          <p:stCondLst>
                                            <p:cond delay="0"/>
                                          </p:stCondLst>
                                        </p:cTn>
                                        <p:tgtEl>
                                          <p:spTgt spid="21"/>
                                        </p:tgtEl>
                                        <p:attrNameLst>
                                          <p:attrName>style.visibility</p:attrName>
                                        </p:attrNameLst>
                                      </p:cBhvr>
                                      <p:to>
                                        <p:strVal val="visible"/>
                                      </p:to>
                                    </p:set>
                                    <p:anim calcmode="lin" valueType="num">
                                      <p:cBhvr additive="base">
                                        <p:cTn id="24" dur="600" fill="hold"/>
                                        <p:tgtEl>
                                          <p:spTgt spid="21"/>
                                        </p:tgtEl>
                                        <p:attrNameLst>
                                          <p:attrName>ppt_x</p:attrName>
                                        </p:attrNameLst>
                                      </p:cBhvr>
                                      <p:tavLst>
                                        <p:tav tm="0">
                                          <p:val>
                                            <p:strVal val="#ppt_x"/>
                                          </p:val>
                                        </p:tav>
                                        <p:tav tm="100000">
                                          <p:val>
                                            <p:strVal val="#ppt_x"/>
                                          </p:val>
                                        </p:tav>
                                      </p:tavLst>
                                    </p:anim>
                                    <p:anim calcmode="lin" valueType="num">
                                      <p:cBhvr additive="base">
                                        <p:cTn id="25"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up)">
                                      <p:cBhvr>
                                        <p:cTn id="13" dur="15500"/>
                                        <p:tgtEl>
                                          <p:spTgt spid="7"/>
                                        </p:tgtEl>
                                      </p:cBhvr>
                                    </p:animEffect>
                                  </p:childTnLst>
                                </p:cTn>
                              </p:par>
                              <p:par>
                                <p:cTn id="14" presetID="2" presetClass="entr" presetSubtype="4" fill="hold" nodeType="withEffect">
                                  <p:stCondLst>
                                    <p:cond delay="120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4200"/>
                                  </p:stCondLst>
                                  <p:childTnLst>
                                    <p:set>
                                      <p:cBhvr>
                                        <p:cTn id="19" dur="1" fill="hold">
                                          <p:stCondLst>
                                            <p:cond delay="0"/>
                                          </p:stCondLst>
                                        </p:cTn>
                                        <p:tgtEl>
                                          <p:spTgt spid="15"/>
                                        </p:tgtEl>
                                        <p:attrNameLst>
                                          <p:attrName>style.visibility</p:attrName>
                                        </p:attrNameLst>
                                      </p:cBhvr>
                                      <p:to>
                                        <p:strVal val="visible"/>
                                      </p:to>
                                    </p:set>
                                    <p:anim calcmode="lin" valueType="num">
                                      <p:cBhvr additive="base">
                                        <p:cTn id="20" dur="600" fill="hold"/>
                                        <p:tgtEl>
                                          <p:spTgt spid="15"/>
                                        </p:tgtEl>
                                        <p:attrNameLst>
                                          <p:attrName>ppt_x</p:attrName>
                                        </p:attrNameLst>
                                      </p:cBhvr>
                                      <p:tavLst>
                                        <p:tav tm="0">
                                          <p:val>
                                            <p:strVal val="#ppt_x"/>
                                          </p:val>
                                        </p:tav>
                                        <p:tav tm="100000">
                                          <p:val>
                                            <p:strVal val="#ppt_x"/>
                                          </p:val>
                                        </p:tav>
                                      </p:tavLst>
                                    </p:anim>
                                    <p:anim calcmode="lin" valueType="num">
                                      <p:cBhvr additive="base">
                                        <p:cTn id="21" dur="600" fill="hold"/>
                                        <p:tgtEl>
                                          <p:spTgt spid="15"/>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86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600" fill="hold"/>
                                        <p:tgtEl>
                                          <p:spTgt spid="19"/>
                                        </p:tgtEl>
                                        <p:attrNameLst>
                                          <p:attrName>ppt_x</p:attrName>
                                        </p:attrNameLst>
                                      </p:cBhvr>
                                      <p:tavLst>
                                        <p:tav tm="0">
                                          <p:val>
                                            <p:strVal val="#ppt_x"/>
                                          </p:val>
                                        </p:tav>
                                        <p:tav tm="100000">
                                          <p:val>
                                            <p:strVal val="#ppt_x"/>
                                          </p:val>
                                        </p:tav>
                                      </p:tavLst>
                                    </p:anim>
                                    <p:anim calcmode="lin" valueType="num">
                                      <p:cBhvr additive="base">
                                        <p:cTn id="25" dur="600" fill="hold"/>
                                        <p:tgtEl>
                                          <p:spTgt spid="19"/>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100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600" fill="hold"/>
                                        <p:tgtEl>
                                          <p:spTgt spid="23"/>
                                        </p:tgtEl>
                                        <p:attrNameLst>
                                          <p:attrName>ppt_x</p:attrName>
                                        </p:attrNameLst>
                                      </p:cBhvr>
                                      <p:tavLst>
                                        <p:tav tm="0">
                                          <p:val>
                                            <p:strVal val="#ppt_x"/>
                                          </p:val>
                                        </p:tav>
                                        <p:tav tm="100000">
                                          <p:val>
                                            <p:strVal val="#ppt_x"/>
                                          </p:val>
                                        </p:tav>
                                      </p:tavLst>
                                    </p:anim>
                                    <p:anim calcmode="lin" valueType="num">
                                      <p:cBhvr additive="base">
                                        <p:cTn id="29" dur="600" fill="hold"/>
                                        <p:tgtEl>
                                          <p:spTgt spid="23"/>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15600"/>
                                  </p:stCondLst>
                                  <p:childTnLst>
                                    <p:set>
                                      <p:cBhvr>
                                        <p:cTn id="31" dur="1" fill="hold">
                                          <p:stCondLst>
                                            <p:cond delay="0"/>
                                          </p:stCondLst>
                                        </p:cTn>
                                        <p:tgtEl>
                                          <p:spTgt spid="27"/>
                                        </p:tgtEl>
                                        <p:attrNameLst>
                                          <p:attrName>style.visibility</p:attrName>
                                        </p:attrNameLst>
                                      </p:cBhvr>
                                      <p:to>
                                        <p:strVal val="visible"/>
                                      </p:to>
                                    </p:set>
                                    <p:anim calcmode="lin" valueType="num">
                                      <p:cBhvr additive="base">
                                        <p:cTn id="32" dur="600" fill="hold"/>
                                        <p:tgtEl>
                                          <p:spTgt spid="27"/>
                                        </p:tgtEl>
                                        <p:attrNameLst>
                                          <p:attrName>ppt_x</p:attrName>
                                        </p:attrNameLst>
                                      </p:cBhvr>
                                      <p:tavLst>
                                        <p:tav tm="0">
                                          <p:val>
                                            <p:strVal val="#ppt_x"/>
                                          </p:val>
                                        </p:tav>
                                        <p:tav tm="100000">
                                          <p:val>
                                            <p:strVal val="#ppt_x"/>
                                          </p:val>
                                        </p:tav>
                                      </p:tavLst>
                                    </p:anim>
                                    <p:anim calcmode="lin" valueType="num">
                                      <p:cBhvr additive="base">
                                        <p:cTn id="33" dur="600" fill="hold"/>
                                        <p:tgtEl>
                                          <p:spTgt spid="27"/>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19000"/>
                                  </p:stCondLst>
                                  <p:childTnLst>
                                    <p:set>
                                      <p:cBhvr>
                                        <p:cTn id="35" dur="1" fill="hold">
                                          <p:stCondLst>
                                            <p:cond delay="0"/>
                                          </p:stCondLst>
                                        </p:cTn>
                                        <p:tgtEl>
                                          <p:spTgt spid="28"/>
                                        </p:tgtEl>
                                        <p:attrNameLst>
                                          <p:attrName>style.visibility</p:attrName>
                                        </p:attrNameLst>
                                      </p:cBhvr>
                                      <p:to>
                                        <p:strVal val="visible"/>
                                      </p:to>
                                    </p:set>
                                    <p:anim calcmode="lin" valueType="num">
                                      <p:cBhvr additive="base">
                                        <p:cTn id="36" dur="600" fill="hold"/>
                                        <p:tgtEl>
                                          <p:spTgt spid="28"/>
                                        </p:tgtEl>
                                        <p:attrNameLst>
                                          <p:attrName>ppt_x</p:attrName>
                                        </p:attrNameLst>
                                      </p:cBhvr>
                                      <p:tavLst>
                                        <p:tav tm="0">
                                          <p:val>
                                            <p:strVal val="#ppt_x"/>
                                          </p:val>
                                        </p:tav>
                                        <p:tav tm="100000">
                                          <p:val>
                                            <p:strVal val="#ppt_x"/>
                                          </p:val>
                                        </p:tav>
                                      </p:tavLst>
                                    </p:anim>
                                    <p:anim calcmode="lin" valueType="num">
                                      <p:cBhvr additive="base">
                                        <p:cTn id="37"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5100"/>
    </mc:Choice>
    <mc:Fallback>
      <p:transition spd="slow" advTm="3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4"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1400"/>
                                        <p:tgtEl>
                                          <p:spTgt spid="7"/>
                                        </p:tgtEl>
                                      </p:cBhvr>
                                    </p:animEffect>
                                  </p:childTnLst>
                                </p:cTn>
                              </p:par>
                              <p:par>
                                <p:cTn id="14" presetID="10" presetClass="entr" presetSubtype="0" fill="hold" grpId="0" nodeType="withEffect">
                                  <p:stCondLst>
                                    <p:cond delay="1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4" fill="hold" grpId="0" nodeType="withEffect">
                                  <p:stCondLst>
                                    <p:cond delay="380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2600"/>
                                        <p:tgtEl>
                                          <p:spTgt spid="9"/>
                                        </p:tgtEl>
                                      </p:cBhvr>
                                    </p:animEffect>
                                  </p:childTnLst>
                                </p:cTn>
                              </p:par>
                              <p:par>
                                <p:cTn id="20" presetID="58" presetClass="entr" presetSubtype="0" accel="100000" fill="hold" grpId="0" nodeType="withEffect">
                                  <p:stCondLst>
                                    <p:cond delay="56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strVal val="#ppt_w*2.5"/>
                                          </p:val>
                                        </p:tav>
                                        <p:tav tm="100000">
                                          <p:val>
                                            <p:strVal val="#ppt_w"/>
                                          </p:val>
                                        </p:tav>
                                      </p:tavLst>
                                    </p:anim>
                                    <p:anim calcmode="lin" valueType="num">
                                      <p:cBhvr>
                                        <p:cTn id="23" dur="600" fill="hold"/>
                                        <p:tgtEl>
                                          <p:spTgt spid="10"/>
                                        </p:tgtEl>
                                        <p:attrNameLst>
                                          <p:attrName>ppt_h</p:attrName>
                                        </p:attrNameLst>
                                      </p:cBhvr>
                                      <p:tavLst>
                                        <p:tav tm="0">
                                          <p:val>
                                            <p:strVal val="#ppt_h*0.01"/>
                                          </p:val>
                                        </p:tav>
                                        <p:tav tm="100000">
                                          <p:val>
                                            <p:strVal val="#ppt_h"/>
                                          </p:val>
                                        </p:tav>
                                      </p:tavLst>
                                    </p:anim>
                                    <p:anim calcmode="lin" valueType="num">
                                      <p:cBhvr>
                                        <p:cTn id="24" dur="600" fill="hold"/>
                                        <p:tgtEl>
                                          <p:spTgt spid="10"/>
                                        </p:tgtEl>
                                        <p:attrNameLst>
                                          <p:attrName>ppt_x</p:attrName>
                                        </p:attrNameLst>
                                      </p:cBhvr>
                                      <p:tavLst>
                                        <p:tav tm="0">
                                          <p:val>
                                            <p:strVal val="#ppt_x"/>
                                          </p:val>
                                        </p:tav>
                                        <p:tav tm="100000">
                                          <p:val>
                                            <p:strVal val="#ppt_x"/>
                                          </p:val>
                                        </p:tav>
                                      </p:tavLst>
                                    </p:anim>
                                    <p:anim calcmode="lin" valueType="num">
                                      <p:cBhvr>
                                        <p:cTn id="25" dur="600" fill="hold"/>
                                        <p:tgtEl>
                                          <p:spTgt spid="10"/>
                                        </p:tgtEl>
                                        <p:attrNameLst>
                                          <p:attrName>ppt_y</p:attrName>
                                        </p:attrNameLst>
                                      </p:cBhvr>
                                      <p:tavLst>
                                        <p:tav tm="0">
                                          <p:val>
                                            <p:strVal val="#ppt_h+1"/>
                                          </p:val>
                                        </p:tav>
                                        <p:tav tm="100000">
                                          <p:val>
                                            <p:strVal val="#ppt_y"/>
                                          </p:val>
                                        </p:tav>
                                      </p:tavLst>
                                    </p:anim>
                                    <p:animEffect transition="in" filter="fade">
                                      <p:cBhvr>
                                        <p:cTn id="26" dur="600"/>
                                        <p:tgtEl>
                                          <p:spTgt spid="10"/>
                                        </p:tgtEl>
                                      </p:cBhvr>
                                    </p:animEffect>
                                  </p:childTnLst>
                                </p:cTn>
                              </p:par>
                              <p:par>
                                <p:cTn id="27" presetID="10" presetClass="entr" presetSubtype="0" fill="hold" grpId="0" nodeType="withEffect">
                                  <p:stCondLst>
                                    <p:cond delay="60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 presetClass="entr" presetSubtype="4" fill="hold" grpId="0" nodeType="withEffect">
                                  <p:stCondLst>
                                    <p:cond delay="86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600" fill="hold"/>
                                        <p:tgtEl>
                                          <p:spTgt spid="12"/>
                                        </p:tgtEl>
                                        <p:attrNameLst>
                                          <p:attrName>ppt_x</p:attrName>
                                        </p:attrNameLst>
                                      </p:cBhvr>
                                      <p:tavLst>
                                        <p:tav tm="0">
                                          <p:val>
                                            <p:strVal val="#ppt_x"/>
                                          </p:val>
                                        </p:tav>
                                        <p:tav tm="100000">
                                          <p:val>
                                            <p:strVal val="#ppt_x"/>
                                          </p:val>
                                        </p:tav>
                                      </p:tavLst>
                                    </p:anim>
                                    <p:anim calcmode="lin" valueType="num">
                                      <p:cBhvr additive="base">
                                        <p:cTn id="33"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300"/>
    </mc:Choice>
    <mc:Fallback>
      <p:transition spd="slow" advTm="4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2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0" name="Shape 38"/>
            <p:cNvSpPr txBox="1"/>
            <p:nvPr/>
          </p:nvSpPr>
          <p:spPr>
            <a:xfrm>
              <a:off x="2667000" y="51689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5" name="GA"/>
          <p:cNvGrpSpPr/>
          <p:nvPr/>
        </p:nvGrpSpPr>
        <p:grpSpPr>
          <a:xfrm>
            <a:off x="4381500" y="4318000"/>
            <a:ext cx="7048500" cy="1206500"/>
            <a:chOff x="4381500" y="4318000"/>
            <a:chExt cx="7048500" cy="1206500"/>
          </a:xfrm>
        </p:grpSpPr>
        <p:sp>
          <p:nvSpPr>
            <p:cNvPr id="72" name="Shape 70"/>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4" name="Shape 72"/>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8" name="BDD"/>
          <p:cNvGrpSpPr/>
          <p:nvPr/>
        </p:nvGrpSpPr>
        <p:grpSpPr>
          <a:xfrm>
            <a:off x="4610100" y="5003800"/>
            <a:ext cx="6654800" cy="317500"/>
            <a:chOff x="4610100" y="5003800"/>
            <a:chExt cx="6654800" cy="317500"/>
          </a:xfrm>
        </p:grpSpPr>
        <p:pic>
          <p:nvPicPr>
            <p:cNvPr id="76" name="Shape 74"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7" name="Shape 75"/>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16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52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60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68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72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76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80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88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96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46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60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4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82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84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192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04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20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par>
                                <p:cTn id="122" presetID="10" presetClass="entr" presetSubtype="0" fill="hold" nodeType="withEffect">
                                  <p:stCondLst>
                                    <p:cond delay="25200"/>
                                  </p:stCondLst>
                                  <p:childTnLst>
                                    <p:set>
                                      <p:cBhvr>
                                        <p:cTn id="123" dur="1" fill="hold">
                                          <p:stCondLst>
                                            <p:cond delay="0"/>
                                          </p:stCondLst>
                                        </p:cTn>
                                        <p:tgtEl>
                                          <p:spTgt spid="78"/>
                                        </p:tgtEl>
                                        <p:attrNameLst>
                                          <p:attrName>style.visibility</p:attrName>
                                        </p:attrNameLst>
                                      </p:cBhvr>
                                      <p:to>
                                        <p:strVal val="visible"/>
                                      </p:to>
                                    </p:set>
                                    <p:animEffect transition="in" filter="fade">
                                      <p:cBhvr>
                                        <p:cTn id="124" dur="6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270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
        <p:nvSpPr>
          <p:cNvPr id="36" name="Modular"/>
          <p:cNvSpPr txBox="1"/>
          <p:nvPr/>
        </p:nvSpPr>
        <p:spPr>
          <a:xfrm>
            <a:off x="0" y="5810250"/>
            <a:ext cx="12192000" cy="317500"/>
          </a:xfrm>
          <a:prstGeom prst="rect">
            <a:avLst/>
          </a:prstGeom>
          <a:noFill/>
        </p:spPr>
        <p:txBody>
          <a:bodyPr wrap="square" lIns="0" tIns="0" rIns="0" bIns="0" anchor="t">
            <a:spAutoFit/>
          </a:bodyPr>
          <a:lstStyle/>
          <a:p>
            <a:pPr algn="ctr">
              <a:lnSpc>
                <a:spcPct val="115000"/>
              </a:lnSpc>
            </a:pPr>
            <a:r>
              <a:rPr sz="1700" b="1">
                <a:solidFill>
                  <a:srgbClr val="2F6FED"/>
                </a:solidFill>
                <a:latin typeface="Segoe UI"/>
              </a:rPr>
              <a:t>Modular · deploy the Canvas incrementally</a:t>
            </a:r>
          </a:p>
        </p:txBody>
      </p:sp>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24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nodeType="withEffect">
                                  <p:stCondLst>
                                    <p:cond delay="65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nodeType="withEffect">
                                  <p:stCondLst>
                                    <p:cond delay="66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par>
                                <p:cTn id="20" presetID="10" presetClass="entr" presetSubtype="0" fill="hold" nodeType="withEffect">
                                  <p:stCondLst>
                                    <p:cond delay="68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childTnLst>
                                </p:cTn>
                              </p:par>
                              <p:par>
                                <p:cTn id="23" presetID="10" presetClass="entr" presetSubtype="0" fill="hold" nodeType="withEffect">
                                  <p:stCondLst>
                                    <p:cond delay="69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par>
                                <p:cTn id="26" presetID="10" presetClass="entr" presetSubtype="0" fill="hold" nodeType="withEffect">
                                  <p:stCondLst>
                                    <p:cond delay="71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600"/>
                                        <p:tgtEl>
                                          <p:spTgt spid="25"/>
                                        </p:tgtEl>
                                      </p:cBhvr>
                                    </p:animEffect>
                                  </p:childTnLst>
                                </p:cTn>
                              </p:par>
                              <p:par>
                                <p:cTn id="29" presetID="10" presetClass="entr" presetSubtype="0" fill="hold" nodeType="withEffect">
                                  <p:stCondLst>
                                    <p:cond delay="725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600"/>
                                        <p:tgtEl>
                                          <p:spTgt spid="29"/>
                                        </p:tgtEl>
                                      </p:cBhvr>
                                    </p:animEffect>
                                  </p:childTnLst>
                                </p:cTn>
                              </p:par>
                              <p:par>
                                <p:cTn id="32" presetID="10" presetClass="entr" presetSubtype="0" fill="hold" nodeType="withEffect">
                                  <p:stCondLst>
                                    <p:cond delay="74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600"/>
                                        <p:tgtEl>
                                          <p:spTgt spid="33"/>
                                        </p:tgtEl>
                                      </p:cBhvr>
                                    </p:animEffect>
                                  </p:childTnLst>
                                </p:cTn>
                              </p:par>
                              <p:par>
                                <p:cTn id="35" presetID="58" presetClass="entr" presetSubtype="0" accel="100000" fill="hold" grpId="0" nodeType="withEffect">
                                  <p:stCondLst>
                                    <p:cond delay="98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strVal val="#ppt_w*2.5"/>
                                          </p:val>
                                        </p:tav>
                                        <p:tav tm="100000">
                                          <p:val>
                                            <p:strVal val="#ppt_w"/>
                                          </p:val>
                                        </p:tav>
                                      </p:tavLst>
                                    </p:anim>
                                    <p:anim calcmode="lin" valueType="num">
                                      <p:cBhvr>
                                        <p:cTn id="38" dur="500" fill="hold"/>
                                        <p:tgtEl>
                                          <p:spTgt spid="10"/>
                                        </p:tgtEl>
                                        <p:attrNameLst>
                                          <p:attrName>ppt_h</p:attrName>
                                        </p:attrNameLst>
                                      </p:cBhvr>
                                      <p:tavLst>
                                        <p:tav tm="0">
                                          <p:val>
                                            <p:strVal val="#ppt_h*0.01"/>
                                          </p:val>
                                        </p:tav>
                                        <p:tav tm="100000">
                                          <p:val>
                                            <p:strVal val="#ppt_h"/>
                                          </p:val>
                                        </p:tav>
                                      </p:tavLst>
                                    </p:anim>
                                    <p:anim calcmode="lin" valueType="num">
                                      <p:cBhvr>
                                        <p:cTn id="39" dur="500" fill="hold"/>
                                        <p:tgtEl>
                                          <p:spTgt spid="10"/>
                                        </p:tgtEl>
                                        <p:attrNameLst>
                                          <p:attrName>ppt_x</p:attrName>
                                        </p:attrNameLst>
                                      </p:cBhvr>
                                      <p:tavLst>
                                        <p:tav tm="0">
                                          <p:val>
                                            <p:strVal val="#ppt_x"/>
                                          </p:val>
                                        </p:tav>
                                        <p:tav tm="100000">
                                          <p:val>
                                            <p:strVal val="#ppt_x"/>
                                          </p:val>
                                        </p:tav>
                                      </p:tavLst>
                                    </p:anim>
                                    <p:anim calcmode="lin" valueType="num">
                                      <p:cBhvr>
                                        <p:cTn id="40" dur="500" fill="hold"/>
                                        <p:tgtEl>
                                          <p:spTgt spid="10"/>
                                        </p:tgtEl>
                                        <p:attrNameLst>
                                          <p:attrName>ppt_y</p:attrName>
                                        </p:attrNameLst>
                                      </p:cBhvr>
                                      <p:tavLst>
                                        <p:tav tm="0">
                                          <p:val>
                                            <p:strVal val="#ppt_h+1"/>
                                          </p:val>
                                        </p:tav>
                                        <p:tav tm="100000">
                                          <p:val>
                                            <p:strVal val="#ppt_y"/>
                                          </p:val>
                                        </p:tav>
                                      </p:tavLst>
                                    </p:anim>
                                    <p:animEffect transition="in" filter="fade">
                                      <p:cBhvr>
                                        <p:cTn id="41" dur="500"/>
                                        <p:tgtEl>
                                          <p:spTgt spid="10"/>
                                        </p:tgtEl>
                                      </p:cBhvr>
                                    </p:animEffect>
                                  </p:childTnLst>
                                </p:cTn>
                              </p:par>
                              <p:par>
                                <p:cTn id="42" presetID="58" presetClass="entr" presetSubtype="0" accel="100000" fill="hold" grpId="0" nodeType="withEffect">
                                  <p:stCondLst>
                                    <p:cond delay="108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strVal val="#ppt_w*2.5"/>
                                          </p:val>
                                        </p:tav>
                                        <p:tav tm="100000">
                                          <p:val>
                                            <p:strVal val="#ppt_w"/>
                                          </p:val>
                                        </p:tav>
                                      </p:tavLst>
                                    </p:anim>
                                    <p:anim calcmode="lin" valueType="num">
                                      <p:cBhvr>
                                        <p:cTn id="45" dur="500" fill="hold"/>
                                        <p:tgtEl>
                                          <p:spTgt spid="14"/>
                                        </p:tgtEl>
                                        <p:attrNameLst>
                                          <p:attrName>ppt_h</p:attrName>
                                        </p:attrNameLst>
                                      </p:cBhvr>
                                      <p:tavLst>
                                        <p:tav tm="0">
                                          <p:val>
                                            <p:strVal val="#ppt_h*0.01"/>
                                          </p:val>
                                        </p:tav>
                                        <p:tav tm="100000">
                                          <p:val>
                                            <p:strVal val="#ppt_h"/>
                                          </p:val>
                                        </p:tav>
                                      </p:tavLst>
                                    </p:anim>
                                    <p:anim calcmode="lin" valueType="num">
                                      <p:cBhvr>
                                        <p:cTn id="46" dur="500" fill="hold"/>
                                        <p:tgtEl>
                                          <p:spTgt spid="14"/>
                                        </p:tgtEl>
                                        <p:attrNameLst>
                                          <p:attrName>ppt_x</p:attrName>
                                        </p:attrNameLst>
                                      </p:cBhvr>
                                      <p:tavLst>
                                        <p:tav tm="0">
                                          <p:val>
                                            <p:strVal val="#ppt_x"/>
                                          </p:val>
                                        </p:tav>
                                        <p:tav tm="100000">
                                          <p:val>
                                            <p:strVal val="#ppt_x"/>
                                          </p:val>
                                        </p:tav>
                                      </p:tavLst>
                                    </p:anim>
                                    <p:anim calcmode="lin" valueType="num">
                                      <p:cBhvr>
                                        <p:cTn id="47" dur="500" fill="hold"/>
                                        <p:tgtEl>
                                          <p:spTgt spid="14"/>
                                        </p:tgtEl>
                                        <p:attrNameLst>
                                          <p:attrName>ppt_y</p:attrName>
                                        </p:attrNameLst>
                                      </p:cBhvr>
                                      <p:tavLst>
                                        <p:tav tm="0">
                                          <p:val>
                                            <p:strVal val="#ppt_h+1"/>
                                          </p:val>
                                        </p:tav>
                                        <p:tav tm="100000">
                                          <p:val>
                                            <p:strVal val="#ppt_y"/>
                                          </p:val>
                                        </p:tav>
                                      </p:tavLst>
                                    </p:anim>
                                    <p:animEffect transition="in" filter="fade">
                                      <p:cBhvr>
                                        <p:cTn id="48" dur="500"/>
                                        <p:tgtEl>
                                          <p:spTgt spid="14"/>
                                        </p:tgtEl>
                                      </p:cBhvr>
                                    </p:animEffect>
                                  </p:childTnLst>
                                </p:cTn>
                              </p:par>
                              <p:par>
                                <p:cTn id="49" presetID="58" presetClass="entr" presetSubtype="0" accel="100000" fill="hold" grpId="0" nodeType="withEffect">
                                  <p:stCondLst>
                                    <p:cond delay="11600"/>
                                  </p:stCondLst>
                                  <p:childTnLst>
                                    <p:set>
                                      <p:cBhvr>
                                        <p:cTn id="50" dur="1" fill="hold">
                                          <p:stCondLst>
                                            <p:cond delay="0"/>
                                          </p:stCondLst>
                                        </p:cTn>
                                        <p:tgtEl>
                                          <p:spTgt spid="18"/>
                                        </p:tgtEl>
                                        <p:attrNameLst>
                                          <p:attrName>style.visibility</p:attrName>
                                        </p:attrNameLst>
                                      </p:cBhvr>
                                      <p:to>
                                        <p:strVal val="visible"/>
                                      </p:to>
                                    </p:set>
                                    <p:anim calcmode="lin" valueType="num">
                                      <p:cBhvr>
                                        <p:cTn id="51" dur="500" fill="hold"/>
                                        <p:tgtEl>
                                          <p:spTgt spid="18"/>
                                        </p:tgtEl>
                                        <p:attrNameLst>
                                          <p:attrName>ppt_w</p:attrName>
                                        </p:attrNameLst>
                                      </p:cBhvr>
                                      <p:tavLst>
                                        <p:tav tm="0">
                                          <p:val>
                                            <p:strVal val="#ppt_w*2.5"/>
                                          </p:val>
                                        </p:tav>
                                        <p:tav tm="100000">
                                          <p:val>
                                            <p:strVal val="#ppt_w"/>
                                          </p:val>
                                        </p:tav>
                                      </p:tavLst>
                                    </p:anim>
                                    <p:anim calcmode="lin" valueType="num">
                                      <p:cBhvr>
                                        <p:cTn id="52" dur="500" fill="hold"/>
                                        <p:tgtEl>
                                          <p:spTgt spid="18"/>
                                        </p:tgtEl>
                                        <p:attrNameLst>
                                          <p:attrName>ppt_h</p:attrName>
                                        </p:attrNameLst>
                                      </p:cBhvr>
                                      <p:tavLst>
                                        <p:tav tm="0">
                                          <p:val>
                                            <p:strVal val="#ppt_h*0.01"/>
                                          </p:val>
                                        </p:tav>
                                        <p:tav tm="100000">
                                          <p:val>
                                            <p:strVal val="#ppt_h"/>
                                          </p:val>
                                        </p:tav>
                                      </p:tavLst>
                                    </p:anim>
                                    <p:anim calcmode="lin" valueType="num">
                                      <p:cBhvr>
                                        <p:cTn id="53" dur="500" fill="hold"/>
                                        <p:tgtEl>
                                          <p:spTgt spid="18"/>
                                        </p:tgtEl>
                                        <p:attrNameLst>
                                          <p:attrName>ppt_x</p:attrName>
                                        </p:attrNameLst>
                                      </p:cBhvr>
                                      <p:tavLst>
                                        <p:tav tm="0">
                                          <p:val>
                                            <p:strVal val="#ppt_x"/>
                                          </p:val>
                                        </p:tav>
                                        <p:tav tm="100000">
                                          <p:val>
                                            <p:strVal val="#ppt_x"/>
                                          </p:val>
                                        </p:tav>
                                      </p:tavLst>
                                    </p:anim>
                                    <p:anim calcmode="lin" valueType="num">
                                      <p:cBhvr>
                                        <p:cTn id="54" dur="500" fill="hold"/>
                                        <p:tgtEl>
                                          <p:spTgt spid="18"/>
                                        </p:tgtEl>
                                        <p:attrNameLst>
                                          <p:attrName>ppt_y</p:attrName>
                                        </p:attrNameLst>
                                      </p:cBhvr>
                                      <p:tavLst>
                                        <p:tav tm="0">
                                          <p:val>
                                            <p:strVal val="#ppt_h+1"/>
                                          </p:val>
                                        </p:tav>
                                        <p:tav tm="100000">
                                          <p:val>
                                            <p:strVal val="#ppt_y"/>
                                          </p:val>
                                        </p:tav>
                                      </p:tavLst>
                                    </p:anim>
                                    <p:animEffect transition="in" filter="fade">
                                      <p:cBhvr>
                                        <p:cTn id="55" dur="500"/>
                                        <p:tgtEl>
                                          <p:spTgt spid="18"/>
                                        </p:tgtEl>
                                      </p:cBhvr>
                                    </p:animEffect>
                                  </p:childTnLst>
                                </p:cTn>
                              </p:par>
                              <p:par>
                                <p:cTn id="56" presetID="58" presetClass="entr" presetSubtype="0" accel="100000" fill="hold" grpId="0" nodeType="withEffect">
                                  <p:stCondLst>
                                    <p:cond delay="12200"/>
                                  </p:stCondLst>
                                  <p:childTnLst>
                                    <p:set>
                                      <p:cBhvr>
                                        <p:cTn id="57" dur="1" fill="hold">
                                          <p:stCondLst>
                                            <p:cond delay="0"/>
                                          </p:stCondLst>
                                        </p:cTn>
                                        <p:tgtEl>
                                          <p:spTgt spid="22"/>
                                        </p:tgtEl>
                                        <p:attrNameLst>
                                          <p:attrName>style.visibility</p:attrName>
                                        </p:attrNameLst>
                                      </p:cBhvr>
                                      <p:to>
                                        <p:strVal val="visible"/>
                                      </p:to>
                                    </p:set>
                                    <p:anim calcmode="lin" valueType="num">
                                      <p:cBhvr>
                                        <p:cTn id="58" dur="500" fill="hold"/>
                                        <p:tgtEl>
                                          <p:spTgt spid="22"/>
                                        </p:tgtEl>
                                        <p:attrNameLst>
                                          <p:attrName>ppt_w</p:attrName>
                                        </p:attrNameLst>
                                      </p:cBhvr>
                                      <p:tavLst>
                                        <p:tav tm="0">
                                          <p:val>
                                            <p:strVal val="#ppt_w*2.5"/>
                                          </p:val>
                                        </p:tav>
                                        <p:tav tm="100000">
                                          <p:val>
                                            <p:strVal val="#ppt_w"/>
                                          </p:val>
                                        </p:tav>
                                      </p:tavLst>
                                    </p:anim>
                                    <p:anim calcmode="lin" valueType="num">
                                      <p:cBhvr>
                                        <p:cTn id="59" dur="500" fill="hold"/>
                                        <p:tgtEl>
                                          <p:spTgt spid="22"/>
                                        </p:tgtEl>
                                        <p:attrNameLst>
                                          <p:attrName>ppt_h</p:attrName>
                                        </p:attrNameLst>
                                      </p:cBhvr>
                                      <p:tavLst>
                                        <p:tav tm="0">
                                          <p:val>
                                            <p:strVal val="#ppt_h*0.01"/>
                                          </p:val>
                                        </p:tav>
                                        <p:tav tm="100000">
                                          <p:val>
                                            <p:strVal val="#ppt_h"/>
                                          </p:val>
                                        </p:tav>
                                      </p:tavLst>
                                    </p:anim>
                                    <p:anim calcmode="lin" valueType="num">
                                      <p:cBhvr>
                                        <p:cTn id="60" dur="500" fill="hold"/>
                                        <p:tgtEl>
                                          <p:spTgt spid="22"/>
                                        </p:tgtEl>
                                        <p:attrNameLst>
                                          <p:attrName>ppt_x</p:attrName>
                                        </p:attrNameLst>
                                      </p:cBhvr>
                                      <p:tavLst>
                                        <p:tav tm="0">
                                          <p:val>
                                            <p:strVal val="#ppt_x"/>
                                          </p:val>
                                        </p:tav>
                                        <p:tav tm="100000">
                                          <p:val>
                                            <p:strVal val="#ppt_x"/>
                                          </p:val>
                                        </p:tav>
                                      </p:tavLst>
                                    </p:anim>
                                    <p:anim calcmode="lin" valueType="num">
                                      <p:cBhvr>
                                        <p:cTn id="61" dur="500" fill="hold"/>
                                        <p:tgtEl>
                                          <p:spTgt spid="22"/>
                                        </p:tgtEl>
                                        <p:attrNameLst>
                                          <p:attrName>ppt_y</p:attrName>
                                        </p:attrNameLst>
                                      </p:cBhvr>
                                      <p:tavLst>
                                        <p:tav tm="0">
                                          <p:val>
                                            <p:strVal val="#ppt_h+1"/>
                                          </p:val>
                                        </p:tav>
                                        <p:tav tm="100000">
                                          <p:val>
                                            <p:strVal val="#ppt_y"/>
                                          </p:val>
                                        </p:tav>
                                      </p:tavLst>
                                    </p:anim>
                                    <p:animEffect transition="in" filter="fade">
                                      <p:cBhvr>
                                        <p:cTn id="62" dur="500"/>
                                        <p:tgtEl>
                                          <p:spTgt spid="22"/>
                                        </p:tgtEl>
                                      </p:cBhvr>
                                    </p:animEffect>
                                  </p:childTnLst>
                                </p:cTn>
                              </p:par>
                              <p:par>
                                <p:cTn id="63" presetID="58" presetClass="entr" presetSubtype="0" accel="100000" fill="hold" grpId="0" nodeType="withEffect">
                                  <p:stCondLst>
                                    <p:cond delay="14200"/>
                                  </p:stCondLst>
                                  <p:childTnLst>
                                    <p:set>
                                      <p:cBhvr>
                                        <p:cTn id="64" dur="1" fill="hold">
                                          <p:stCondLst>
                                            <p:cond delay="0"/>
                                          </p:stCondLst>
                                        </p:cTn>
                                        <p:tgtEl>
                                          <p:spTgt spid="26"/>
                                        </p:tgtEl>
                                        <p:attrNameLst>
                                          <p:attrName>style.visibility</p:attrName>
                                        </p:attrNameLst>
                                      </p:cBhvr>
                                      <p:to>
                                        <p:strVal val="visible"/>
                                      </p:to>
                                    </p:set>
                                    <p:anim calcmode="lin" valueType="num">
                                      <p:cBhvr>
                                        <p:cTn id="65" dur="500" fill="hold"/>
                                        <p:tgtEl>
                                          <p:spTgt spid="26"/>
                                        </p:tgtEl>
                                        <p:attrNameLst>
                                          <p:attrName>ppt_w</p:attrName>
                                        </p:attrNameLst>
                                      </p:cBhvr>
                                      <p:tavLst>
                                        <p:tav tm="0">
                                          <p:val>
                                            <p:strVal val="#ppt_w*2.5"/>
                                          </p:val>
                                        </p:tav>
                                        <p:tav tm="100000">
                                          <p:val>
                                            <p:strVal val="#ppt_w"/>
                                          </p:val>
                                        </p:tav>
                                      </p:tavLst>
                                    </p:anim>
                                    <p:anim calcmode="lin" valueType="num">
                                      <p:cBhvr>
                                        <p:cTn id="66" dur="500" fill="hold"/>
                                        <p:tgtEl>
                                          <p:spTgt spid="26"/>
                                        </p:tgtEl>
                                        <p:attrNameLst>
                                          <p:attrName>ppt_h</p:attrName>
                                        </p:attrNameLst>
                                      </p:cBhvr>
                                      <p:tavLst>
                                        <p:tav tm="0">
                                          <p:val>
                                            <p:strVal val="#ppt_h*0.01"/>
                                          </p:val>
                                        </p:tav>
                                        <p:tav tm="100000">
                                          <p:val>
                                            <p:strVal val="#ppt_h"/>
                                          </p:val>
                                        </p:tav>
                                      </p:tavLst>
                                    </p:anim>
                                    <p:anim calcmode="lin" valueType="num">
                                      <p:cBhvr>
                                        <p:cTn id="67" dur="500" fill="hold"/>
                                        <p:tgtEl>
                                          <p:spTgt spid="26"/>
                                        </p:tgtEl>
                                        <p:attrNameLst>
                                          <p:attrName>ppt_x</p:attrName>
                                        </p:attrNameLst>
                                      </p:cBhvr>
                                      <p:tavLst>
                                        <p:tav tm="0">
                                          <p:val>
                                            <p:strVal val="#ppt_x"/>
                                          </p:val>
                                        </p:tav>
                                        <p:tav tm="100000">
                                          <p:val>
                                            <p:strVal val="#ppt_x"/>
                                          </p:val>
                                        </p:tav>
                                      </p:tavLst>
                                    </p:anim>
                                    <p:anim calcmode="lin" valueType="num">
                                      <p:cBhvr>
                                        <p:cTn id="68" dur="500" fill="hold"/>
                                        <p:tgtEl>
                                          <p:spTgt spid="26"/>
                                        </p:tgtEl>
                                        <p:attrNameLst>
                                          <p:attrName>ppt_y</p:attrName>
                                        </p:attrNameLst>
                                      </p:cBhvr>
                                      <p:tavLst>
                                        <p:tav tm="0">
                                          <p:val>
                                            <p:strVal val="#ppt_h+1"/>
                                          </p:val>
                                        </p:tav>
                                        <p:tav tm="100000">
                                          <p:val>
                                            <p:strVal val="#ppt_y"/>
                                          </p:val>
                                        </p:tav>
                                      </p:tavLst>
                                    </p:anim>
                                    <p:animEffect transition="in" filter="fade">
                                      <p:cBhvr>
                                        <p:cTn id="69" dur="500"/>
                                        <p:tgtEl>
                                          <p:spTgt spid="26"/>
                                        </p:tgtEl>
                                      </p:cBhvr>
                                    </p:animEffect>
                                  </p:childTnLst>
                                </p:cTn>
                              </p:par>
                              <p:par>
                                <p:cTn id="70" presetID="58" presetClass="entr" presetSubtype="0" accel="100000" fill="hold" grpId="0" nodeType="withEffect">
                                  <p:stCondLst>
                                    <p:cond delay="1500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strVal val="#ppt_w*2.5"/>
                                          </p:val>
                                        </p:tav>
                                        <p:tav tm="100000">
                                          <p:val>
                                            <p:strVal val="#ppt_w"/>
                                          </p:val>
                                        </p:tav>
                                      </p:tavLst>
                                    </p:anim>
                                    <p:anim calcmode="lin" valueType="num">
                                      <p:cBhvr>
                                        <p:cTn id="73" dur="500" fill="hold"/>
                                        <p:tgtEl>
                                          <p:spTgt spid="30"/>
                                        </p:tgtEl>
                                        <p:attrNameLst>
                                          <p:attrName>ppt_h</p:attrName>
                                        </p:attrNameLst>
                                      </p:cBhvr>
                                      <p:tavLst>
                                        <p:tav tm="0">
                                          <p:val>
                                            <p:strVal val="#ppt_h*0.01"/>
                                          </p:val>
                                        </p:tav>
                                        <p:tav tm="100000">
                                          <p:val>
                                            <p:strVal val="#ppt_h"/>
                                          </p:val>
                                        </p:tav>
                                      </p:tavLst>
                                    </p:anim>
                                    <p:anim calcmode="lin" valueType="num">
                                      <p:cBhvr>
                                        <p:cTn id="74" dur="500" fill="hold"/>
                                        <p:tgtEl>
                                          <p:spTgt spid="30"/>
                                        </p:tgtEl>
                                        <p:attrNameLst>
                                          <p:attrName>ppt_x</p:attrName>
                                        </p:attrNameLst>
                                      </p:cBhvr>
                                      <p:tavLst>
                                        <p:tav tm="0">
                                          <p:val>
                                            <p:strVal val="#ppt_x"/>
                                          </p:val>
                                        </p:tav>
                                        <p:tav tm="100000">
                                          <p:val>
                                            <p:strVal val="#ppt_x"/>
                                          </p:val>
                                        </p:tav>
                                      </p:tavLst>
                                    </p:anim>
                                    <p:anim calcmode="lin" valueType="num">
                                      <p:cBhvr>
                                        <p:cTn id="75" dur="500" fill="hold"/>
                                        <p:tgtEl>
                                          <p:spTgt spid="30"/>
                                        </p:tgtEl>
                                        <p:attrNameLst>
                                          <p:attrName>ppt_y</p:attrName>
                                        </p:attrNameLst>
                                      </p:cBhvr>
                                      <p:tavLst>
                                        <p:tav tm="0">
                                          <p:val>
                                            <p:strVal val="#ppt_h+1"/>
                                          </p:val>
                                        </p:tav>
                                        <p:tav tm="100000">
                                          <p:val>
                                            <p:strVal val="#ppt_y"/>
                                          </p:val>
                                        </p:tav>
                                      </p:tavLst>
                                    </p:anim>
                                    <p:animEffect transition="in" filter="fade">
                                      <p:cBhvr>
                                        <p:cTn id="76" dur="500"/>
                                        <p:tgtEl>
                                          <p:spTgt spid="30"/>
                                        </p:tgtEl>
                                      </p:cBhvr>
                                    </p:animEffect>
                                  </p:childTnLst>
                                </p:cTn>
                              </p:par>
                              <p:par>
                                <p:cTn id="77" presetID="58" presetClass="entr" presetSubtype="0" accel="100000" fill="hold" grpId="0" nodeType="withEffect">
                                  <p:stCondLst>
                                    <p:cond delay="15600"/>
                                  </p:stCondLst>
                                  <p:childTnLst>
                                    <p:set>
                                      <p:cBhvr>
                                        <p:cTn id="78" dur="1" fill="hold">
                                          <p:stCondLst>
                                            <p:cond delay="0"/>
                                          </p:stCondLst>
                                        </p:cTn>
                                        <p:tgtEl>
                                          <p:spTgt spid="34"/>
                                        </p:tgtEl>
                                        <p:attrNameLst>
                                          <p:attrName>style.visibility</p:attrName>
                                        </p:attrNameLst>
                                      </p:cBhvr>
                                      <p:to>
                                        <p:strVal val="visible"/>
                                      </p:to>
                                    </p:set>
                                    <p:anim calcmode="lin" valueType="num">
                                      <p:cBhvr>
                                        <p:cTn id="79" dur="500" fill="hold"/>
                                        <p:tgtEl>
                                          <p:spTgt spid="34"/>
                                        </p:tgtEl>
                                        <p:attrNameLst>
                                          <p:attrName>ppt_w</p:attrName>
                                        </p:attrNameLst>
                                      </p:cBhvr>
                                      <p:tavLst>
                                        <p:tav tm="0">
                                          <p:val>
                                            <p:strVal val="#ppt_w*2.5"/>
                                          </p:val>
                                        </p:tav>
                                        <p:tav tm="100000">
                                          <p:val>
                                            <p:strVal val="#ppt_w"/>
                                          </p:val>
                                        </p:tav>
                                      </p:tavLst>
                                    </p:anim>
                                    <p:anim calcmode="lin" valueType="num">
                                      <p:cBhvr>
                                        <p:cTn id="80" dur="500" fill="hold"/>
                                        <p:tgtEl>
                                          <p:spTgt spid="34"/>
                                        </p:tgtEl>
                                        <p:attrNameLst>
                                          <p:attrName>ppt_h</p:attrName>
                                        </p:attrNameLst>
                                      </p:cBhvr>
                                      <p:tavLst>
                                        <p:tav tm="0">
                                          <p:val>
                                            <p:strVal val="#ppt_h*0.01"/>
                                          </p:val>
                                        </p:tav>
                                        <p:tav tm="100000">
                                          <p:val>
                                            <p:strVal val="#ppt_h"/>
                                          </p:val>
                                        </p:tav>
                                      </p:tavLst>
                                    </p:anim>
                                    <p:anim calcmode="lin" valueType="num">
                                      <p:cBhvr>
                                        <p:cTn id="81" dur="500" fill="hold"/>
                                        <p:tgtEl>
                                          <p:spTgt spid="34"/>
                                        </p:tgtEl>
                                        <p:attrNameLst>
                                          <p:attrName>ppt_x</p:attrName>
                                        </p:attrNameLst>
                                      </p:cBhvr>
                                      <p:tavLst>
                                        <p:tav tm="0">
                                          <p:val>
                                            <p:strVal val="#ppt_x"/>
                                          </p:val>
                                        </p:tav>
                                        <p:tav tm="100000">
                                          <p:val>
                                            <p:strVal val="#ppt_x"/>
                                          </p:val>
                                        </p:tav>
                                      </p:tavLst>
                                    </p:anim>
                                    <p:anim calcmode="lin" valueType="num">
                                      <p:cBhvr>
                                        <p:cTn id="82" dur="500" fill="hold"/>
                                        <p:tgtEl>
                                          <p:spTgt spid="34"/>
                                        </p:tgtEl>
                                        <p:attrNameLst>
                                          <p:attrName>ppt_y</p:attrName>
                                        </p:attrNameLst>
                                      </p:cBhvr>
                                      <p:tavLst>
                                        <p:tav tm="0">
                                          <p:val>
                                            <p:strVal val="#ppt_h+1"/>
                                          </p:val>
                                        </p:tav>
                                        <p:tav tm="100000">
                                          <p:val>
                                            <p:strVal val="#ppt_y"/>
                                          </p:val>
                                        </p:tav>
                                      </p:tavLst>
                                    </p:anim>
                                    <p:animEffect transition="in" filter="fade">
                                      <p:cBhvr>
                                        <p:cTn id="83" dur="500"/>
                                        <p:tgtEl>
                                          <p:spTgt spid="34"/>
                                        </p:tgtEl>
                                      </p:cBhvr>
                                    </p:animEffect>
                                  </p:childTnLst>
                                </p:cTn>
                              </p:par>
                              <p:par>
                                <p:cTn id="84" presetID="10" presetClass="entr" presetSubtype="0" fill="hold" grpId="0" nodeType="withEffect">
                                  <p:stCondLst>
                                    <p:cond delay="162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600"/>
                                        <p:tgtEl>
                                          <p:spTgt spid="35"/>
                                        </p:tgtEl>
                                      </p:cBhvr>
                                    </p:animEffect>
                                  </p:childTnLst>
                                </p:cTn>
                              </p:par>
                              <p:par>
                                <p:cTn id="87" presetID="10" presetClass="entr" presetSubtype="0" fill="hold" grpId="0" nodeType="withEffect">
                                  <p:stCondLst>
                                    <p:cond delay="168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6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10" name="Canvas"/>
          <p:cNvGrpSpPr/>
          <p:nvPr/>
        </p:nvGrpSpPr>
        <p:grpSpPr>
          <a:xfrm>
            <a:off x="3873500" y="2317750"/>
            <a:ext cx="4445000" cy="2721372"/>
            <a:chOff x="3873500" y="2317750"/>
            <a:chExt cx="4445000" cy="2721372"/>
          </a:xfrm>
        </p:grpSpPr>
        <p:pic>
          <p:nvPicPr>
            <p:cNvPr id="6" name="Shape 4" descr="canvas-dark.png"/>
            <p:cNvPicPr>
              <a:picLocks noChangeAspect="1"/>
            </p:cNvPicPr>
            <p:nvPr/>
          </p:nvPicPr>
          <p:blipFill>
            <a:blip r:embed="rId4"/>
            <a:stretch>
              <a:fillRect/>
            </a:stretch>
          </p:blipFill>
          <p:spPr>
            <a:xfrm>
              <a:off x="3873500" y="3397250"/>
              <a:ext cx="4445000" cy="1641872"/>
            </a:xfrm>
            <a:prstGeom prst="rect">
              <a:avLst/>
            </a:prstGeom>
          </p:spPr>
        </p:pic>
        <p:pic>
          <p:nvPicPr>
            <p:cNvPr id="7" name="Shape 5" descr="oda.png"/>
            <p:cNvPicPr>
              <a:picLocks noChangeAspect="1"/>
            </p:cNvPicPr>
            <p:nvPr/>
          </p:nvPicPr>
          <p:blipFill>
            <a:blip r:embed="rId5"/>
            <a:stretch>
              <a:fillRect/>
            </a:stretch>
          </p:blipFill>
          <p:spPr>
            <a:xfrm>
              <a:off x="4381500" y="2317750"/>
              <a:ext cx="1079500" cy="1019528"/>
            </a:xfrm>
            <a:prstGeom prst="rect">
              <a:avLst/>
            </a:prstGeom>
          </p:spPr>
        </p:pic>
        <p:pic>
          <p:nvPicPr>
            <p:cNvPr id="8" name="Shape 6" descr="oda-agent.png"/>
            <p:cNvPicPr>
              <a:picLocks noChangeAspect="1"/>
            </p:cNvPicPr>
            <p:nvPr/>
          </p:nvPicPr>
          <p:blipFill>
            <a:blip r:embed="rId6"/>
            <a:stretch>
              <a:fillRect/>
            </a:stretch>
          </p:blipFill>
          <p:spPr>
            <a:xfrm>
              <a:off x="5556250" y="2317750"/>
              <a:ext cx="1079500" cy="1019528"/>
            </a:xfrm>
            <a:prstGeom prst="rect">
              <a:avLst/>
            </a:prstGeom>
          </p:spPr>
        </p:pic>
        <p:pic>
          <p:nvPicPr>
            <p:cNvPr id="9" name="Shape 7" descr="oda.png"/>
            <p:cNvPicPr>
              <a:picLocks noChangeAspect="1"/>
            </p:cNvPicPr>
            <p:nvPr/>
          </p:nvPicPr>
          <p:blipFill>
            <a:blip r:embed="rId5"/>
            <a:stretch>
              <a:fillRect/>
            </a:stretch>
          </p:blipFill>
          <p:spPr>
            <a:xfrm>
              <a:off x="6731000" y="2317750"/>
              <a:ext cx="1079500" cy="1019528"/>
            </a:xfrm>
            <a:prstGeom prst="rect">
              <a:avLst/>
            </a:prstGeom>
          </p:spPr>
        </p:pic>
      </p:grpSp>
      <p:grpSp>
        <p:nvGrpSpPr>
          <p:cNvPr id="14" name="Role 1"/>
          <p:cNvGrpSpPr/>
          <p:nvPr/>
        </p:nvGrpSpPr>
        <p:grpSpPr>
          <a:xfrm>
            <a:off x="762000" y="1397000"/>
            <a:ext cx="2540000" cy="1473200"/>
            <a:chOff x="762000" y="1397000"/>
            <a:chExt cx="2540000" cy="1473200"/>
          </a:xfrm>
        </p:grpSpPr>
        <p:sp>
          <p:nvSpPr>
            <p:cNvPr id="11" name="Shape 9"/>
            <p:cNvSpPr/>
            <p:nvPr/>
          </p:nvSpPr>
          <p:spPr>
            <a:xfrm>
              <a:off x="1587500" y="1397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ube-f5a623.png"/>
            <p:cNvPicPr>
              <a:picLocks noChangeAspect="1"/>
            </p:cNvPicPr>
            <p:nvPr/>
          </p:nvPicPr>
          <p:blipFill>
            <a:blip r:embed="rId7"/>
            <a:stretch>
              <a:fillRect/>
            </a:stretch>
          </p:blipFill>
          <p:spPr>
            <a:xfrm>
              <a:off x="1778000" y="1587500"/>
              <a:ext cx="508000" cy="508000"/>
            </a:xfrm>
            <a:prstGeom prst="rect">
              <a:avLst/>
            </a:prstGeom>
          </p:spPr>
        </p:pic>
        <p:sp>
          <p:nvSpPr>
            <p:cNvPr id="13" name="Shape 11"/>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15" name="Link 1"/>
          <p:cNvCxnSpPr/>
          <p:nvPr/>
        </p:nvCxnSpPr>
        <p:spPr>
          <a:xfrm>
            <a:off x="2502397" y="1996576"/>
            <a:ext cx="1514243" cy="499201"/>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2"/>
          <p:cNvGrpSpPr/>
          <p:nvPr/>
        </p:nvGrpSpPr>
        <p:grpSpPr>
          <a:xfrm>
            <a:off x="8890000" y="1397000"/>
            <a:ext cx="2540000" cy="1473200"/>
            <a:chOff x="8890000" y="1397000"/>
            <a:chExt cx="2540000" cy="1473200"/>
          </a:xfrm>
        </p:grpSpPr>
        <p:sp>
          <p:nvSpPr>
            <p:cNvPr id="16" name="Shape 14"/>
            <p:cNvSpPr/>
            <p:nvPr/>
          </p:nvSpPr>
          <p:spPr>
            <a:xfrm>
              <a:off x="9715500" y="1397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handshake-1fc7a8.png"/>
            <p:cNvPicPr>
              <a:picLocks noChangeAspect="1"/>
            </p:cNvPicPr>
            <p:nvPr/>
          </p:nvPicPr>
          <p:blipFill>
            <a:blip r:embed="rId8"/>
            <a:stretch>
              <a:fillRect/>
            </a:stretch>
          </p:blipFill>
          <p:spPr>
            <a:xfrm>
              <a:off x="9906000" y="1587500"/>
              <a:ext cx="508000" cy="508000"/>
            </a:xfrm>
            <a:prstGeom prst="rect">
              <a:avLst/>
            </a:prstGeom>
          </p:spPr>
        </p:pic>
        <p:sp>
          <p:nvSpPr>
            <p:cNvPr id="18" name="Shape 16"/>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0" name="Link 2"/>
          <p:cNvCxnSpPr/>
          <p:nvPr/>
        </p:nvCxnSpPr>
        <p:spPr>
          <a:xfrm flipH="1">
            <a:off x="8175360" y="1996576"/>
            <a:ext cx="1514243" cy="499201"/>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3"/>
          <p:cNvGrpSpPr/>
          <p:nvPr/>
        </p:nvGrpSpPr>
        <p:grpSpPr>
          <a:xfrm>
            <a:off x="762000" y="3429000"/>
            <a:ext cx="2540000" cy="1473200"/>
            <a:chOff x="762000" y="3429000"/>
            <a:chExt cx="2540000" cy="1473200"/>
          </a:xfrm>
        </p:grpSpPr>
        <p:sp>
          <p:nvSpPr>
            <p:cNvPr id="21" name="Shape 19"/>
            <p:cNvSpPr/>
            <p:nvPr/>
          </p:nvSpPr>
          <p:spPr>
            <a:xfrm>
              <a:off x="1587500" y="3429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globe-e6007e.png"/>
            <p:cNvPicPr>
              <a:picLocks noChangeAspect="1"/>
            </p:cNvPicPr>
            <p:nvPr/>
          </p:nvPicPr>
          <p:blipFill>
            <a:blip r:embed="rId9"/>
            <a:stretch>
              <a:fillRect/>
            </a:stretch>
          </p:blipFill>
          <p:spPr>
            <a:xfrm>
              <a:off x="1778000" y="3619500"/>
              <a:ext cx="508000" cy="508000"/>
            </a:xfrm>
            <a:prstGeom prst="rect">
              <a:avLst/>
            </a:prstGeom>
          </p:spPr>
        </p:pic>
        <p:sp>
          <p:nvSpPr>
            <p:cNvPr id="23" name="Shape 21"/>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25" name="Link 3"/>
          <p:cNvCxnSpPr/>
          <p:nvPr/>
        </p:nvCxnSpPr>
        <p:spPr>
          <a:xfrm>
            <a:off x="2516676" y="3975537"/>
            <a:ext cx="996255" cy="209738"/>
          </a:xfrm>
          <a:prstGeom prst="line">
            <a:avLst/>
          </a:prstGeom>
          <a:ln w="2540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29" name="Role 4"/>
          <p:cNvGrpSpPr/>
          <p:nvPr/>
        </p:nvGrpSpPr>
        <p:grpSpPr>
          <a:xfrm>
            <a:off x="8890000" y="3429000"/>
            <a:ext cx="2540000" cy="1473200"/>
            <a:chOff x="8890000" y="3429000"/>
            <a:chExt cx="2540000" cy="1473200"/>
          </a:xfrm>
        </p:grpSpPr>
        <p:sp>
          <p:nvSpPr>
            <p:cNvPr id="26" name="Shape 24"/>
            <p:cNvSpPr/>
            <p:nvPr/>
          </p:nvSpPr>
          <p:spPr>
            <a:xfrm>
              <a:off x="9715500" y="3429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Shape 25" descr="icon-cloud-2f6fed.png"/>
            <p:cNvPicPr>
              <a:picLocks noChangeAspect="1"/>
            </p:cNvPicPr>
            <p:nvPr/>
          </p:nvPicPr>
          <p:blipFill>
            <a:blip r:embed="rId10"/>
            <a:stretch>
              <a:fillRect/>
            </a:stretch>
          </p:blipFill>
          <p:spPr>
            <a:xfrm>
              <a:off x="9906000" y="3619500"/>
              <a:ext cx="508000" cy="508000"/>
            </a:xfrm>
            <a:prstGeom prst="rect">
              <a:avLst/>
            </a:prstGeom>
          </p:spPr>
        </p:pic>
        <p:sp>
          <p:nvSpPr>
            <p:cNvPr id="28" name="Shape 26"/>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30" name="Link 4"/>
          <p:cNvCxnSpPr/>
          <p:nvPr/>
        </p:nvCxnSpPr>
        <p:spPr>
          <a:xfrm flipH="1">
            <a:off x="8679069" y="3975537"/>
            <a:ext cx="996255" cy="209738"/>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14"/>
                                        </p:tgtEl>
                                        <p:attrNameLst>
                                          <p:attrName>style.visibility</p:attrName>
                                        </p:attrNameLst>
                                      </p:cBhvr>
                                      <p:to>
                                        <p:strVal val="visible"/>
                                      </p:to>
                                    </p:set>
                                    <p:anim calcmode="lin" valueType="num">
                                      <p:cBhvr>
                                        <p:cTn id="13" dur="600" fill="hold"/>
                                        <p:tgtEl>
                                          <p:spTgt spid="14"/>
                                        </p:tgtEl>
                                        <p:attrNameLst>
                                          <p:attrName>ppt_w</p:attrName>
                                        </p:attrNameLst>
                                      </p:cBhvr>
                                      <p:tavLst>
                                        <p:tav tm="0">
                                          <p:val>
                                            <p:strVal val="#ppt_w*2.5"/>
                                          </p:val>
                                        </p:tav>
                                        <p:tav tm="100000">
                                          <p:val>
                                            <p:strVal val="#ppt_w"/>
                                          </p:val>
                                        </p:tav>
                                      </p:tavLst>
                                    </p:anim>
                                    <p:anim calcmode="lin" valueType="num">
                                      <p:cBhvr>
                                        <p:cTn id="14" dur="600" fill="hold"/>
                                        <p:tgtEl>
                                          <p:spTgt spid="14"/>
                                        </p:tgtEl>
                                        <p:attrNameLst>
                                          <p:attrName>ppt_h</p:attrName>
                                        </p:attrNameLst>
                                      </p:cBhvr>
                                      <p:tavLst>
                                        <p:tav tm="0">
                                          <p:val>
                                            <p:strVal val="#ppt_h*0.01"/>
                                          </p:val>
                                        </p:tav>
                                        <p:tav tm="100000">
                                          <p:val>
                                            <p:strVal val="#ppt_h"/>
                                          </p:val>
                                        </p:tav>
                                      </p:tavLst>
                                    </p:anim>
                                    <p:anim calcmode="lin" valueType="num">
                                      <p:cBhvr>
                                        <p:cTn id="15" dur="600" fill="hold"/>
                                        <p:tgtEl>
                                          <p:spTgt spid="14"/>
                                        </p:tgtEl>
                                        <p:attrNameLst>
                                          <p:attrName>ppt_x</p:attrName>
                                        </p:attrNameLst>
                                      </p:cBhvr>
                                      <p:tavLst>
                                        <p:tav tm="0">
                                          <p:val>
                                            <p:strVal val="#ppt_x"/>
                                          </p:val>
                                        </p:tav>
                                        <p:tav tm="100000">
                                          <p:val>
                                            <p:strVal val="#ppt_x"/>
                                          </p:val>
                                        </p:tav>
                                      </p:tavLst>
                                    </p:anim>
                                    <p:anim calcmode="lin" valueType="num">
                                      <p:cBhvr>
                                        <p:cTn id="16" dur="600" fill="hold"/>
                                        <p:tgtEl>
                                          <p:spTgt spid="14"/>
                                        </p:tgtEl>
                                        <p:attrNameLst>
                                          <p:attrName>ppt_y</p:attrName>
                                        </p:attrNameLst>
                                      </p:cBhvr>
                                      <p:tavLst>
                                        <p:tav tm="0">
                                          <p:val>
                                            <p:strVal val="#ppt_h+1"/>
                                          </p:val>
                                        </p:tav>
                                        <p:tav tm="100000">
                                          <p:val>
                                            <p:strVal val="#ppt_y"/>
                                          </p:val>
                                        </p:tav>
                                      </p:tavLst>
                                    </p:anim>
                                    <p:animEffect transition="in" filter="fade">
                                      <p:cBhvr>
                                        <p:cTn id="17" dur="600"/>
                                        <p:tgtEl>
                                          <p:spTgt spid="14"/>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9"/>
                                        </p:tgtEl>
                                        <p:attrNameLst>
                                          <p:attrName>style.visibility</p:attrName>
                                        </p:attrNameLst>
                                      </p:cBhvr>
                                      <p:to>
                                        <p:strVal val="visible"/>
                                      </p:to>
                                    </p:set>
                                    <p:anim calcmode="lin" valueType="num">
                                      <p:cBhvr>
                                        <p:cTn id="20" dur="600" fill="hold"/>
                                        <p:tgtEl>
                                          <p:spTgt spid="19"/>
                                        </p:tgtEl>
                                        <p:attrNameLst>
                                          <p:attrName>ppt_w</p:attrName>
                                        </p:attrNameLst>
                                      </p:cBhvr>
                                      <p:tavLst>
                                        <p:tav tm="0">
                                          <p:val>
                                            <p:strVal val="#ppt_w*2.5"/>
                                          </p:val>
                                        </p:tav>
                                        <p:tav tm="100000">
                                          <p:val>
                                            <p:strVal val="#ppt_w"/>
                                          </p:val>
                                        </p:tav>
                                      </p:tavLst>
                                    </p:anim>
                                    <p:anim calcmode="lin" valueType="num">
                                      <p:cBhvr>
                                        <p:cTn id="21" dur="600" fill="hold"/>
                                        <p:tgtEl>
                                          <p:spTgt spid="19"/>
                                        </p:tgtEl>
                                        <p:attrNameLst>
                                          <p:attrName>ppt_h</p:attrName>
                                        </p:attrNameLst>
                                      </p:cBhvr>
                                      <p:tavLst>
                                        <p:tav tm="0">
                                          <p:val>
                                            <p:strVal val="#ppt_h*0.01"/>
                                          </p:val>
                                        </p:tav>
                                        <p:tav tm="100000">
                                          <p:val>
                                            <p:strVal val="#ppt_h"/>
                                          </p:val>
                                        </p:tav>
                                      </p:tavLst>
                                    </p:anim>
                                    <p:anim calcmode="lin" valueType="num">
                                      <p:cBhvr>
                                        <p:cTn id="22" dur="600" fill="hold"/>
                                        <p:tgtEl>
                                          <p:spTgt spid="19"/>
                                        </p:tgtEl>
                                        <p:attrNameLst>
                                          <p:attrName>ppt_x</p:attrName>
                                        </p:attrNameLst>
                                      </p:cBhvr>
                                      <p:tavLst>
                                        <p:tav tm="0">
                                          <p:val>
                                            <p:strVal val="#ppt_x"/>
                                          </p:val>
                                        </p:tav>
                                        <p:tav tm="100000">
                                          <p:val>
                                            <p:strVal val="#ppt_x"/>
                                          </p:val>
                                        </p:tav>
                                      </p:tavLst>
                                    </p:anim>
                                    <p:anim calcmode="lin" valueType="num">
                                      <p:cBhvr>
                                        <p:cTn id="23" dur="600" fill="hold"/>
                                        <p:tgtEl>
                                          <p:spTgt spid="19"/>
                                        </p:tgtEl>
                                        <p:attrNameLst>
                                          <p:attrName>ppt_y</p:attrName>
                                        </p:attrNameLst>
                                      </p:cBhvr>
                                      <p:tavLst>
                                        <p:tav tm="0">
                                          <p:val>
                                            <p:strVal val="#ppt_h+1"/>
                                          </p:val>
                                        </p:tav>
                                        <p:tav tm="100000">
                                          <p:val>
                                            <p:strVal val="#ppt_y"/>
                                          </p:val>
                                        </p:tav>
                                      </p:tavLst>
                                    </p:anim>
                                    <p:animEffect transition="in" filter="fade">
                                      <p:cBhvr>
                                        <p:cTn id="24" dur="600"/>
                                        <p:tgtEl>
                                          <p:spTgt spid="19"/>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24"/>
                                        </p:tgtEl>
                                        <p:attrNameLst>
                                          <p:attrName>style.visibility</p:attrName>
                                        </p:attrNameLst>
                                      </p:cBhvr>
                                      <p:to>
                                        <p:strVal val="visible"/>
                                      </p:to>
                                    </p:set>
                                    <p:anim calcmode="lin" valueType="num">
                                      <p:cBhvr>
                                        <p:cTn id="27" dur="600" fill="hold"/>
                                        <p:tgtEl>
                                          <p:spTgt spid="24"/>
                                        </p:tgtEl>
                                        <p:attrNameLst>
                                          <p:attrName>ppt_w</p:attrName>
                                        </p:attrNameLst>
                                      </p:cBhvr>
                                      <p:tavLst>
                                        <p:tav tm="0">
                                          <p:val>
                                            <p:strVal val="#ppt_w*2.5"/>
                                          </p:val>
                                        </p:tav>
                                        <p:tav tm="100000">
                                          <p:val>
                                            <p:strVal val="#ppt_w"/>
                                          </p:val>
                                        </p:tav>
                                      </p:tavLst>
                                    </p:anim>
                                    <p:anim calcmode="lin" valueType="num">
                                      <p:cBhvr>
                                        <p:cTn id="28" dur="600" fill="hold"/>
                                        <p:tgtEl>
                                          <p:spTgt spid="24"/>
                                        </p:tgtEl>
                                        <p:attrNameLst>
                                          <p:attrName>ppt_h</p:attrName>
                                        </p:attrNameLst>
                                      </p:cBhvr>
                                      <p:tavLst>
                                        <p:tav tm="0">
                                          <p:val>
                                            <p:strVal val="#ppt_h*0.01"/>
                                          </p:val>
                                        </p:tav>
                                        <p:tav tm="100000">
                                          <p:val>
                                            <p:strVal val="#ppt_h"/>
                                          </p:val>
                                        </p:tav>
                                      </p:tavLst>
                                    </p:anim>
                                    <p:anim calcmode="lin" valueType="num">
                                      <p:cBhvr>
                                        <p:cTn id="29" dur="600" fill="hold"/>
                                        <p:tgtEl>
                                          <p:spTgt spid="24"/>
                                        </p:tgtEl>
                                        <p:attrNameLst>
                                          <p:attrName>ppt_x</p:attrName>
                                        </p:attrNameLst>
                                      </p:cBhvr>
                                      <p:tavLst>
                                        <p:tav tm="0">
                                          <p:val>
                                            <p:strVal val="#ppt_x"/>
                                          </p:val>
                                        </p:tav>
                                        <p:tav tm="100000">
                                          <p:val>
                                            <p:strVal val="#ppt_x"/>
                                          </p:val>
                                        </p:tav>
                                      </p:tavLst>
                                    </p:anim>
                                    <p:anim calcmode="lin" valueType="num">
                                      <p:cBhvr>
                                        <p:cTn id="30" dur="600" fill="hold"/>
                                        <p:tgtEl>
                                          <p:spTgt spid="24"/>
                                        </p:tgtEl>
                                        <p:attrNameLst>
                                          <p:attrName>ppt_y</p:attrName>
                                        </p:attrNameLst>
                                      </p:cBhvr>
                                      <p:tavLst>
                                        <p:tav tm="0">
                                          <p:val>
                                            <p:strVal val="#ppt_h+1"/>
                                          </p:val>
                                        </p:tav>
                                        <p:tav tm="100000">
                                          <p:val>
                                            <p:strVal val="#ppt_y"/>
                                          </p:val>
                                        </p:tav>
                                      </p:tavLst>
                                    </p:anim>
                                    <p:animEffect transition="in" filter="fade">
                                      <p:cBhvr>
                                        <p:cTn id="31" dur="600"/>
                                        <p:tgtEl>
                                          <p:spTgt spid="24"/>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9"/>
                                        </p:tgtEl>
                                        <p:attrNameLst>
                                          <p:attrName>style.visibility</p:attrName>
                                        </p:attrNameLst>
                                      </p:cBhvr>
                                      <p:to>
                                        <p:strVal val="visible"/>
                                      </p:to>
                                    </p:set>
                                    <p:anim calcmode="lin" valueType="num">
                                      <p:cBhvr>
                                        <p:cTn id="34" dur="600" fill="hold"/>
                                        <p:tgtEl>
                                          <p:spTgt spid="29"/>
                                        </p:tgtEl>
                                        <p:attrNameLst>
                                          <p:attrName>ppt_w</p:attrName>
                                        </p:attrNameLst>
                                      </p:cBhvr>
                                      <p:tavLst>
                                        <p:tav tm="0">
                                          <p:val>
                                            <p:strVal val="#ppt_w*2.5"/>
                                          </p:val>
                                        </p:tav>
                                        <p:tav tm="100000">
                                          <p:val>
                                            <p:strVal val="#ppt_w"/>
                                          </p:val>
                                        </p:tav>
                                      </p:tavLst>
                                    </p:anim>
                                    <p:anim calcmode="lin" valueType="num">
                                      <p:cBhvr>
                                        <p:cTn id="35" dur="600" fill="hold"/>
                                        <p:tgtEl>
                                          <p:spTgt spid="29"/>
                                        </p:tgtEl>
                                        <p:attrNameLst>
                                          <p:attrName>ppt_h</p:attrName>
                                        </p:attrNameLst>
                                      </p:cBhvr>
                                      <p:tavLst>
                                        <p:tav tm="0">
                                          <p:val>
                                            <p:strVal val="#ppt_h*0.01"/>
                                          </p:val>
                                        </p:tav>
                                        <p:tav tm="100000">
                                          <p:val>
                                            <p:strVal val="#ppt_h"/>
                                          </p:val>
                                        </p:tav>
                                      </p:tavLst>
                                    </p:anim>
                                    <p:anim calcmode="lin" valueType="num">
                                      <p:cBhvr>
                                        <p:cTn id="36" dur="600" fill="hold"/>
                                        <p:tgtEl>
                                          <p:spTgt spid="29"/>
                                        </p:tgtEl>
                                        <p:attrNameLst>
                                          <p:attrName>ppt_x</p:attrName>
                                        </p:attrNameLst>
                                      </p:cBhvr>
                                      <p:tavLst>
                                        <p:tav tm="0">
                                          <p:val>
                                            <p:strVal val="#ppt_x"/>
                                          </p:val>
                                        </p:tav>
                                        <p:tav tm="100000">
                                          <p:val>
                                            <p:strVal val="#ppt_x"/>
                                          </p:val>
                                        </p:tav>
                                      </p:tavLst>
                                    </p:anim>
                                    <p:anim calcmode="lin" valueType="num">
                                      <p:cBhvr>
                                        <p:cTn id="37" dur="600" fill="hold"/>
                                        <p:tgtEl>
                                          <p:spTgt spid="29"/>
                                        </p:tgtEl>
                                        <p:attrNameLst>
                                          <p:attrName>ppt_y</p:attrName>
                                        </p:attrNameLst>
                                      </p:cBhvr>
                                      <p:tavLst>
                                        <p:tav tm="0">
                                          <p:val>
                                            <p:strVal val="#ppt_h+1"/>
                                          </p:val>
                                        </p:tav>
                                        <p:tav tm="100000">
                                          <p:val>
                                            <p:strVal val="#ppt_y"/>
                                          </p:val>
                                        </p:tav>
                                      </p:tavLst>
                                    </p:anim>
                                    <p:animEffect transition="in" filter="fade">
                                      <p:cBhvr>
                                        <p:cTn id="38" dur="600"/>
                                        <p:tgtEl>
                                          <p:spTgt spid="29"/>
                                        </p:tgtEl>
                                      </p:cBhvr>
                                    </p:animEffect>
                                  </p:childTnLst>
                                </p:cTn>
                              </p:par>
                              <p:par>
                                <p:cTn id="39" presetID="10" presetClass="entr" presetSubtype="0" fill="hold" nodeType="withEffect">
                                  <p:stCondLst>
                                    <p:cond delay="5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53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560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nodeType="withEffect">
                                  <p:stCondLst>
                                    <p:cond delay="590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500"/>
                                        <p:tgtEl>
                                          <p:spTgt spid="30"/>
                                        </p:tgtEl>
                                      </p:cBhvr>
                                    </p:animEffect>
                                  </p:childTnLst>
                                </p:cTn>
                              </p:par>
                              <p:par>
                                <p:cTn id="51" presetID="2" presetClass="entr" presetSubtype="4" fill="hold" nodeType="withEffect">
                                  <p:stCondLst>
                                    <p:cond delay="6000"/>
                                  </p:stCondLst>
                                  <p:childTnLst>
                                    <p:set>
                                      <p:cBhvr>
                                        <p:cTn id="52" dur="1" fill="hold">
                                          <p:stCondLst>
                                            <p:cond delay="0"/>
                                          </p:stCondLst>
                                        </p:cTn>
                                        <p:tgtEl>
                                          <p:spTgt spid="10"/>
                                        </p:tgtEl>
                                        <p:attrNameLst>
                                          <p:attrName>style.visibility</p:attrName>
                                        </p:attrNameLst>
                                      </p:cBhvr>
                                      <p:to>
                                        <p:strVal val="visible"/>
                                      </p:to>
                                    </p:set>
                                    <p:anim calcmode="lin" valueType="num">
                                      <p:cBhvr additive="base">
                                        <p:cTn id="53" dur="800" fill="hold"/>
                                        <p:tgtEl>
                                          <p:spTgt spid="10"/>
                                        </p:tgtEl>
                                        <p:attrNameLst>
                                          <p:attrName>ppt_x</p:attrName>
                                        </p:attrNameLst>
                                      </p:cBhvr>
                                      <p:tavLst>
                                        <p:tav tm="0">
                                          <p:val>
                                            <p:strVal val="#ppt_x"/>
                                          </p:val>
                                        </p:tav>
                                        <p:tav tm="100000">
                                          <p:val>
                                            <p:strVal val="#ppt_x"/>
                                          </p:val>
                                        </p:tav>
                                      </p:tavLst>
                                    </p:anim>
                                    <p:anim calcmode="lin" valueType="num">
                                      <p:cBhvr additive="base">
                                        <p:cTn id="54" dur="800" fill="hold"/>
                                        <p:tgtEl>
                                          <p:spTgt spid="1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4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4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700" fill="hold"/>
                                        <p:tgtEl>
                                          <p:spTgt spid="15"/>
                                        </p:tgtEl>
                                        <p:attrNameLst>
                                          <p:attrName>ppt_x</p:attrName>
                                        </p:attrNameLst>
                                      </p:cBhvr>
                                      <p:tavLst>
                                        <p:tav tm="0">
                                          <p:val>
                                            <p:strVal val="#ppt_x"/>
                                          </p:val>
                                        </p:tav>
                                        <p:tav tm="100000">
                                          <p:val>
                                            <p:strVal val="#ppt_x"/>
                                          </p:val>
                                        </p:tav>
                                      </p:tavLst>
                                    </p:anim>
                                    <p:anim calcmode="lin" valueType="num">
                                      <p:cBhvr additive="base">
                                        <p:cTn id="18" dur="7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5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700" fill="hold"/>
                                        <p:tgtEl>
                                          <p:spTgt spid="20"/>
                                        </p:tgtEl>
                                        <p:attrNameLst>
                                          <p:attrName>ppt_x</p:attrName>
                                        </p:attrNameLst>
                                      </p:cBhvr>
                                      <p:tavLst>
                                        <p:tav tm="0">
                                          <p:val>
                                            <p:strVal val="#ppt_x"/>
                                          </p:val>
                                        </p:tav>
                                        <p:tav tm="100000">
                                          <p:val>
                                            <p:strVal val="#ppt_x"/>
                                          </p:val>
                                        </p:tav>
                                      </p:tavLst>
                                    </p:anim>
                                    <p:anim calcmode="lin" valueType="num">
                                      <p:cBhvr additive="base">
                                        <p:cTn id="22" dur="7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700" fill="hold"/>
                                        <p:tgtEl>
                                          <p:spTgt spid="25"/>
                                        </p:tgtEl>
                                        <p:attrNameLst>
                                          <p:attrName>ppt_x</p:attrName>
                                        </p:attrNameLst>
                                      </p:cBhvr>
                                      <p:tavLst>
                                        <p:tav tm="0">
                                          <p:val>
                                            <p:strVal val="#ppt_x"/>
                                          </p:val>
                                        </p:tav>
                                        <p:tav tm="100000">
                                          <p:val>
                                            <p:strVal val="#ppt_x"/>
                                          </p:val>
                                        </p:tav>
                                      </p:tavLst>
                                    </p:anim>
                                    <p:anim calcmode="lin" valueType="num">
                                      <p:cBhvr additive="base">
                                        <p:cTn id="26" dur="7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0500"/>
                                  </p:stCondLst>
                                  <p:childTnLst>
                                    <p:set>
                                      <p:cBhvr>
                                        <p:cTn id="28" dur="1" fill="hold">
                                          <p:stCondLst>
                                            <p:cond delay="0"/>
                                          </p:stCondLst>
                                        </p:cTn>
                                        <p:tgtEl>
                                          <p:spTgt spid="29"/>
                                        </p:tgtEl>
                                        <p:attrNameLst>
                                          <p:attrName>style.visibility</p:attrName>
                                        </p:attrNameLst>
                                      </p:cBhvr>
                                      <p:to>
                                        <p:strVal val="visible"/>
                                      </p:to>
                                    </p:set>
                                    <p:anim calcmode="lin" valueType="num">
                                      <p:cBhvr additive="base">
                                        <p:cTn id="29" dur="600" fill="hold"/>
                                        <p:tgtEl>
                                          <p:spTgt spid="29"/>
                                        </p:tgtEl>
                                        <p:attrNameLst>
                                          <p:attrName>ppt_x</p:attrName>
                                        </p:attrNameLst>
                                      </p:cBhvr>
                                      <p:tavLst>
                                        <p:tav tm="0">
                                          <p:val>
                                            <p:strVal val="#ppt_x"/>
                                          </p:val>
                                        </p:tav>
                                        <p:tav tm="100000">
                                          <p:val>
                                            <p:strVal val="#ppt_x"/>
                                          </p:val>
                                        </p:tav>
                                      </p:tavLst>
                                    </p:anim>
                                    <p:anim calcmode="lin" valueType="num">
                                      <p:cBhvr additive="base">
                                        <p:cTn id="30" dur="600" fill="hold"/>
                                        <p:tgtEl>
                                          <p:spTgt spid="29"/>
                                        </p:tgtEl>
                                        <p:attrNameLst>
                                          <p:attrName>ppt_y</p:attrName>
                                        </p:attrNameLst>
                                      </p:cBhvr>
                                      <p:tavLst>
                                        <p:tav tm="0">
                                          <p:val>
                                            <p:strVal val="1+#ppt_h/2"/>
                                          </p:val>
                                        </p:tav>
                                        <p:tav tm="100000">
                                          <p:val>
                                            <p:strVal val="#ppt_y"/>
                                          </p:val>
                                        </p:tav>
                                      </p:tavLst>
                                    </p:anim>
                                  </p:childTnLst>
                                </p:cTn>
                              </p:par>
                              <p:par>
                                <p:cTn id="31" presetID="10" presetClass="entr" presetSubtype="0" fill="hold" grpId="0" nodeType="withEffect">
                                  <p:stCondLst>
                                    <p:cond delay="1500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2601</Words>
  <Application>Microsoft Office PowerPoint</Application>
  <PresentationFormat>Widescreen</PresentationFormat>
  <Paragraphs>177</Paragraphs>
  <Slides>27</Slides>
  <Notes>27</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2026-10-19T15:59:37Z</dcterms:modified>
  <cp:category/>
</cp:coreProperties>
</file>