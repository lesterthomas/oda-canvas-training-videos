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8"/>
  </p:notesMasterIdLst>
  <p:sldIdLst>
    <p:sldId id="2147483234" r:id="rId5"/>
    <p:sldId id="2147478198" r:id="rId6"/>
    <p:sldId id="2147477998" r:id="rId7"/>
    <p:sldId id="5086" r:id="rId8"/>
    <p:sldId id="271" r:id="rId9"/>
    <p:sldId id="258" r:id="rId10"/>
    <p:sldId id="259" r:id="rId11"/>
    <p:sldId id="261" r:id="rId12"/>
    <p:sldId id="260" r:id="rId13"/>
    <p:sldId id="262" r:id="rId14"/>
    <p:sldId id="263" r:id="rId15"/>
    <p:sldId id="264" r:id="rId16"/>
    <p:sldId id="265" r:id="rId17"/>
    <p:sldId id="266" r:id="rId18"/>
    <p:sldId id="257" r:id="rId19"/>
    <p:sldId id="267" r:id="rId20"/>
    <p:sldId id="269" r:id="rId21"/>
    <p:sldId id="268" r:id="rId22"/>
    <p:sldId id="270" r:id="rId23"/>
    <p:sldId id="275" r:id="rId24"/>
    <p:sldId id="277" r:id="rId25"/>
    <p:sldId id="278" r:id="rId26"/>
    <p:sldId id="276" r:id="rId27"/>
    <p:sldId id="279" r:id="rId28"/>
    <p:sldId id="280" r:id="rId29"/>
    <p:sldId id="281" r:id="rId30"/>
    <p:sldId id="282" r:id="rId31"/>
    <p:sldId id="2147483242" r:id="rId32"/>
    <p:sldId id="5095" r:id="rId33"/>
    <p:sldId id="5096" r:id="rId34"/>
    <p:sldId id="5097" r:id="rId35"/>
    <p:sldId id="5099" r:id="rId36"/>
    <p:sldId id="5100" r:id="rId37"/>
    <p:sldId id="5486" r:id="rId38"/>
    <p:sldId id="2147483646" r:id="rId39"/>
    <p:sldId id="2147483647" r:id="rId40"/>
    <p:sldId id="273" r:id="rId41"/>
    <p:sldId id="272" r:id="rId42"/>
    <p:sldId id="274" r:id="rId43"/>
    <p:sldId id="2147478002" r:id="rId44"/>
    <p:sldId id="2147478052" r:id="rId45"/>
    <p:sldId id="2147478058" r:id="rId46"/>
    <p:sldId id="2147478062" r:id="rId47"/>
    <p:sldId id="2147478189" r:id="rId48"/>
    <p:sldId id="2147470937" r:id="rId49"/>
    <p:sldId id="2147478182" r:id="rId50"/>
    <p:sldId id="2147478183" r:id="rId51"/>
    <p:sldId id="2147478184" r:id="rId52"/>
    <p:sldId id="2147478185" r:id="rId53"/>
    <p:sldId id="2147478186" r:id="rId54"/>
    <p:sldId id="2147478187" r:id="rId55"/>
    <p:sldId id="2147478188" r:id="rId56"/>
    <p:sldId id="256"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8F9FA"/>
    <a:srgbClr val="40AB75"/>
    <a:srgbClr val="E7491C"/>
    <a:srgbClr val="980BD9"/>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7143" autoAdjust="0"/>
  </p:normalViewPr>
  <p:slideViewPr>
    <p:cSldViewPr snapToGrid="0">
      <p:cViewPr varScale="1">
        <p:scale>
          <a:sx n="44" d="100"/>
          <a:sy n="44" d="100"/>
        </p:scale>
        <p:origin x="162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E281FB-60D2-4FA7-AA50-25AB5ABA21F0}" type="datetimeFigureOut">
              <a:rPr lang="en-GB" smtClean="0"/>
              <a:t>01/06/2026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CEC0B0-27FC-4342-A1B9-6035335C00F5}" type="slidenum">
              <a:rPr lang="en-GB" smtClean="0"/>
              <a:t>‹#›</a:t>
            </a:fld>
            <a:endParaRPr lang="en-GB"/>
          </a:p>
        </p:txBody>
      </p:sp>
    </p:spTree>
    <p:extLst>
      <p:ext uri="{BB962C8B-B14F-4D97-AF65-F5344CB8AC3E}">
        <p14:creationId xmlns:p14="http://schemas.microsoft.com/office/powerpoint/2010/main" val="424269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tmforum.org/open-digital-architecture/get-started/open-digital-architecture-open-api-manifesto/"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www.tmforum.org/resources/publication/a-future-vision-for-the-software-market-that-the-telecom-industry-needs-to-survive-and-thrive/" TargetMode="External"/><Relationship Id="rId5" Type="http://schemas.openxmlformats.org/officeDocument/2006/relationships/hyperlink" Target="https://www.tmforum.org/oda/directory/components-map" TargetMode="External"/><Relationship Id="rId4" Type="http://schemas.openxmlformats.org/officeDocument/2006/relationships/hyperlink" Target="https://www.tmforum.org/open-digital-architecture/open-apis"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carbon-aware-sdk.greensoftware.foundation/docs/overview#:~:text=The%20Carbon%20Aware%20SDK%20helps%20you%20build%20the%20carbon%20aware"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16142-3215-BA46-C8B4-AF281CB737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73F29-363B-FAB7-5A8A-094CBA323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0E0072-B98D-83D6-F181-4027ADDE0846}"/>
              </a:ext>
            </a:extLst>
          </p:cNvPr>
          <p:cNvSpPr>
            <a:spLocks noGrp="1"/>
          </p:cNvSpPr>
          <p:nvPr>
            <p:ph type="body" idx="1"/>
          </p:nvPr>
        </p:nvSpPr>
        <p:spPr/>
        <p:txBody>
          <a:bodyPr/>
          <a:lstStyle/>
          <a:p>
            <a:r>
              <a:rPr lang="en-GB"/>
              <a:t>We have over 25 Years of active collaboration with TM Forum. The early standards were for Architects and business analysts to use to drive architecture roadmaps, interact with vendors through RFPs and deliver solutions.</a:t>
            </a:r>
            <a:br>
              <a:rPr lang="en-GB"/>
            </a:br>
            <a:br>
              <a:rPr lang="en-GB"/>
            </a:br>
            <a:r>
              <a:rPr lang="en-GB"/>
              <a:t>These set the common language that everyone in the Telco industry uses</a:t>
            </a:r>
            <a:br>
              <a:rPr lang="en-GB"/>
            </a:br>
            <a:br>
              <a:rPr lang="en-GB"/>
            </a:br>
            <a:r>
              <a:rPr lang="en-GB"/>
              <a:t>The Open-APIs set out to take this collaboration to a new level, creating machine-readable standards that reduce the friction for integration. The </a:t>
            </a:r>
            <a:r>
              <a:rPr lang="en-GB" err="1"/>
              <a:t>OpenAPIs</a:t>
            </a:r>
            <a:r>
              <a:rPr lang="en-GB"/>
              <a:t> have been incredibly successful with over 820,000 downloads, over 46,000 developers and more than 2700 organizations.</a:t>
            </a:r>
          </a:p>
          <a:p>
            <a:endParaRPr lang="en-GB"/>
          </a:p>
          <a:p>
            <a:r>
              <a:rPr lang="en-GB"/>
              <a:t>The open APIs removed the friction for integrating Telco software, it didn’t address the challenges of managing and operating in a cloud-native environment. The ODA Components and Canvas set-out to go one stage further, to agree the modular architecture for independently-deployable software components that are managed and operated in a common way.</a:t>
            </a:r>
          </a:p>
          <a:p>
            <a:endParaRPr lang="en-GB"/>
          </a:p>
          <a:p>
            <a:endParaRPr lang="en-GB"/>
          </a:p>
        </p:txBody>
      </p:sp>
      <p:sp>
        <p:nvSpPr>
          <p:cNvPr id="4" name="Slide Number Placeholder 3">
            <a:extLst>
              <a:ext uri="{FF2B5EF4-FFF2-40B4-BE49-F238E27FC236}">
                <a16:creationId xmlns:a16="http://schemas.microsoft.com/office/drawing/2014/main" id="{561A1EE8-BC5B-D9AD-FC06-B3EDD4AC6E40}"/>
              </a:ext>
            </a:extLst>
          </p:cNvPr>
          <p:cNvSpPr>
            <a:spLocks noGrp="1"/>
          </p:cNvSpPr>
          <p:nvPr>
            <p:ph type="sldNum" sz="quarter" idx="5"/>
          </p:nvPr>
        </p:nvSpPr>
        <p:spPr/>
        <p:txBody>
          <a:bodyPr/>
          <a:lstStyle/>
          <a:p>
            <a:fld id="{69311F8B-45B6-45D4-88DA-5D2884685299}" type="slidenum">
              <a:rPr lang="en-US" smtClean="0"/>
              <a:t>2</a:t>
            </a:fld>
            <a:endParaRPr lang="en-US"/>
          </a:p>
        </p:txBody>
      </p:sp>
    </p:spTree>
    <p:extLst>
      <p:ext uri="{BB962C8B-B14F-4D97-AF65-F5344CB8AC3E}">
        <p14:creationId xmlns:p14="http://schemas.microsoft.com/office/powerpoint/2010/main" val="726755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US" b="1"/>
              <a:t>What business problems does the canvas address?</a:t>
            </a:r>
            <a:endParaRPr lang="en-US"/>
          </a:p>
          <a:p>
            <a:pPr>
              <a:lnSpc>
                <a:spcPct val="90000"/>
              </a:lnSpc>
              <a:spcBef>
                <a:spcPts val="1000"/>
              </a:spcBef>
            </a:pPr>
            <a:r>
              <a:rPr lang="en-US" b="1"/>
              <a:t>How canvas will move us from an RFP to a POC?</a:t>
            </a:r>
            <a:endParaRPr lang="en-US"/>
          </a:p>
        </p:txBody>
      </p:sp>
      <p:sp>
        <p:nvSpPr>
          <p:cNvPr id="4" name="Slide Number Placeholder 3"/>
          <p:cNvSpPr>
            <a:spLocks noGrp="1"/>
          </p:cNvSpPr>
          <p:nvPr>
            <p:ph type="sldNum" sz="quarter" idx="5"/>
          </p:nvPr>
        </p:nvSpPr>
        <p:spPr/>
        <p:txBody>
          <a:bodyPr/>
          <a:lstStyle/>
          <a:p>
            <a:fld id="{9E230FFB-7B40-4DF9-B6C8-C189534AD9C6}" type="slidenum">
              <a:rPr lang="en-GB" smtClean="0"/>
              <a:t>3</a:t>
            </a:fld>
            <a:endParaRPr lang="en-GB"/>
          </a:p>
        </p:txBody>
      </p:sp>
    </p:spTree>
    <p:extLst>
      <p:ext uri="{BB962C8B-B14F-4D97-AF65-F5344CB8AC3E}">
        <p14:creationId xmlns:p14="http://schemas.microsoft.com/office/powerpoint/2010/main" val="1929501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Open Digital Architecture Manifesto – TM Forum</a:t>
            </a:r>
            <a:br>
              <a:rPr lang="en-GB" dirty="0"/>
            </a:br>
            <a:br>
              <a:rPr lang="en-GB" dirty="0"/>
            </a:br>
            <a:r>
              <a:rPr lang="en-GB" dirty="0" err="1">
                <a:hlinkClick r:id="rId4"/>
              </a:rPr>
              <a:t>OpenAPI</a:t>
            </a:r>
            <a:r>
              <a:rPr lang="en-GB" dirty="0">
                <a:hlinkClick r:id="rId4"/>
              </a:rPr>
              <a:t> Directory</a:t>
            </a:r>
            <a:br>
              <a:rPr lang="en-GB" dirty="0"/>
            </a:br>
            <a:br>
              <a:rPr lang="en-GB" dirty="0"/>
            </a:br>
            <a:r>
              <a:rPr lang="en-GB" dirty="0">
                <a:hlinkClick r:id="rId5"/>
              </a:rPr>
              <a:t>Component Directory</a:t>
            </a:r>
            <a:br>
              <a:rPr lang="en-GB" dirty="0"/>
            </a:br>
            <a:br>
              <a:rPr lang="en-GB" dirty="0"/>
            </a:br>
            <a:r>
              <a:rPr lang="en-US" dirty="0">
                <a:hlinkClick r:id="rId6"/>
              </a:rPr>
              <a:t>A future vision for the software market that the telecom industry needs to survive and thrive – TM Forum</a:t>
            </a:r>
            <a:br>
              <a:rPr lang="en-US" dirty="0"/>
            </a:br>
            <a:br>
              <a:rPr lang="en-US" dirty="0"/>
            </a:br>
            <a:endParaRPr lang="en-GB" dirty="0"/>
          </a:p>
        </p:txBody>
      </p:sp>
      <p:sp>
        <p:nvSpPr>
          <p:cNvPr id="4" name="Slide Number Placeholder 3"/>
          <p:cNvSpPr>
            <a:spLocks noGrp="1"/>
          </p:cNvSpPr>
          <p:nvPr>
            <p:ph type="sldNum" sz="quarter" idx="5"/>
          </p:nvPr>
        </p:nvSpPr>
        <p:spPr/>
        <p:txBody>
          <a:bodyPr/>
          <a:lstStyle/>
          <a:p>
            <a:fld id="{E7CEC0B0-27FC-4342-A1B9-6035335C00F5}" type="slidenum">
              <a:rPr lang="en-GB" smtClean="0"/>
              <a:t>4</a:t>
            </a:fld>
            <a:endParaRPr lang="en-GB"/>
          </a:p>
        </p:txBody>
      </p:sp>
    </p:spTree>
    <p:extLst>
      <p:ext uri="{BB962C8B-B14F-4D97-AF65-F5344CB8AC3E}">
        <p14:creationId xmlns:p14="http://schemas.microsoft.com/office/powerpoint/2010/main" val="2667713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E3F84-C029-FBC3-D52E-8FB8C8CE90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B38FB-5752-BC9E-8EA1-F990F60C3A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6206F1-1195-C094-1912-775B04A4054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3C7E294-D5E4-2322-D65B-B5E95F7CC9F9}"/>
              </a:ext>
            </a:extLst>
          </p:cNvPr>
          <p:cNvSpPr>
            <a:spLocks noGrp="1"/>
          </p:cNvSpPr>
          <p:nvPr>
            <p:ph type="sldNum" sz="quarter" idx="5"/>
          </p:nvPr>
        </p:nvSpPr>
        <p:spPr/>
        <p:txBody>
          <a:bodyPr/>
          <a:lstStyle/>
          <a:p>
            <a:fld id="{E7CEC0B0-27FC-4342-A1B9-6035335C00F5}" type="slidenum">
              <a:rPr lang="en-GB" smtClean="0"/>
              <a:t>5</a:t>
            </a:fld>
            <a:endParaRPr lang="en-GB"/>
          </a:p>
        </p:txBody>
      </p:sp>
    </p:spTree>
    <p:extLst>
      <p:ext uri="{BB962C8B-B14F-4D97-AF65-F5344CB8AC3E}">
        <p14:creationId xmlns:p14="http://schemas.microsoft.com/office/powerpoint/2010/main" val="25998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E7CEC0B0-27FC-4342-A1B9-6035335C00F5}" type="slidenum">
              <a:rPr lang="en-GB" smtClean="0"/>
              <a:t>6</a:t>
            </a:fld>
            <a:endParaRPr lang="en-GB"/>
          </a:p>
        </p:txBody>
      </p:sp>
    </p:spTree>
    <p:extLst>
      <p:ext uri="{BB962C8B-B14F-4D97-AF65-F5344CB8AC3E}">
        <p14:creationId xmlns:p14="http://schemas.microsoft.com/office/powerpoint/2010/main" val="2088056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BEB86-2EC1-0952-65FE-E6C7D21A78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3F2630-18B4-C34D-24DA-7E52480DD2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02D243-353A-12C7-A3E4-1A24A173FCF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ACFF274-ABA8-8BC4-864D-4AEA988032A9}"/>
              </a:ext>
            </a:extLst>
          </p:cNvPr>
          <p:cNvSpPr>
            <a:spLocks noGrp="1"/>
          </p:cNvSpPr>
          <p:nvPr>
            <p:ph type="sldNum" sz="quarter" idx="5"/>
          </p:nvPr>
        </p:nvSpPr>
        <p:spPr/>
        <p:txBody>
          <a:bodyPr/>
          <a:lstStyle/>
          <a:p>
            <a:fld id="{E7CEC0B0-27FC-4342-A1B9-6035335C00F5}" type="slidenum">
              <a:rPr lang="en-GB" smtClean="0"/>
              <a:t>7</a:t>
            </a:fld>
            <a:endParaRPr lang="en-GB"/>
          </a:p>
        </p:txBody>
      </p:sp>
    </p:spTree>
    <p:extLst>
      <p:ext uri="{BB962C8B-B14F-4D97-AF65-F5344CB8AC3E}">
        <p14:creationId xmlns:p14="http://schemas.microsoft.com/office/powerpoint/2010/main" val="29661909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77A4C-17D4-E8C1-FE1F-B4D7291757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ECE31-0F32-DC75-D70E-32A0E9F471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9BB27E-809F-EE3D-CD8A-11E6C5943DF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A78768D-8C14-382F-D2A3-480A5CDBBF10}"/>
              </a:ext>
            </a:extLst>
          </p:cNvPr>
          <p:cNvSpPr>
            <a:spLocks noGrp="1"/>
          </p:cNvSpPr>
          <p:nvPr>
            <p:ph type="sldNum" sz="quarter" idx="5"/>
          </p:nvPr>
        </p:nvSpPr>
        <p:spPr/>
        <p:txBody>
          <a:bodyPr/>
          <a:lstStyle/>
          <a:p>
            <a:fld id="{E7CEC0B0-27FC-4342-A1B9-6035335C00F5}" type="slidenum">
              <a:rPr lang="en-GB" smtClean="0"/>
              <a:t>8</a:t>
            </a:fld>
            <a:endParaRPr lang="en-GB"/>
          </a:p>
        </p:txBody>
      </p:sp>
    </p:spTree>
    <p:extLst>
      <p:ext uri="{BB962C8B-B14F-4D97-AF65-F5344CB8AC3E}">
        <p14:creationId xmlns:p14="http://schemas.microsoft.com/office/powerpoint/2010/main" val="3625121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53B64-DE96-B1AB-826B-371CF42D99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EA96F5-BB90-3413-19EB-EF08702663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352288-50B2-869F-5FFB-3981E69378D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DE762DB-0A26-6786-582B-662B8C7A09D6}"/>
              </a:ext>
            </a:extLst>
          </p:cNvPr>
          <p:cNvSpPr>
            <a:spLocks noGrp="1"/>
          </p:cNvSpPr>
          <p:nvPr>
            <p:ph type="sldNum" sz="quarter" idx="5"/>
          </p:nvPr>
        </p:nvSpPr>
        <p:spPr/>
        <p:txBody>
          <a:bodyPr/>
          <a:lstStyle/>
          <a:p>
            <a:fld id="{E7CEC0B0-27FC-4342-A1B9-6035335C00F5}" type="slidenum">
              <a:rPr lang="en-GB" smtClean="0"/>
              <a:t>9</a:t>
            </a:fld>
            <a:endParaRPr lang="en-GB"/>
          </a:p>
        </p:txBody>
      </p:sp>
    </p:spTree>
    <p:extLst>
      <p:ext uri="{BB962C8B-B14F-4D97-AF65-F5344CB8AC3E}">
        <p14:creationId xmlns:p14="http://schemas.microsoft.com/office/powerpoint/2010/main" val="2655244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F8D7B-D437-91A9-AAFB-E7B940D92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2ADDBD-03C1-6EEA-384C-355E986EE7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4E8BB9-DEB5-632C-62F2-069701C0B3E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E12A8CF-913A-35B9-1F44-CF8B9F57CFB3}"/>
              </a:ext>
            </a:extLst>
          </p:cNvPr>
          <p:cNvSpPr>
            <a:spLocks noGrp="1"/>
          </p:cNvSpPr>
          <p:nvPr>
            <p:ph type="sldNum" sz="quarter" idx="5"/>
          </p:nvPr>
        </p:nvSpPr>
        <p:spPr/>
        <p:txBody>
          <a:bodyPr/>
          <a:lstStyle/>
          <a:p>
            <a:fld id="{E7CEC0B0-27FC-4342-A1B9-6035335C00F5}" type="slidenum">
              <a:rPr lang="en-GB" smtClean="0"/>
              <a:t>10</a:t>
            </a:fld>
            <a:endParaRPr lang="en-GB"/>
          </a:p>
        </p:txBody>
      </p:sp>
    </p:spTree>
    <p:extLst>
      <p:ext uri="{BB962C8B-B14F-4D97-AF65-F5344CB8AC3E}">
        <p14:creationId xmlns:p14="http://schemas.microsoft.com/office/powerpoint/2010/main" val="21447065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BEF1F-9F01-5188-9467-BF03279EBE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ADE559-6BAE-B0FC-EF50-EC5D3F5D12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3C2F8B-9D16-7194-A4CB-7C83972EB01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B291319-53BD-3E0F-544D-17FC35835A19}"/>
              </a:ext>
            </a:extLst>
          </p:cNvPr>
          <p:cNvSpPr>
            <a:spLocks noGrp="1"/>
          </p:cNvSpPr>
          <p:nvPr>
            <p:ph type="sldNum" sz="quarter" idx="5"/>
          </p:nvPr>
        </p:nvSpPr>
        <p:spPr/>
        <p:txBody>
          <a:bodyPr/>
          <a:lstStyle/>
          <a:p>
            <a:fld id="{E7CEC0B0-27FC-4342-A1B9-6035335C00F5}" type="slidenum">
              <a:rPr lang="en-GB" smtClean="0"/>
              <a:t>11</a:t>
            </a:fld>
            <a:endParaRPr lang="en-GB"/>
          </a:p>
        </p:txBody>
      </p:sp>
    </p:spTree>
    <p:extLst>
      <p:ext uri="{BB962C8B-B14F-4D97-AF65-F5344CB8AC3E}">
        <p14:creationId xmlns:p14="http://schemas.microsoft.com/office/powerpoint/2010/main" val="318461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B0507-1998-0B78-6A49-837358B79E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95CB3A-80BA-248F-9806-2A1BC958AE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288338-4989-016F-1AB8-1AEE08E1D7A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9144E95-6306-1D83-3572-C9803463D15D}"/>
              </a:ext>
            </a:extLst>
          </p:cNvPr>
          <p:cNvSpPr>
            <a:spLocks noGrp="1"/>
          </p:cNvSpPr>
          <p:nvPr>
            <p:ph type="sldNum" sz="quarter" idx="5"/>
          </p:nvPr>
        </p:nvSpPr>
        <p:spPr/>
        <p:txBody>
          <a:bodyPr/>
          <a:lstStyle/>
          <a:p>
            <a:fld id="{E7CEC0B0-27FC-4342-A1B9-6035335C00F5}" type="slidenum">
              <a:rPr lang="en-GB" smtClean="0"/>
              <a:t>12</a:t>
            </a:fld>
            <a:endParaRPr lang="en-GB"/>
          </a:p>
        </p:txBody>
      </p:sp>
    </p:spTree>
    <p:extLst>
      <p:ext uri="{BB962C8B-B14F-4D97-AF65-F5344CB8AC3E}">
        <p14:creationId xmlns:p14="http://schemas.microsoft.com/office/powerpoint/2010/main" val="1075824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BBBDB-FD14-A091-B622-23273DE86C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498215-C135-C424-13CB-C68DFB7BD8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A08674-8606-2919-8B76-65A4E3309DA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9654A7F-539B-9DB1-5823-B4C76C4D7BED}"/>
              </a:ext>
            </a:extLst>
          </p:cNvPr>
          <p:cNvSpPr>
            <a:spLocks noGrp="1"/>
          </p:cNvSpPr>
          <p:nvPr>
            <p:ph type="sldNum" sz="quarter" idx="5"/>
          </p:nvPr>
        </p:nvSpPr>
        <p:spPr/>
        <p:txBody>
          <a:bodyPr/>
          <a:lstStyle/>
          <a:p>
            <a:fld id="{E7CEC0B0-27FC-4342-A1B9-6035335C00F5}" type="slidenum">
              <a:rPr lang="en-GB" smtClean="0"/>
              <a:t>13</a:t>
            </a:fld>
            <a:endParaRPr lang="en-GB"/>
          </a:p>
        </p:txBody>
      </p:sp>
    </p:spTree>
    <p:extLst>
      <p:ext uri="{BB962C8B-B14F-4D97-AF65-F5344CB8AC3E}">
        <p14:creationId xmlns:p14="http://schemas.microsoft.com/office/powerpoint/2010/main" val="292548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CF37B-2EEC-590B-5041-0E49AA25C8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A73A2-2818-E55A-279A-D696B23832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4EF283-86CE-AFFA-D9CF-E8C1C56A4F0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60797AC-4C10-4EC9-B905-ED150EB98CE5}"/>
              </a:ext>
            </a:extLst>
          </p:cNvPr>
          <p:cNvSpPr>
            <a:spLocks noGrp="1"/>
          </p:cNvSpPr>
          <p:nvPr>
            <p:ph type="sldNum" sz="quarter" idx="5"/>
          </p:nvPr>
        </p:nvSpPr>
        <p:spPr/>
        <p:txBody>
          <a:bodyPr/>
          <a:lstStyle/>
          <a:p>
            <a:fld id="{E7CEC0B0-27FC-4342-A1B9-6035335C00F5}" type="slidenum">
              <a:rPr lang="en-GB" smtClean="0"/>
              <a:t>14</a:t>
            </a:fld>
            <a:endParaRPr lang="en-GB"/>
          </a:p>
        </p:txBody>
      </p:sp>
    </p:spTree>
    <p:extLst>
      <p:ext uri="{BB962C8B-B14F-4D97-AF65-F5344CB8AC3E}">
        <p14:creationId xmlns:p14="http://schemas.microsoft.com/office/powerpoint/2010/main" val="3332682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US" b="1"/>
              <a:t>What business problems does the canvas address?</a:t>
            </a:r>
            <a:endParaRPr lang="en-US"/>
          </a:p>
          <a:p>
            <a:pPr>
              <a:lnSpc>
                <a:spcPct val="90000"/>
              </a:lnSpc>
              <a:spcBef>
                <a:spcPts val="1000"/>
              </a:spcBef>
            </a:pPr>
            <a:r>
              <a:rPr lang="en-US" b="1"/>
              <a:t>How canvas will move us from an RFP to a POC?</a:t>
            </a:r>
            <a:endParaRPr lang="en-US"/>
          </a:p>
        </p:txBody>
      </p:sp>
      <p:sp>
        <p:nvSpPr>
          <p:cNvPr id="4" name="Slide Number Placeholder 3"/>
          <p:cNvSpPr>
            <a:spLocks noGrp="1"/>
          </p:cNvSpPr>
          <p:nvPr>
            <p:ph type="sldNum" sz="quarter" idx="5"/>
          </p:nvPr>
        </p:nvSpPr>
        <p:spPr/>
        <p:txBody>
          <a:bodyPr/>
          <a:lstStyle/>
          <a:p>
            <a:fld id="{9E230FFB-7B40-4DF9-B6C8-C189534AD9C6}" type="slidenum">
              <a:rPr lang="en-GB" smtClean="0"/>
              <a:t>44</a:t>
            </a:fld>
            <a:endParaRPr lang="en-GB"/>
          </a:p>
        </p:txBody>
      </p:sp>
    </p:spTree>
    <p:extLst>
      <p:ext uri="{BB962C8B-B14F-4D97-AF65-F5344CB8AC3E}">
        <p14:creationId xmlns:p14="http://schemas.microsoft.com/office/powerpoint/2010/main" val="12550467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GB"/>
              <a:t>One question that we often get asked Is how do I buy or build a canvas. The reference implementation of the </a:t>
            </a:r>
            <a:r>
              <a:rPr lang="en-GB" err="1"/>
              <a:t>oda</a:t>
            </a:r>
            <a:r>
              <a:rPr lang="en-GB"/>
              <a:t> canvas is designed to have a set of services that are freely available for organisations to use, extend or to build into their own implementations. All of these capabilities have been built by the community And published as Apache two licenced Assets. We also expect hyperscale public cloud companies to build canvas services on their own native cloud services as well as infrastructure software vendors building operators for their own particular soft applications.</a:t>
            </a:r>
          </a:p>
          <a:p>
            <a:pPr>
              <a:lnSpc>
                <a:spcPct val="90000"/>
              </a:lnSpc>
              <a:spcBef>
                <a:spcPts val="1000"/>
              </a:spcBef>
            </a:pPr>
            <a:endParaRPr lang="en-GB"/>
          </a:p>
          <a:p>
            <a:pPr>
              <a:lnSpc>
                <a:spcPct val="90000"/>
              </a:lnSpc>
              <a:spcBef>
                <a:spcPts val="1000"/>
              </a:spcBef>
            </a:pPr>
            <a:r>
              <a:rPr lang="en-US"/>
              <a:t>[click]</a:t>
            </a:r>
          </a:p>
          <a:p>
            <a:pPr>
              <a:lnSpc>
                <a:spcPct val="90000"/>
              </a:lnSpc>
              <a:spcBef>
                <a:spcPts val="1000"/>
              </a:spcBef>
            </a:pPr>
            <a:endParaRPr lang="en-US"/>
          </a:p>
          <a:p>
            <a:pPr>
              <a:lnSpc>
                <a:spcPct val="90000"/>
              </a:lnSpc>
              <a:spcBef>
                <a:spcPts val="1000"/>
              </a:spcBef>
            </a:pPr>
            <a:r>
              <a:rPr lang="en-GB"/>
              <a:t>So the choice for a </a:t>
            </a:r>
            <a:r>
              <a:rPr lang="en-GB" err="1"/>
              <a:t>csp</a:t>
            </a:r>
            <a:r>
              <a:rPr lang="en-GB"/>
              <a:t> wanting to buy or build their own canvas is to Use one of the multiple public cloud offerings to roll their own based on the reference implementation, or to use canvas services from infrastructure software vendors.</a:t>
            </a:r>
          </a:p>
          <a:p>
            <a:pPr>
              <a:lnSpc>
                <a:spcPct val="90000"/>
              </a:lnSpc>
              <a:spcBef>
                <a:spcPts val="1000"/>
              </a:spcBef>
            </a:pPr>
            <a:endParaRPr lang="en-GB"/>
          </a:p>
          <a:p>
            <a:pPr>
              <a:lnSpc>
                <a:spcPct val="90000"/>
              </a:lnSpc>
              <a:spcBef>
                <a:spcPts val="1000"/>
              </a:spcBef>
            </a:pPr>
            <a:r>
              <a:rPr lang="en-GB"/>
              <a:t>[Click]</a:t>
            </a:r>
          </a:p>
          <a:p>
            <a:pPr>
              <a:lnSpc>
                <a:spcPct val="90000"/>
              </a:lnSpc>
              <a:spcBef>
                <a:spcPts val="1000"/>
              </a:spcBef>
            </a:pPr>
            <a:endParaRPr lang="en-GB"/>
          </a:p>
          <a:p>
            <a:pPr>
              <a:lnSpc>
                <a:spcPct val="90000"/>
              </a:lnSpc>
              <a:spcBef>
                <a:spcPts val="1000"/>
              </a:spcBef>
            </a:pPr>
            <a:r>
              <a:rPr lang="en-GB"/>
              <a:t>This is not an either or decision - You can mix and match these approaches To build your own canvas.</a:t>
            </a:r>
          </a:p>
          <a:p>
            <a:pPr>
              <a:lnSpc>
                <a:spcPct val="90000"/>
              </a:lnSpc>
              <a:spcBef>
                <a:spcPts val="1000"/>
              </a:spcBef>
            </a:pPr>
            <a:endParaRPr lang="en-GB"/>
          </a:p>
          <a:p>
            <a:pPr>
              <a:lnSpc>
                <a:spcPct val="90000"/>
              </a:lnSpc>
              <a:spcBef>
                <a:spcPts val="1000"/>
              </a:spcBef>
            </a:pPr>
            <a:r>
              <a:rPr lang="en-GB"/>
              <a:t>The individual modules of a canvas are called canvas operators and they follow a standard pattern used in many Kubernetes applications. </a:t>
            </a:r>
          </a:p>
          <a:p>
            <a:pPr>
              <a:lnSpc>
                <a:spcPct val="90000"/>
              </a:lnSpc>
              <a:spcBef>
                <a:spcPts val="1000"/>
              </a:spcBef>
            </a:pPr>
            <a:endParaRPr lang="en-GB"/>
          </a:p>
          <a:p>
            <a:pPr>
              <a:lnSpc>
                <a:spcPct val="90000"/>
              </a:lnSpc>
              <a:spcBef>
                <a:spcPts val="1000"/>
              </a:spcBef>
            </a:pPr>
            <a:r>
              <a:rPr lang="en-GB"/>
              <a:t>So what types of canvas operator are available?</a:t>
            </a:r>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GB"/>
          </a:p>
          <a:p>
            <a:pPr>
              <a:lnSpc>
                <a:spcPct val="90000"/>
              </a:lnSpc>
              <a:spcBef>
                <a:spcPts val="1000"/>
              </a:spcBef>
            </a:pPr>
            <a:endParaRPr lang="en-US"/>
          </a:p>
        </p:txBody>
      </p:sp>
      <p:sp>
        <p:nvSpPr>
          <p:cNvPr id="4" name="Slide Number Placeholder 3"/>
          <p:cNvSpPr>
            <a:spLocks noGrp="1"/>
          </p:cNvSpPr>
          <p:nvPr>
            <p:ph type="sldNum" sz="quarter" idx="5"/>
          </p:nvPr>
        </p:nvSpPr>
        <p:spPr/>
        <p:txBody>
          <a:bodyPr/>
          <a:lstStyle/>
          <a:p>
            <a:fld id="{9E230FFB-7B40-4DF9-B6C8-C189534AD9C6}" type="slidenum">
              <a:rPr lang="en-GB" smtClean="0"/>
              <a:t>45</a:t>
            </a:fld>
            <a:endParaRPr lang="en-GB"/>
          </a:p>
        </p:txBody>
      </p:sp>
    </p:spTree>
    <p:extLst>
      <p:ext uri="{BB962C8B-B14F-4D97-AF65-F5344CB8AC3E}">
        <p14:creationId xmlns:p14="http://schemas.microsoft.com/office/powerpoint/2010/main" val="38591503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US" b="0">
                <a:solidFill>
                  <a:srgbClr val="CCCCCC"/>
                </a:solidFill>
                <a:effectLst/>
                <a:latin typeface="Consolas" panose="020B0609020204030204" pitchFamily="49" charset="0"/>
              </a:rPr>
              <a:t>There are several types of operator in the ODA Canvas. For each type of operator, there may be multiple technical implementations. The list below shows the types of operator available in the ODA Canvas reference implementation. This list is not exhaustive and we foresee new operator types becoming available as the ODA Canvas matures.</a:t>
            </a:r>
          </a:p>
          <a:p>
            <a:pPr marL="0" marR="0" lvl="0" indent="0" algn="l" defTabSz="914400" rtl="0" eaLnBrk="1" fontAlgn="auto" latinLnBrk="0" hangingPunct="1">
              <a:lnSpc>
                <a:spcPct val="90000"/>
              </a:lnSpc>
              <a:spcBef>
                <a:spcPts val="1000"/>
              </a:spcBef>
              <a:spcAft>
                <a:spcPts val="0"/>
              </a:spcAft>
              <a:buClrTx/>
              <a:buSzTx/>
              <a:buFontTx/>
              <a:buNone/>
              <a:tabLst/>
              <a:defRPr/>
            </a:pPr>
            <a:endParaRPr lang="en-US" b="0">
              <a:solidFill>
                <a:srgbClr val="CCCCCC"/>
              </a:solidFill>
              <a:effectLst/>
              <a:latin typeface="Consolas" panose="020B0609020204030204" pitchFamily="49" charset="0"/>
            </a:endParaRPr>
          </a:p>
          <a:p>
            <a:pPr marL="0" marR="0" lvl="0" indent="0" algn="l" defTabSz="914400" rtl="0" eaLnBrk="1" fontAlgn="auto" latinLnBrk="0" hangingPunct="1">
              <a:lnSpc>
                <a:spcPct val="90000"/>
              </a:lnSpc>
              <a:spcBef>
                <a:spcPts val="1000"/>
              </a:spcBef>
              <a:spcAft>
                <a:spcPts val="0"/>
              </a:spcAft>
              <a:buClrTx/>
              <a:buSzTx/>
              <a:buFontTx/>
              <a:buNone/>
              <a:tabLst/>
              <a:defRPr/>
            </a:pPr>
            <a:r>
              <a:rPr lang="en-US" b="0">
                <a:solidFill>
                  <a:srgbClr val="CCCCCC"/>
                </a:solidFill>
                <a:effectLst/>
                <a:latin typeface="Consolas" panose="020B0609020204030204" pitchFamily="49" charset="0"/>
              </a:rPr>
              <a:t>Lets go through a few examples:</a:t>
            </a:r>
          </a:p>
          <a:p>
            <a:pPr>
              <a:lnSpc>
                <a:spcPct val="90000"/>
              </a:lnSpc>
              <a:spcBef>
                <a:spcPts val="1000"/>
              </a:spcBef>
            </a:pPr>
            <a:endParaRPr lang="en-US"/>
          </a:p>
        </p:txBody>
      </p:sp>
      <p:sp>
        <p:nvSpPr>
          <p:cNvPr id="4" name="Slide Number Placeholder 3"/>
          <p:cNvSpPr>
            <a:spLocks noGrp="1"/>
          </p:cNvSpPr>
          <p:nvPr>
            <p:ph type="sldNum" sz="quarter" idx="5"/>
          </p:nvPr>
        </p:nvSpPr>
        <p:spPr/>
        <p:txBody>
          <a:bodyPr/>
          <a:lstStyle/>
          <a:p>
            <a:fld id="{9E230FFB-7B40-4DF9-B6C8-C189534AD9C6}" type="slidenum">
              <a:rPr lang="en-GB" smtClean="0"/>
              <a:t>46</a:t>
            </a:fld>
            <a:endParaRPr lang="en-GB"/>
          </a:p>
        </p:txBody>
      </p:sp>
    </p:spTree>
    <p:extLst>
      <p:ext uri="{BB962C8B-B14F-4D97-AF65-F5344CB8AC3E}">
        <p14:creationId xmlns:p14="http://schemas.microsoft.com/office/powerpoint/2010/main" val="19230558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first is API Operators</a:t>
            </a:r>
          </a:p>
          <a:p>
            <a:endParaRPr lang="en-GB"/>
          </a:p>
          <a:p>
            <a:r>
              <a:rPr lang="en-GB"/>
              <a:t>Each ODA Component includes a declarative definition of its requirements for exposing its APIs. The APIs can be for the core function of the component, or for managing and securing the component itself.</a:t>
            </a:r>
          </a:p>
          <a:p>
            <a:endParaRPr lang="en-GB"/>
          </a:p>
          <a:p>
            <a:r>
              <a:rPr lang="en-GB"/>
              <a:t>A Canvas platform can use any API Gateway and/or Service Mesh to expose these APIs in a secure and controlled way. API Operators automate the configuration of the API Gateways and Services Meshes.</a:t>
            </a:r>
            <a:br>
              <a:rPr lang="en-GB"/>
            </a:br>
            <a:br>
              <a:rPr lang="en-GB"/>
            </a:br>
            <a:br>
              <a:rPr lang="en-GB"/>
            </a:br>
            <a:r>
              <a:rPr lang="en-GB"/>
              <a:t>Reference canvas now has API Operators for </a:t>
            </a:r>
          </a:p>
          <a:p>
            <a:endParaRPr lang="en-GB"/>
          </a:p>
        </p:txBody>
      </p:sp>
      <p:sp>
        <p:nvSpPr>
          <p:cNvPr id="4" name="Slide Number Placeholder 3"/>
          <p:cNvSpPr>
            <a:spLocks noGrp="1"/>
          </p:cNvSpPr>
          <p:nvPr>
            <p:ph type="sldNum" sz="quarter" idx="5"/>
          </p:nvPr>
        </p:nvSpPr>
        <p:spPr/>
        <p:txBody>
          <a:bodyPr/>
          <a:lstStyle/>
          <a:p>
            <a:fld id="{9E230FFB-7B40-4DF9-B6C8-C189534AD9C6}" type="slidenum">
              <a:rPr lang="en-GB" smtClean="0"/>
              <a:t>47</a:t>
            </a:fld>
            <a:endParaRPr lang="en-GB"/>
          </a:p>
        </p:txBody>
      </p:sp>
    </p:spTree>
    <p:extLst>
      <p:ext uri="{BB962C8B-B14F-4D97-AF65-F5344CB8AC3E}">
        <p14:creationId xmlns:p14="http://schemas.microsoft.com/office/powerpoint/2010/main" val="31748793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endParaRPr lang="en-US"/>
          </a:p>
        </p:txBody>
      </p:sp>
      <p:sp>
        <p:nvSpPr>
          <p:cNvPr id="4" name="Slide Number Placeholder 3"/>
          <p:cNvSpPr>
            <a:spLocks noGrp="1"/>
          </p:cNvSpPr>
          <p:nvPr>
            <p:ph type="sldNum" sz="quarter" idx="5"/>
          </p:nvPr>
        </p:nvSpPr>
        <p:spPr/>
        <p:txBody>
          <a:bodyPr/>
          <a:lstStyle/>
          <a:p>
            <a:fld id="{9E230FFB-7B40-4DF9-B6C8-C189534AD9C6}" type="slidenum">
              <a:rPr lang="en-GB" smtClean="0"/>
              <a:t>48</a:t>
            </a:fld>
            <a:endParaRPr lang="en-GB"/>
          </a:p>
        </p:txBody>
      </p:sp>
    </p:spTree>
    <p:extLst>
      <p:ext uri="{BB962C8B-B14F-4D97-AF65-F5344CB8AC3E}">
        <p14:creationId xmlns:p14="http://schemas.microsoft.com/office/powerpoint/2010/main" val="31325106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Similarly, Each ODA Component includes a declarative definition of its requirements for Observability. The component does not implement any Observability solution, but instead relies on an Observability to be available in the Canvas.</a:t>
            </a:r>
          </a:p>
          <a:p>
            <a:endParaRPr lang="en-GB"/>
          </a:p>
          <a:p>
            <a:r>
              <a:rPr lang="en-GB"/>
              <a:t>A Canvas platform can use any Observability solution that can support the Open Metrics and open Telemetry standard services. Observability Config Operators automate the configuration of the Observability Systems using requirements declared in the Component.</a:t>
            </a:r>
          </a:p>
          <a:p>
            <a:endParaRPr lang="en-GB"/>
          </a:p>
          <a:p>
            <a:r>
              <a:rPr lang="en-GB"/>
              <a:t>Reference canvas now has Observability Operators for </a:t>
            </a:r>
          </a:p>
        </p:txBody>
      </p:sp>
      <p:sp>
        <p:nvSpPr>
          <p:cNvPr id="4" name="Slide Number Placeholder 3"/>
          <p:cNvSpPr>
            <a:spLocks noGrp="1"/>
          </p:cNvSpPr>
          <p:nvPr>
            <p:ph type="sldNum" sz="quarter" idx="5"/>
          </p:nvPr>
        </p:nvSpPr>
        <p:spPr/>
        <p:txBody>
          <a:bodyPr/>
          <a:lstStyle/>
          <a:p>
            <a:fld id="{9E230FFB-7B40-4DF9-B6C8-C189534AD9C6}" type="slidenum">
              <a:rPr lang="en-GB" smtClean="0"/>
              <a:t>49</a:t>
            </a:fld>
            <a:endParaRPr lang="en-GB"/>
          </a:p>
        </p:txBody>
      </p:sp>
    </p:spTree>
    <p:extLst>
      <p:ext uri="{BB962C8B-B14F-4D97-AF65-F5344CB8AC3E}">
        <p14:creationId xmlns:p14="http://schemas.microsoft.com/office/powerpoint/2010/main" val="12382799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endParaRPr lang="en-US"/>
          </a:p>
        </p:txBody>
      </p:sp>
      <p:sp>
        <p:nvSpPr>
          <p:cNvPr id="4" name="Slide Number Placeholder 3"/>
          <p:cNvSpPr>
            <a:spLocks noGrp="1"/>
          </p:cNvSpPr>
          <p:nvPr>
            <p:ph type="sldNum" sz="quarter" idx="5"/>
          </p:nvPr>
        </p:nvSpPr>
        <p:spPr/>
        <p:txBody>
          <a:bodyPr/>
          <a:lstStyle/>
          <a:p>
            <a:fld id="{9E230FFB-7B40-4DF9-B6C8-C189534AD9C6}" type="slidenum">
              <a:rPr lang="en-GB" smtClean="0"/>
              <a:t>50</a:t>
            </a:fld>
            <a:endParaRPr lang="en-GB"/>
          </a:p>
        </p:txBody>
      </p:sp>
    </p:spTree>
    <p:extLst>
      <p:ext uri="{BB962C8B-B14F-4D97-AF65-F5344CB8AC3E}">
        <p14:creationId xmlns:p14="http://schemas.microsoft.com/office/powerpoint/2010/main" val="8637386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For Identity Management, a key concept with the ODA Components and Canvas model is that each component does not need to implement its own Identity Management solution.</a:t>
            </a:r>
            <a:br>
              <a:rPr lang="en-GB"/>
            </a:br>
            <a:r>
              <a:rPr lang="en-GB"/>
              <a:t>This is a change from the Application architecture we see today where most of our Vendor solutions come with their own identity management solutions – this causes considerable friction for CSPs as we need to integrate this into our company standard IDM solution where we master our Employee system access. The ODA Component and Canvas model simplifies this by getting the components to master only the role and permission information they require to be linked to identities, and enable each component to integrate to the single IDM solution made available in the Canvas.</a:t>
            </a:r>
            <a:br>
              <a:rPr lang="en-GB"/>
            </a:br>
            <a:br>
              <a:rPr lang="en-GB"/>
            </a:br>
            <a:r>
              <a:rPr lang="en-GB"/>
              <a:t>Each ODA Component includes a declarative definition of its requirements for Roles and Permissions. </a:t>
            </a:r>
          </a:p>
          <a:p>
            <a:endParaRPr lang="en-GB"/>
          </a:p>
          <a:p>
            <a:endParaRPr lang="en-GB"/>
          </a:p>
          <a:p>
            <a:r>
              <a:rPr lang="en-GB"/>
              <a:t>A Canvas platform can use any Identity Management solution that can support the </a:t>
            </a:r>
            <a:r>
              <a:rPr lang="en-GB" err="1"/>
              <a:t>Oauth</a:t>
            </a:r>
            <a:r>
              <a:rPr lang="en-GB"/>
              <a:t> 2.0 standard services. Identity Config Operators automate the configuration of the Identity Management Systems using roles and permissions that are mastered in the Component.</a:t>
            </a:r>
          </a:p>
          <a:p>
            <a:endParaRPr lang="en-GB"/>
          </a:p>
          <a:p>
            <a:r>
              <a:rPr lang="en-GB"/>
              <a:t>Reference canvas now has Identity Config Operators for </a:t>
            </a:r>
          </a:p>
        </p:txBody>
      </p:sp>
      <p:sp>
        <p:nvSpPr>
          <p:cNvPr id="4" name="Slide Number Placeholder 3"/>
          <p:cNvSpPr>
            <a:spLocks noGrp="1"/>
          </p:cNvSpPr>
          <p:nvPr>
            <p:ph type="sldNum" sz="quarter" idx="5"/>
          </p:nvPr>
        </p:nvSpPr>
        <p:spPr/>
        <p:txBody>
          <a:bodyPr/>
          <a:lstStyle/>
          <a:p>
            <a:fld id="{9E230FFB-7B40-4DF9-B6C8-C189534AD9C6}" type="slidenum">
              <a:rPr lang="en-GB" smtClean="0"/>
              <a:t>51</a:t>
            </a:fld>
            <a:endParaRPr lang="en-GB"/>
          </a:p>
        </p:txBody>
      </p:sp>
    </p:spTree>
    <p:extLst>
      <p:ext uri="{BB962C8B-B14F-4D97-AF65-F5344CB8AC3E}">
        <p14:creationId xmlns:p14="http://schemas.microsoft.com/office/powerpoint/2010/main" val="24568105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AI Management Operator</a:t>
            </a:r>
            <a:br>
              <a:rPr lang="en-US"/>
            </a:br>
            <a:br>
              <a:rPr lang="en-US"/>
            </a:br>
            <a:r>
              <a:rPr lang="en-GB"/>
              <a:t>We believe that within a short period of time, most software components will embed AI as part of their core functionality. This could be using custom AI models or accessing Foundation </a:t>
            </a:r>
            <a:r>
              <a:rPr lang="en-GB" err="1"/>
              <a:t>GenAI</a:t>
            </a:r>
            <a:r>
              <a:rPr lang="en-GB"/>
              <a:t> models. The AI Operator allow components to include a declarative definition of its requirements for AI and </a:t>
            </a:r>
            <a:r>
              <a:rPr lang="en-GB" err="1"/>
              <a:t>GenAI</a:t>
            </a:r>
            <a:r>
              <a:rPr lang="en-GB"/>
              <a:t> services. The Canvas makes these services discoverable from the underlying Cloud platform.</a:t>
            </a:r>
            <a:br>
              <a:rPr lang="en-GB"/>
            </a:br>
            <a:br>
              <a:rPr lang="en-GB"/>
            </a:br>
            <a:r>
              <a:rPr lang="en-GB"/>
              <a:t>The goal is to enable all software components to use AI or </a:t>
            </a:r>
            <a:r>
              <a:rPr lang="en-GB" err="1"/>
              <a:t>GenAI</a:t>
            </a:r>
            <a:r>
              <a:rPr lang="en-GB"/>
              <a:t> services, but have strong control and governance of the AI services being used. The Canvas will include all the required capabilities to control and monitor the use of AI services to ensure we are using AI in a responsible way, aligned with regulatory requirements like the EU AI act.</a:t>
            </a:r>
          </a:p>
          <a:p>
            <a:br>
              <a:rPr lang="en-US" b="1"/>
            </a:br>
            <a:br>
              <a:rPr lang="en-US" b="1"/>
            </a:br>
            <a:r>
              <a:rPr lang="en-US" b="1"/>
              <a:t>Carbon Management Operator </a:t>
            </a:r>
            <a:br>
              <a:rPr lang="en-US" b="1"/>
            </a:br>
            <a:br>
              <a:rPr lang="en-US" b="1"/>
            </a:br>
            <a:r>
              <a:rPr lang="en-US" b="1"/>
              <a:t>Carbon Aware Software </a:t>
            </a:r>
            <a:r>
              <a:rPr lang="en-US"/>
              <a:t>refers to applications and systems designed to optimize their energy consumption in order to reduce carbon emissions associated with electricity use. </a:t>
            </a:r>
          </a:p>
          <a:p>
            <a:endParaRPr lang="en-US"/>
          </a:p>
          <a:p>
            <a:r>
              <a:rPr lang="en-US"/>
              <a:t>This is achieved by making the software "aware" of the carbon intensity of the electricity grid—that is, the amount of carbon dioxide emissions produced per unit of electricity consumed at any given time and location. </a:t>
            </a:r>
          </a:p>
          <a:p>
            <a:endParaRPr lang="en-US"/>
          </a:p>
          <a:p>
            <a:r>
              <a:rPr lang="en-US"/>
              <a:t>By leveraging real-time data on grid carbon intensity, carbon aware software can schedule computational tasks, adjust performance settings, or shift workloads to times and places where renewable energy sources are more prevalent, minimizing the overall carbon footprint.</a:t>
            </a:r>
          </a:p>
          <a:p>
            <a:endParaRPr lang="en-US"/>
          </a:p>
          <a:p>
            <a:r>
              <a:rPr lang="en-US"/>
              <a:t>The </a:t>
            </a:r>
            <a:r>
              <a:rPr lang="en-US" b="1"/>
              <a:t>Carbon Management Operator </a:t>
            </a:r>
            <a:r>
              <a:rPr lang="en-US"/>
              <a:t>will provide services to measure and optimize the carbon intensity for ODA Components. It will build on standards and services from </a:t>
            </a:r>
            <a:r>
              <a:rPr lang="en-US">
                <a:hlinkClick r:id="rId3"/>
              </a:rPr>
              <a:t>Green Software Foundation </a:t>
            </a:r>
            <a:r>
              <a:rPr lang="en-US"/>
              <a:t>and build on the services offered from Public Cloud providers. </a:t>
            </a:r>
            <a:br>
              <a:rPr lang="en-US"/>
            </a:br>
            <a:br>
              <a:rPr lang="en-US"/>
            </a:br>
            <a:r>
              <a:rPr lang="en-US" b="1"/>
              <a:t>Cost Management Operator</a:t>
            </a:r>
            <a:br>
              <a:rPr lang="en-US"/>
            </a:br>
            <a:br>
              <a:rPr lang="en-US"/>
            </a:br>
            <a:r>
              <a:rPr lang="en-GB"/>
              <a:t>This operator is proposed to </a:t>
            </a:r>
            <a:r>
              <a:rPr lang="en-US"/>
              <a:t>automate cost optimization and license management.</a:t>
            </a:r>
          </a:p>
          <a:p>
            <a:endParaRPr lang="en-US"/>
          </a:p>
          <a:p>
            <a:r>
              <a:rPr lang="en-US" b="1"/>
              <a:t>Users of the Cloud Platform</a:t>
            </a:r>
            <a:r>
              <a:rPr lang="en-US"/>
              <a:t>: Benefit from automated cost savings, improved financial transparency, and simplified license management, leading to reduced expenses and enhanced operational efficiency.</a:t>
            </a:r>
          </a:p>
          <a:p>
            <a:endParaRPr lang="en-US"/>
          </a:p>
          <a:p>
            <a:r>
              <a:rPr lang="en-US" b="1"/>
              <a:t>Vendors of Software Deployed on the Cloud</a:t>
            </a:r>
            <a:r>
              <a:rPr lang="en-US"/>
              <a:t>: Gain accurate usage tracking, revenue protection through license compliance, and valuable market insights, enhancing customer satisfaction and informing product strategies.</a:t>
            </a:r>
          </a:p>
          <a:p>
            <a:endParaRPr lang="en-US"/>
          </a:p>
          <a:p>
            <a:r>
              <a:rPr lang="en-US" b="1"/>
              <a:t>Cloud Platform Providers</a:t>
            </a:r>
            <a:r>
              <a:rPr lang="en-US"/>
              <a:t>: Enjoy increased customer loyalty, optimized resource utilization, and a competitive market advantage by offering value-added services that promote customer success and sustainability.</a:t>
            </a:r>
            <a:endParaRPr lang="en-GB"/>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br>
              <a:rPr lang="en-US"/>
            </a:br>
            <a:br>
              <a:rPr lang="en-US"/>
            </a:br>
            <a:endParaRPr lang="en-US"/>
          </a:p>
          <a:p>
            <a:br>
              <a:rPr lang="en-US"/>
            </a:br>
            <a:endParaRPr lang="en-US"/>
          </a:p>
          <a:p>
            <a:r>
              <a:rPr lang="en-US" b="1"/>
              <a:t>Database Management Operator</a:t>
            </a:r>
            <a:br>
              <a:rPr lang="en-US"/>
            </a:br>
            <a:br>
              <a:rPr lang="en-US"/>
            </a:br>
            <a:r>
              <a:rPr lang="en-GB"/>
              <a:t>This operator is proposed to </a:t>
            </a:r>
            <a:r>
              <a:rPr lang="en-US"/>
              <a:t>automate access to Database-as-a-Service. It allows a component to request access to various types of Database. This should include </a:t>
            </a:r>
            <a:r>
              <a:rPr lang="en-US" b="1"/>
              <a:t>Relational</a:t>
            </a:r>
            <a:r>
              <a:rPr lang="en-US"/>
              <a:t>, </a:t>
            </a:r>
            <a:r>
              <a:rPr lang="en-US" b="1"/>
              <a:t>Document</a:t>
            </a:r>
            <a:r>
              <a:rPr lang="en-US"/>
              <a:t>, </a:t>
            </a:r>
            <a:r>
              <a:rPr lang="en-US" b="1"/>
              <a:t>Key-Value</a:t>
            </a:r>
            <a:r>
              <a:rPr lang="en-US"/>
              <a:t>, </a:t>
            </a:r>
            <a:r>
              <a:rPr lang="en-US" b="1"/>
              <a:t>Graph</a:t>
            </a:r>
            <a:r>
              <a:rPr lang="en-US"/>
              <a:t> and </a:t>
            </a:r>
            <a:r>
              <a:rPr lang="en-US" b="1"/>
              <a:t>Vector</a:t>
            </a:r>
            <a:r>
              <a:rPr lang="en-US"/>
              <a:t> databases</a:t>
            </a:r>
            <a:br>
              <a:rPr lang="en-US"/>
            </a:br>
            <a:endParaRPr lang="en-US"/>
          </a:p>
        </p:txBody>
      </p:sp>
      <p:sp>
        <p:nvSpPr>
          <p:cNvPr id="4" name="Slide Number Placeholder 3"/>
          <p:cNvSpPr>
            <a:spLocks noGrp="1"/>
          </p:cNvSpPr>
          <p:nvPr>
            <p:ph type="sldNum" sz="quarter" idx="5"/>
          </p:nvPr>
        </p:nvSpPr>
        <p:spPr/>
        <p:txBody>
          <a:bodyPr/>
          <a:lstStyle/>
          <a:p>
            <a:fld id="{9E230FFB-7B40-4DF9-B6C8-C189534AD9C6}" type="slidenum">
              <a:rPr lang="en-GB" smtClean="0"/>
              <a:t>52</a:t>
            </a:fld>
            <a:endParaRPr lang="en-GB"/>
          </a:p>
        </p:txBody>
      </p:sp>
    </p:spTree>
    <p:extLst>
      <p:ext uri="{BB962C8B-B14F-4D97-AF65-F5344CB8AC3E}">
        <p14:creationId xmlns:p14="http://schemas.microsoft.com/office/powerpoint/2010/main" val="10482642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png"/><Relationship Id="rId1" Type="http://schemas.openxmlformats.org/officeDocument/2006/relationships/slideMaster" Target="../slideMasters/slideMaster1.xml"/><Relationship Id="rId4" Type="http://schemas.openxmlformats.org/officeDocument/2006/relationships/image" Target="../media/image29.pn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1.png"/><Relationship Id="rId1" Type="http://schemas.openxmlformats.org/officeDocument/2006/relationships/slideMaster" Target="../slideMasters/slideMaster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1.png"/><Relationship Id="rId1" Type="http://schemas.openxmlformats.org/officeDocument/2006/relationships/slideMaster" Target="../slideMasters/slideMaster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Master" Target="../slideMasters/slideMaster1.xml"/><Relationship Id="rId5" Type="http://schemas.openxmlformats.org/officeDocument/2006/relationships/image" Target="../media/image27.svg"/><Relationship Id="rId4" Type="http://schemas.openxmlformats.org/officeDocument/2006/relationships/image" Target="../media/image26.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8.svg"/><Relationship Id="rId7" Type="http://schemas.openxmlformats.org/officeDocument/2006/relationships/image" Target="../media/image42.svg"/><Relationship Id="rId2" Type="http://schemas.openxmlformats.org/officeDocument/2006/relationships/image" Target="../media/image37.png"/><Relationship Id="rId1" Type="http://schemas.openxmlformats.org/officeDocument/2006/relationships/slideMaster" Target="../slideMasters/slideMaster1.xml"/><Relationship Id="rId6" Type="http://schemas.openxmlformats.org/officeDocument/2006/relationships/image" Target="../media/image41.png"/><Relationship Id="rId5" Type="http://schemas.openxmlformats.org/officeDocument/2006/relationships/image" Target="../media/image40.svg"/><Relationship Id="rId4" Type="http://schemas.openxmlformats.org/officeDocument/2006/relationships/image" Target="../media/image3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1DE717A-961A-1F01-EFF7-76C93ECDB33A}"/>
              </a:ext>
            </a:extLst>
          </p:cNvPr>
          <p:cNvSpPr>
            <a:spLocks noGrp="1" noRot="1" noMove="1" noResize="1" noEditPoints="1" noAdjustHandles="1" noChangeArrowheads="1" noChangeShapeType="1"/>
          </p:cNvSpPr>
          <p:nvPr>
            <p:ph type="body" sz="quarter" idx="10" hasCustomPrompt="1"/>
          </p:nvPr>
        </p:nvSpPr>
        <p:spPr>
          <a:xfrm>
            <a:off x="4728000" y="2129400"/>
            <a:ext cx="6360688" cy="4377763"/>
          </a:xfrm>
        </p:spPr>
        <p:txBody>
          <a:bodyPr/>
          <a:lstStyle>
            <a:lvl1pPr marL="0" indent="0">
              <a:lnSpc>
                <a:spcPts val="9400"/>
              </a:lnSpc>
              <a:buFont typeface="Arial" panose="020B0604020202020204" pitchFamily="34" charset="0"/>
              <a:buNone/>
              <a:defRPr sz="9400" b="1">
                <a:solidFill>
                  <a:schemeClr val="bg1"/>
                </a:solidFill>
                <a:latin typeface="+mj-lt"/>
              </a:defRPr>
            </a:lvl1pPr>
            <a:lvl2pPr marL="0" indent="0">
              <a:lnSpc>
                <a:spcPts val="5000"/>
              </a:lnSpc>
              <a:buFont typeface="Arial" panose="020B0604020202020204" pitchFamily="34" charset="0"/>
              <a:buNone/>
              <a:defRPr sz="5000">
                <a:solidFill>
                  <a:schemeClr val="bg1"/>
                </a:solidFill>
                <a:latin typeface="Aptos Light" panose="020B0004020202020204" pitchFamily="34" charset="0"/>
              </a:defRPr>
            </a:lvl2pPr>
            <a:lvl3pPr marL="0" indent="0">
              <a:lnSpc>
                <a:spcPts val="3200"/>
              </a:lnSpc>
              <a:spcBef>
                <a:spcPts val="1200"/>
              </a:spcBef>
              <a:buNone/>
              <a:defRPr sz="2600">
                <a:solidFill>
                  <a:schemeClr val="bg1"/>
                </a:solidFill>
                <a:latin typeface="Aptos Light" panose="020B0004020202020204" pitchFamily="34" charset="0"/>
              </a:defRPr>
            </a:lvl3pPr>
            <a:lvl4pPr marL="0" indent="0">
              <a:buNone/>
              <a:defRPr/>
            </a:lvl4pPr>
            <a:lvl5pPr marL="0" indent="0">
              <a:buFont typeface="Arial" panose="020B0604020202020204" pitchFamily="34" charset="0"/>
              <a:buNone/>
              <a:defRPr/>
            </a:lvl5pPr>
          </a:lstStyle>
          <a:p>
            <a:pPr lvl="0"/>
            <a:r>
              <a:rPr lang="en-US"/>
              <a:t>Title here</a:t>
            </a:r>
          </a:p>
          <a:p>
            <a:pPr lvl="1"/>
            <a:r>
              <a:rPr lang="en-US"/>
              <a:t>Second level</a:t>
            </a:r>
          </a:p>
          <a:p>
            <a:pPr lvl="2"/>
            <a:r>
              <a:rPr lang="en-US"/>
              <a:t>Third level</a:t>
            </a:r>
          </a:p>
        </p:txBody>
      </p:sp>
      <p:pic>
        <p:nvPicPr>
          <p:cNvPr id="2" name="Graphic 1">
            <a:extLst>
              <a:ext uri="{FF2B5EF4-FFF2-40B4-BE49-F238E27FC236}">
                <a16:creationId xmlns:a16="http://schemas.microsoft.com/office/drawing/2014/main" id="{97B6F22F-2D04-BC9A-71C3-34653FB7305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21481" y="426599"/>
            <a:ext cx="1998454" cy="1080000"/>
          </a:xfrm>
          <a:prstGeom prst="rect">
            <a:avLst/>
          </a:prstGeom>
        </p:spPr>
      </p:pic>
    </p:spTree>
    <p:extLst>
      <p:ext uri="{BB962C8B-B14F-4D97-AF65-F5344CB8AC3E}">
        <p14:creationId xmlns:p14="http://schemas.microsoft.com/office/powerpoint/2010/main" val="1109701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Opt B">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gradient&#10;&#10;AI-generated content may be incorrect.">
            <a:extLst>
              <a:ext uri="{FF2B5EF4-FFF2-40B4-BE49-F238E27FC236}">
                <a16:creationId xmlns:a16="http://schemas.microsoft.com/office/drawing/2014/main" id="{D5A0DA32-38AC-1386-8EF4-1F70E9E88DBB}"/>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tretch>
            <a:fillRect/>
          </a:stretch>
        </p:blipFill>
        <p:spPr>
          <a:xfrm>
            <a:off x="0" y="0"/>
            <a:ext cx="9320785" cy="6858000"/>
          </a:xfrm>
          <a:prstGeom prst="rect">
            <a:avLst/>
          </a:prstGeom>
        </p:spPr>
      </p:pic>
      <p:pic>
        <p:nvPicPr>
          <p:cNvPr id="9" name="Picture 8" descr="A red and black gradient&#10;&#10;AI-generated content may be incorrect.">
            <a:extLst>
              <a:ext uri="{FF2B5EF4-FFF2-40B4-BE49-F238E27FC236}">
                <a16:creationId xmlns:a16="http://schemas.microsoft.com/office/drawing/2014/main" id="{54309C6E-E774-ACB3-93FD-9193BB41B6C7}"/>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0" y="2061000"/>
            <a:ext cx="8965710" cy="3499111"/>
          </a:xfrm>
          <a:prstGeom prst="rect">
            <a:avLst/>
          </a:prstGeom>
        </p:spPr>
      </p:pic>
      <p:sp>
        <p:nvSpPr>
          <p:cNvPr id="3" name="Subtitle 2">
            <a:extLst>
              <a:ext uri="{FF2B5EF4-FFF2-40B4-BE49-F238E27FC236}">
                <a16:creationId xmlns:a16="http://schemas.microsoft.com/office/drawing/2014/main" id="{C755ED1A-F732-50AB-461A-58E28D500B1A}"/>
              </a:ext>
            </a:extLst>
          </p:cNvPr>
          <p:cNvSpPr>
            <a:spLocks noGrp="1" noRot="1" noMove="1" noResize="1" noEditPoints="1" noAdjustHandles="1" noChangeArrowheads="1" noChangeShapeType="1"/>
          </p:cNvSpPr>
          <p:nvPr>
            <p:ph type="subTitle" idx="1"/>
          </p:nvPr>
        </p:nvSpPr>
        <p:spPr>
          <a:xfrm>
            <a:off x="457908" y="5891400"/>
            <a:ext cx="7920000" cy="752400"/>
          </a:xfrm>
        </p:spPr>
        <p:txBody>
          <a:bodyPr/>
          <a:lstStyle>
            <a:lvl1pPr marL="0" indent="0" algn="l">
              <a:lnSpc>
                <a:spcPts val="2400"/>
              </a:lnSpc>
              <a:spcAft>
                <a:spcPts val="0"/>
              </a:spcAft>
              <a:buNone/>
              <a:defRPr sz="20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6" name="Text Placeholder 5">
            <a:extLst>
              <a:ext uri="{FF2B5EF4-FFF2-40B4-BE49-F238E27FC236}">
                <a16:creationId xmlns:a16="http://schemas.microsoft.com/office/drawing/2014/main" id="{6211CAD9-06E6-EC40-2506-C1DBE5DE6A77}"/>
              </a:ext>
            </a:extLst>
          </p:cNvPr>
          <p:cNvSpPr>
            <a:spLocks noGrp="1" noRot="1" noMove="1" noResize="1" noEditPoints="1" noAdjustHandles="1" noChangeArrowheads="1" noChangeShapeType="1"/>
          </p:cNvSpPr>
          <p:nvPr>
            <p:ph type="body" sz="quarter" idx="10"/>
          </p:nvPr>
        </p:nvSpPr>
        <p:spPr>
          <a:xfrm>
            <a:off x="487200" y="2608200"/>
            <a:ext cx="7920000" cy="2530800"/>
          </a:xfrm>
        </p:spPr>
        <p:txBody>
          <a:bodyPr/>
          <a:lstStyle>
            <a:lvl1pPr marL="0" indent="0">
              <a:lnSpc>
                <a:spcPts val="6000"/>
              </a:lnSpc>
              <a:spcAft>
                <a:spcPts val="0"/>
              </a:spcAft>
              <a:buFont typeface="Arial" panose="020B0604020202020204" pitchFamily="34" charset="0"/>
              <a:buNone/>
              <a:defRPr sz="6000" b="1">
                <a:solidFill>
                  <a:schemeClr val="bg1"/>
                </a:solidFill>
              </a:defRPr>
            </a:lvl1pPr>
            <a:lvl2pPr marL="0" indent="0">
              <a:lnSpc>
                <a:spcPts val="4320"/>
              </a:lnSpc>
              <a:spcBef>
                <a:spcPts val="1000"/>
              </a:spcBef>
              <a:spcAft>
                <a:spcPts val="0"/>
              </a:spcAft>
              <a:buNone/>
              <a:defRPr sz="3600" b="1">
                <a:solidFill>
                  <a:schemeClr val="bg1"/>
                </a:solidFill>
                <a:latin typeface="+mj-lt"/>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a:p>
            <a:pPr lvl="1"/>
            <a:r>
              <a:rPr lang="en-GB"/>
              <a:t>Second level</a:t>
            </a:r>
          </a:p>
        </p:txBody>
      </p:sp>
      <p:pic>
        <p:nvPicPr>
          <p:cNvPr id="2" name="Picture 1">
            <a:extLst>
              <a:ext uri="{FF2B5EF4-FFF2-40B4-BE49-F238E27FC236}">
                <a16:creationId xmlns:a16="http://schemas.microsoft.com/office/drawing/2014/main" id="{F215AB02-7F88-F9CD-AE6A-EB60A44DE5CA}"/>
              </a:ext>
            </a:extLst>
          </p:cNvPr>
          <p:cNvPicPr>
            <a:picLocks noGrp="1" noRot="1" noChangeAspect="1" noMove="1" noResize="1" noEditPoints="1" noAdjustHandles="1" noChangeArrowheads="1" noChangeShapeType="1" noCrop="1"/>
          </p:cNvPicPr>
          <p:nvPr userDrawn="1"/>
        </p:nvPicPr>
        <p:blipFill>
          <a:blip r:embed="rId4" cstate="hqprint">
            <a:extLst>
              <a:ext uri="{28A0092B-C50C-407E-A947-70E740481C1C}">
                <a14:useLocalDpi xmlns:a14="http://schemas.microsoft.com/office/drawing/2010/main"/>
              </a:ext>
            </a:extLst>
          </a:blip>
          <a:srcRect/>
          <a:stretch/>
        </p:blipFill>
        <p:spPr>
          <a:xfrm>
            <a:off x="582490" y="687600"/>
            <a:ext cx="2057191" cy="448057"/>
          </a:xfrm>
          <a:prstGeom prst="rect">
            <a:avLst/>
          </a:prstGeom>
        </p:spPr>
      </p:pic>
      <p:sp>
        <p:nvSpPr>
          <p:cNvPr id="4" name="Date Placeholder 3">
            <a:extLst>
              <a:ext uri="{FF2B5EF4-FFF2-40B4-BE49-F238E27FC236}">
                <a16:creationId xmlns:a16="http://schemas.microsoft.com/office/drawing/2014/main" id="{A7BDE010-66F4-9611-CFC1-53980F9CED65}"/>
              </a:ext>
            </a:extLst>
          </p:cNvPr>
          <p:cNvSpPr>
            <a:spLocks noGrp="1" noRot="1" noMove="1" noResize="1" noEditPoints="1" noAdjustHandles="1" noChangeArrowheads="1" noChangeShapeType="1"/>
          </p:cNvSpPr>
          <p:nvPr>
            <p:ph type="dt" sz="half" idx="11"/>
          </p:nvPr>
        </p:nvSpPr>
        <p:spPr>
          <a:xfrm>
            <a:off x="9105600" y="6213460"/>
            <a:ext cx="2640313" cy="515499"/>
          </a:xfrm>
        </p:spPr>
        <p:txBody>
          <a:bodyPr/>
          <a:lstStyle>
            <a:lvl1pPr algn="r">
              <a:defRPr sz="1800"/>
            </a:lvl1pPr>
          </a:lstStyle>
          <a:p>
            <a:r>
              <a:rPr lang="en-GB"/>
              <a:t>Month DD 2025</a:t>
            </a:r>
          </a:p>
        </p:txBody>
      </p:sp>
      <p:pic>
        <p:nvPicPr>
          <p:cNvPr id="13" name="Picture 12" descr="A black and pink rectangle with a black background&#10;&#10;AI-generated content may be incorrect.">
            <a:extLst>
              <a:ext uri="{FF2B5EF4-FFF2-40B4-BE49-F238E27FC236}">
                <a16:creationId xmlns:a16="http://schemas.microsoft.com/office/drawing/2014/main" id="{8D969FF2-6F5A-18E9-B1E0-34C9CE8DAB26}"/>
              </a:ext>
            </a:extLst>
          </p:cNvPr>
          <p:cNvPicPr>
            <a:picLocks noGrp="1" noRot="1" noChangeAspect="1" noMove="1" noResize="1" noEditPoints="1" noAdjustHandles="1" noChangeArrowheads="1" noChangeShapeType="1" noCrop="1"/>
          </p:cNvPicPr>
          <p:nvPr userDrawn="1"/>
        </p:nvPicPr>
        <p:blipFill>
          <a:blip r:embed="rId5" cstate="hqprint">
            <a:extLst>
              <a:ext uri="{28A0092B-C50C-407E-A947-70E740481C1C}">
                <a14:useLocalDpi xmlns:a14="http://schemas.microsoft.com/office/drawing/2010/main"/>
              </a:ext>
            </a:extLst>
          </a:blip>
          <a:stretch>
            <a:fillRect/>
          </a:stretch>
        </p:blipFill>
        <p:spPr>
          <a:xfrm>
            <a:off x="7464000" y="624600"/>
            <a:ext cx="3759716" cy="3759716"/>
          </a:xfrm>
          <a:prstGeom prst="rect">
            <a:avLst/>
          </a:prstGeom>
        </p:spPr>
      </p:pic>
      <p:sp>
        <p:nvSpPr>
          <p:cNvPr id="8" name="Rectangle: Folded Corner 7">
            <a:extLst>
              <a:ext uri="{FF2B5EF4-FFF2-40B4-BE49-F238E27FC236}">
                <a16:creationId xmlns:a16="http://schemas.microsoft.com/office/drawing/2014/main" id="{12AB1389-7B21-EA48-C448-86B9D89EED25}"/>
              </a:ext>
            </a:extLst>
          </p:cNvPr>
          <p:cNvSpPr>
            <a:spLocks noGrp="1" noRot="1" noMove="1" noResize="1" noEditPoints="1" noAdjustHandles="1" noChangeArrowheads="1" noChangeShapeType="1"/>
          </p:cNvSpPr>
          <p:nvPr userDrawn="1"/>
        </p:nvSpPr>
        <p:spPr>
          <a:xfrm>
            <a:off x="12525600" y="0"/>
            <a:ext cx="4377600" cy="6858000"/>
          </a:xfrm>
          <a:prstGeom prst="foldedCorner">
            <a:avLst/>
          </a:prstGeom>
          <a:solidFill>
            <a:schemeClr val="bg1"/>
          </a:solidFill>
          <a:ln>
            <a:noFill/>
          </a:ln>
          <a:effectLst>
            <a:outerShdw blurRad="254000" dist="127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0000" tIns="360000" rIns="144000" rtlCol="0" anchor="t"/>
          <a:lstStyle/>
          <a:p>
            <a:pPr algn="l"/>
            <a:r>
              <a:rPr lang="en-GB" sz="2000" b="1" baseline="0">
                <a:solidFill>
                  <a:schemeClr val="tx2"/>
                </a:solidFill>
                <a:latin typeface="+mj-lt"/>
              </a:rPr>
              <a:t>Background images</a:t>
            </a:r>
          </a:p>
          <a:p>
            <a:pPr algn="l"/>
            <a:r>
              <a:rPr lang="en-GB" sz="1600">
                <a:solidFill>
                  <a:schemeClr val="tx2"/>
                </a:solidFill>
              </a:rPr>
              <a:t>To insert a background image, please </a:t>
            </a:r>
          </a:p>
          <a:p>
            <a:pPr algn="l"/>
            <a:r>
              <a:rPr lang="en-GB" sz="1600">
                <a:solidFill>
                  <a:schemeClr val="tx2"/>
                </a:solidFill>
              </a:rPr>
              <a:t>use ‘</a:t>
            </a:r>
            <a:r>
              <a:rPr lang="en-GB" sz="1600" b="1">
                <a:solidFill>
                  <a:schemeClr val="tx2"/>
                </a:solidFill>
              </a:rPr>
              <a:t>Format Background</a:t>
            </a:r>
            <a:r>
              <a:rPr lang="en-GB" sz="1600">
                <a:solidFill>
                  <a:schemeClr val="tx2"/>
                </a:solidFill>
              </a:rPr>
              <a:t>’ and then select ‘</a:t>
            </a:r>
            <a:r>
              <a:rPr lang="en-GB" sz="1600" b="1">
                <a:solidFill>
                  <a:schemeClr val="tx2"/>
                </a:solidFill>
              </a:rPr>
              <a:t>Picture or Texture Fill</a:t>
            </a:r>
            <a:r>
              <a:rPr lang="en-GB" sz="1600">
                <a:solidFill>
                  <a:schemeClr val="tx2"/>
                </a:solidFill>
              </a:rPr>
              <a:t>’. Click on the ‘</a:t>
            </a:r>
            <a:r>
              <a:rPr lang="en-GB" sz="1600" b="1">
                <a:solidFill>
                  <a:schemeClr val="tx2"/>
                </a:solidFill>
              </a:rPr>
              <a:t>Insert</a:t>
            </a:r>
            <a:r>
              <a:rPr lang="en-GB" sz="1600">
                <a:solidFill>
                  <a:schemeClr val="tx2"/>
                </a:solidFill>
              </a:rPr>
              <a:t>’ button and choose ‘</a:t>
            </a:r>
            <a:r>
              <a:rPr lang="en-GB" sz="1600" b="1">
                <a:solidFill>
                  <a:schemeClr val="tx2"/>
                </a:solidFill>
              </a:rPr>
              <a:t>From a File</a:t>
            </a:r>
            <a:r>
              <a:rPr lang="en-GB" sz="1600">
                <a:solidFill>
                  <a:schemeClr val="tx2"/>
                </a:solidFill>
              </a:rPr>
              <a:t>’. This will enable you to navigate to your image folder, where you can select an image. This will automatically set your chosen image as </a:t>
            </a:r>
          </a:p>
          <a:p>
            <a:pPr algn="l"/>
            <a:r>
              <a:rPr lang="en-GB" sz="1600">
                <a:solidFill>
                  <a:schemeClr val="tx2"/>
                </a:solidFill>
              </a:rPr>
              <a:t>the background for this slide.</a:t>
            </a:r>
          </a:p>
        </p:txBody>
      </p:sp>
      <p:pic>
        <p:nvPicPr>
          <p:cNvPr id="17" name="Picture 16">
            <a:extLst>
              <a:ext uri="{FF2B5EF4-FFF2-40B4-BE49-F238E27FC236}">
                <a16:creationId xmlns:a16="http://schemas.microsoft.com/office/drawing/2014/main" id="{27ECE4C2-43EA-085A-1047-6A988B9739CE}"/>
              </a:ext>
            </a:extLst>
          </p:cNvPr>
          <p:cNvPicPr>
            <a:picLocks noGrp="1" noRot="1" noChangeAspect="1" noMove="1" noResize="1" noEditPoints="1" noAdjustHandles="1" noChangeArrowheads="1" noChangeShapeType="1" noCrop="1"/>
          </p:cNvPicPr>
          <p:nvPr userDrawn="1"/>
        </p:nvPicPr>
        <p:blipFill>
          <a:blip r:embed="rId6" cstate="hqprint">
            <a:extLst>
              <a:ext uri="{28A0092B-C50C-407E-A947-70E740481C1C}">
                <a14:useLocalDpi xmlns:a14="http://schemas.microsoft.com/office/drawing/2010/main"/>
              </a:ext>
            </a:extLst>
          </a:blip>
          <a:srcRect/>
          <a:stretch/>
        </p:blipFill>
        <p:spPr>
          <a:xfrm>
            <a:off x="12854453" y="3047444"/>
            <a:ext cx="1574078" cy="1652311"/>
          </a:xfrm>
          <a:prstGeom prst="rect">
            <a:avLst/>
          </a:prstGeom>
          <a:effectLst>
            <a:outerShdw blurRad="254000" sx="102000" sy="102000" algn="ctr" rotWithShape="0">
              <a:prstClr val="black">
                <a:alpha val="40000"/>
              </a:prstClr>
            </a:outerShdw>
          </a:effectLst>
        </p:spPr>
      </p:pic>
      <p:pic>
        <p:nvPicPr>
          <p:cNvPr id="19" name="Picture 18">
            <a:extLst>
              <a:ext uri="{FF2B5EF4-FFF2-40B4-BE49-F238E27FC236}">
                <a16:creationId xmlns:a16="http://schemas.microsoft.com/office/drawing/2014/main" id="{7CAD2648-CA6E-E0D2-AA50-C4E0E828BCC0}"/>
              </a:ext>
            </a:extLst>
          </p:cNvPr>
          <p:cNvPicPr>
            <a:picLocks noGrp="1" noRot="1" noChangeAspect="1" noMove="1" noResize="1" noEditPoints="1" noAdjustHandles="1" noChangeArrowheads="1" noChangeShapeType="1" noCrop="1"/>
          </p:cNvPicPr>
          <p:nvPr userDrawn="1"/>
        </p:nvPicPr>
        <p:blipFill>
          <a:blip r:embed="rId7" cstate="hqprint">
            <a:extLst>
              <a:ext uri="{28A0092B-C50C-407E-A947-70E740481C1C}">
                <a14:useLocalDpi xmlns:a14="http://schemas.microsoft.com/office/drawing/2010/main"/>
              </a:ext>
            </a:extLst>
          </a:blip>
          <a:srcRect/>
          <a:stretch/>
        </p:blipFill>
        <p:spPr>
          <a:xfrm>
            <a:off x="12817580" y="4863606"/>
            <a:ext cx="2786020" cy="1643617"/>
          </a:xfrm>
          <a:prstGeom prst="rect">
            <a:avLst/>
          </a:prstGeom>
          <a:effectLst>
            <a:outerShdw blurRad="254000" sx="102000" sy="102000" algn="ctr" rotWithShape="0">
              <a:prstClr val="black">
                <a:alpha val="40000"/>
              </a:prstClr>
            </a:outerShdw>
          </a:effectLst>
        </p:spPr>
      </p:pic>
    </p:spTree>
    <p:extLst>
      <p:ext uri="{BB962C8B-B14F-4D97-AF65-F5344CB8AC3E}">
        <p14:creationId xmlns:p14="http://schemas.microsoft.com/office/powerpoint/2010/main" val="2581518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Opt C">
    <p:bg>
      <p:bgPr>
        <a:solidFill>
          <a:schemeClr val="bg1"/>
        </a:solidFill>
        <a:effectLst/>
      </p:bgPr>
    </p:bg>
    <p:spTree>
      <p:nvGrpSpPr>
        <p:cNvPr id="1" name=""/>
        <p:cNvGrpSpPr/>
        <p:nvPr/>
      </p:nvGrpSpPr>
      <p:grpSpPr>
        <a:xfrm>
          <a:off x="0" y="0"/>
          <a:ext cx="0" cy="0"/>
          <a:chOff x="0" y="0"/>
          <a:chExt cx="0" cy="0"/>
        </a:xfrm>
      </p:grpSpPr>
      <p:pic>
        <p:nvPicPr>
          <p:cNvPr id="5" name="Picture 4" descr="A black and white gradient&#10;&#10;AI-generated content may be incorrect.">
            <a:extLst>
              <a:ext uri="{FF2B5EF4-FFF2-40B4-BE49-F238E27FC236}">
                <a16:creationId xmlns:a16="http://schemas.microsoft.com/office/drawing/2014/main" id="{F4BA54E8-BB7B-81DC-FADD-DE02FA2BFD49}"/>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tretch>
            <a:fillRect/>
          </a:stretch>
        </p:blipFill>
        <p:spPr>
          <a:xfrm>
            <a:off x="0" y="0"/>
            <a:ext cx="9320785" cy="6858000"/>
          </a:xfrm>
          <a:prstGeom prst="rect">
            <a:avLst/>
          </a:prstGeom>
        </p:spPr>
      </p:pic>
      <p:pic>
        <p:nvPicPr>
          <p:cNvPr id="9" name="Picture 8" descr="A red and black gradient&#10;&#10;AI-generated content may be incorrect.">
            <a:extLst>
              <a:ext uri="{FF2B5EF4-FFF2-40B4-BE49-F238E27FC236}">
                <a16:creationId xmlns:a16="http://schemas.microsoft.com/office/drawing/2014/main" id="{54309C6E-E774-ACB3-93FD-9193BB41B6C7}"/>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0" y="2061000"/>
            <a:ext cx="8965710" cy="3499111"/>
          </a:xfrm>
          <a:prstGeom prst="rect">
            <a:avLst/>
          </a:prstGeom>
        </p:spPr>
      </p:pic>
      <p:sp>
        <p:nvSpPr>
          <p:cNvPr id="3" name="Subtitle 2">
            <a:extLst>
              <a:ext uri="{FF2B5EF4-FFF2-40B4-BE49-F238E27FC236}">
                <a16:creationId xmlns:a16="http://schemas.microsoft.com/office/drawing/2014/main" id="{C755ED1A-F732-50AB-461A-58E28D500B1A}"/>
              </a:ext>
            </a:extLst>
          </p:cNvPr>
          <p:cNvSpPr>
            <a:spLocks noGrp="1" noRot="1" noMove="1" noResize="1" noEditPoints="1" noAdjustHandles="1" noChangeArrowheads="1" noChangeShapeType="1"/>
          </p:cNvSpPr>
          <p:nvPr>
            <p:ph type="subTitle" idx="1"/>
          </p:nvPr>
        </p:nvSpPr>
        <p:spPr>
          <a:xfrm>
            <a:off x="457908" y="5891400"/>
            <a:ext cx="7920000" cy="752400"/>
          </a:xfrm>
        </p:spPr>
        <p:txBody>
          <a:bodyPr/>
          <a:lstStyle>
            <a:lvl1pPr marL="0" indent="0" algn="l">
              <a:lnSpc>
                <a:spcPts val="2400"/>
              </a:lnSpc>
              <a:spcAft>
                <a:spcPts val="0"/>
              </a:spcAft>
              <a:buNone/>
              <a:defRPr sz="20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6" name="Text Placeholder 5">
            <a:extLst>
              <a:ext uri="{FF2B5EF4-FFF2-40B4-BE49-F238E27FC236}">
                <a16:creationId xmlns:a16="http://schemas.microsoft.com/office/drawing/2014/main" id="{6211CAD9-06E6-EC40-2506-C1DBE5DE6A77}"/>
              </a:ext>
            </a:extLst>
          </p:cNvPr>
          <p:cNvSpPr>
            <a:spLocks noGrp="1" noRot="1" noMove="1" noResize="1" noEditPoints="1" noAdjustHandles="1" noChangeArrowheads="1" noChangeShapeType="1"/>
          </p:cNvSpPr>
          <p:nvPr>
            <p:ph type="body" sz="quarter" idx="10"/>
          </p:nvPr>
        </p:nvSpPr>
        <p:spPr>
          <a:xfrm>
            <a:off x="487200" y="2608200"/>
            <a:ext cx="7920000" cy="2530800"/>
          </a:xfrm>
        </p:spPr>
        <p:txBody>
          <a:bodyPr/>
          <a:lstStyle>
            <a:lvl1pPr marL="0" indent="0">
              <a:lnSpc>
                <a:spcPts val="5000"/>
              </a:lnSpc>
              <a:spcAft>
                <a:spcPts val="0"/>
              </a:spcAft>
              <a:buFont typeface="Arial" panose="020B0604020202020204" pitchFamily="34" charset="0"/>
              <a:buNone/>
              <a:defRPr sz="5000" b="1">
                <a:solidFill>
                  <a:schemeClr val="bg1"/>
                </a:solidFill>
              </a:defRPr>
            </a:lvl1pPr>
            <a:lvl2pPr marL="0" indent="0">
              <a:lnSpc>
                <a:spcPts val="4320"/>
              </a:lnSpc>
              <a:spcBef>
                <a:spcPts val="1000"/>
              </a:spcBef>
              <a:spcAft>
                <a:spcPts val="0"/>
              </a:spcAft>
              <a:buNone/>
              <a:defRPr sz="3600" b="1">
                <a:solidFill>
                  <a:schemeClr val="bg1"/>
                </a:solidFill>
                <a:latin typeface="+mj-lt"/>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a:p>
            <a:pPr lvl="1"/>
            <a:r>
              <a:rPr lang="en-GB"/>
              <a:t>Second level</a:t>
            </a:r>
          </a:p>
        </p:txBody>
      </p:sp>
      <p:pic>
        <p:nvPicPr>
          <p:cNvPr id="2" name="Picture 1">
            <a:extLst>
              <a:ext uri="{FF2B5EF4-FFF2-40B4-BE49-F238E27FC236}">
                <a16:creationId xmlns:a16="http://schemas.microsoft.com/office/drawing/2014/main" id="{F215AB02-7F88-F9CD-AE6A-EB60A44DE5CA}"/>
              </a:ext>
            </a:extLst>
          </p:cNvPr>
          <p:cNvPicPr>
            <a:picLocks noGrp="1" noRot="1" noChangeAspect="1" noMove="1" noResize="1" noEditPoints="1" noAdjustHandles="1" noChangeArrowheads="1" noChangeShapeType="1" noCrop="1"/>
          </p:cNvPicPr>
          <p:nvPr userDrawn="1"/>
        </p:nvPicPr>
        <p:blipFill>
          <a:blip r:embed="rId4" cstate="hqprint">
            <a:extLst>
              <a:ext uri="{28A0092B-C50C-407E-A947-70E740481C1C}">
                <a14:useLocalDpi xmlns:a14="http://schemas.microsoft.com/office/drawing/2010/main"/>
              </a:ext>
            </a:extLst>
          </a:blip>
          <a:srcRect/>
          <a:stretch/>
        </p:blipFill>
        <p:spPr>
          <a:xfrm>
            <a:off x="582490" y="687600"/>
            <a:ext cx="2057191" cy="448057"/>
          </a:xfrm>
          <a:prstGeom prst="rect">
            <a:avLst/>
          </a:prstGeom>
        </p:spPr>
      </p:pic>
      <p:sp>
        <p:nvSpPr>
          <p:cNvPr id="4" name="Date Placeholder 3">
            <a:extLst>
              <a:ext uri="{FF2B5EF4-FFF2-40B4-BE49-F238E27FC236}">
                <a16:creationId xmlns:a16="http://schemas.microsoft.com/office/drawing/2014/main" id="{A7BDE010-66F4-9611-CFC1-53980F9CED65}"/>
              </a:ext>
            </a:extLst>
          </p:cNvPr>
          <p:cNvSpPr>
            <a:spLocks noGrp="1" noRot="1" noMove="1" noResize="1" noEditPoints="1" noAdjustHandles="1" noChangeArrowheads="1" noChangeShapeType="1"/>
          </p:cNvSpPr>
          <p:nvPr>
            <p:ph type="dt" sz="half" idx="11"/>
          </p:nvPr>
        </p:nvSpPr>
        <p:spPr>
          <a:xfrm>
            <a:off x="9105600" y="6213460"/>
            <a:ext cx="2640313" cy="515499"/>
          </a:xfrm>
        </p:spPr>
        <p:txBody>
          <a:bodyPr/>
          <a:lstStyle>
            <a:lvl1pPr algn="r">
              <a:defRPr sz="1800"/>
            </a:lvl1pPr>
          </a:lstStyle>
          <a:p>
            <a:r>
              <a:rPr lang="en-GB"/>
              <a:t>Month DD 2025</a:t>
            </a:r>
          </a:p>
        </p:txBody>
      </p:sp>
      <p:pic>
        <p:nvPicPr>
          <p:cNvPr id="13" name="Picture 12" descr="A black and pink rectangle with a black background&#10;&#10;AI-generated content may be incorrect.">
            <a:extLst>
              <a:ext uri="{FF2B5EF4-FFF2-40B4-BE49-F238E27FC236}">
                <a16:creationId xmlns:a16="http://schemas.microsoft.com/office/drawing/2014/main" id="{8D969FF2-6F5A-18E9-B1E0-34C9CE8DAB26}"/>
              </a:ext>
            </a:extLst>
          </p:cNvPr>
          <p:cNvPicPr>
            <a:picLocks noGrp="1" noRot="1" noChangeAspect="1" noMove="1" noResize="1" noEditPoints="1" noAdjustHandles="1" noChangeArrowheads="1" noChangeShapeType="1" noCrop="1"/>
          </p:cNvPicPr>
          <p:nvPr userDrawn="1"/>
        </p:nvPicPr>
        <p:blipFill>
          <a:blip r:embed="rId5" cstate="hqprint">
            <a:extLst>
              <a:ext uri="{28A0092B-C50C-407E-A947-70E740481C1C}">
                <a14:useLocalDpi xmlns:a14="http://schemas.microsoft.com/office/drawing/2010/main"/>
              </a:ext>
            </a:extLst>
          </a:blip>
          <a:stretch>
            <a:fillRect/>
          </a:stretch>
        </p:blipFill>
        <p:spPr>
          <a:xfrm>
            <a:off x="7464000" y="624600"/>
            <a:ext cx="3759716" cy="3759716"/>
          </a:xfrm>
          <a:prstGeom prst="rect">
            <a:avLst/>
          </a:prstGeom>
        </p:spPr>
      </p:pic>
      <p:sp>
        <p:nvSpPr>
          <p:cNvPr id="11" name="Rectangle: Folded Corner 10">
            <a:extLst>
              <a:ext uri="{FF2B5EF4-FFF2-40B4-BE49-F238E27FC236}">
                <a16:creationId xmlns:a16="http://schemas.microsoft.com/office/drawing/2014/main" id="{66E9546E-CCB3-00B8-88D1-48387EE526C0}"/>
              </a:ext>
            </a:extLst>
          </p:cNvPr>
          <p:cNvSpPr>
            <a:spLocks noGrp="1" noRot="1" noMove="1" noResize="1" noEditPoints="1" noAdjustHandles="1" noChangeArrowheads="1" noChangeShapeType="1"/>
          </p:cNvSpPr>
          <p:nvPr userDrawn="1"/>
        </p:nvSpPr>
        <p:spPr>
          <a:xfrm>
            <a:off x="12525600" y="0"/>
            <a:ext cx="4377600" cy="6858000"/>
          </a:xfrm>
          <a:prstGeom prst="foldedCorner">
            <a:avLst/>
          </a:prstGeom>
          <a:solidFill>
            <a:schemeClr val="bg1"/>
          </a:solidFill>
          <a:ln>
            <a:noFill/>
          </a:ln>
          <a:effectLst>
            <a:outerShdw blurRad="254000" dist="127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0000" tIns="360000" rIns="144000" rtlCol="0" anchor="t"/>
          <a:lstStyle/>
          <a:p>
            <a:pPr algn="l"/>
            <a:r>
              <a:rPr lang="en-GB" sz="2000" b="1" baseline="0">
                <a:solidFill>
                  <a:schemeClr val="tx2"/>
                </a:solidFill>
                <a:latin typeface="+mj-lt"/>
              </a:rPr>
              <a:t>Background images</a:t>
            </a:r>
          </a:p>
          <a:p>
            <a:pPr algn="l"/>
            <a:r>
              <a:rPr lang="en-GB" sz="1600">
                <a:solidFill>
                  <a:schemeClr val="tx2"/>
                </a:solidFill>
              </a:rPr>
              <a:t>To insert a background image, please </a:t>
            </a:r>
          </a:p>
          <a:p>
            <a:pPr algn="l"/>
            <a:r>
              <a:rPr lang="en-GB" sz="1600">
                <a:solidFill>
                  <a:schemeClr val="tx2"/>
                </a:solidFill>
              </a:rPr>
              <a:t>use ‘</a:t>
            </a:r>
            <a:r>
              <a:rPr lang="en-GB" sz="1600" b="1">
                <a:solidFill>
                  <a:schemeClr val="tx2"/>
                </a:solidFill>
              </a:rPr>
              <a:t>Format Background</a:t>
            </a:r>
            <a:r>
              <a:rPr lang="en-GB" sz="1600">
                <a:solidFill>
                  <a:schemeClr val="tx2"/>
                </a:solidFill>
              </a:rPr>
              <a:t>’ and then select ‘</a:t>
            </a:r>
            <a:r>
              <a:rPr lang="en-GB" sz="1600" b="1">
                <a:solidFill>
                  <a:schemeClr val="tx2"/>
                </a:solidFill>
              </a:rPr>
              <a:t>Picture or Texture Fill</a:t>
            </a:r>
            <a:r>
              <a:rPr lang="en-GB" sz="1600">
                <a:solidFill>
                  <a:schemeClr val="tx2"/>
                </a:solidFill>
              </a:rPr>
              <a:t>’. Click on the ‘</a:t>
            </a:r>
            <a:r>
              <a:rPr lang="en-GB" sz="1600" b="1">
                <a:solidFill>
                  <a:schemeClr val="tx2"/>
                </a:solidFill>
              </a:rPr>
              <a:t>Insert</a:t>
            </a:r>
            <a:r>
              <a:rPr lang="en-GB" sz="1600">
                <a:solidFill>
                  <a:schemeClr val="tx2"/>
                </a:solidFill>
              </a:rPr>
              <a:t>’ button and choose ‘</a:t>
            </a:r>
            <a:r>
              <a:rPr lang="en-GB" sz="1600" b="1">
                <a:solidFill>
                  <a:schemeClr val="tx2"/>
                </a:solidFill>
              </a:rPr>
              <a:t>From a File</a:t>
            </a:r>
            <a:r>
              <a:rPr lang="en-GB" sz="1600">
                <a:solidFill>
                  <a:schemeClr val="tx2"/>
                </a:solidFill>
              </a:rPr>
              <a:t>’. This will enable you to navigate to your image folder, where you can select an image. This will automatically set your chosen image as </a:t>
            </a:r>
          </a:p>
          <a:p>
            <a:pPr algn="l"/>
            <a:r>
              <a:rPr lang="en-GB" sz="1600">
                <a:solidFill>
                  <a:schemeClr val="tx2"/>
                </a:solidFill>
              </a:rPr>
              <a:t>the background for this slide.</a:t>
            </a:r>
          </a:p>
        </p:txBody>
      </p:sp>
      <p:pic>
        <p:nvPicPr>
          <p:cNvPr id="12" name="Picture 11">
            <a:extLst>
              <a:ext uri="{FF2B5EF4-FFF2-40B4-BE49-F238E27FC236}">
                <a16:creationId xmlns:a16="http://schemas.microsoft.com/office/drawing/2014/main" id="{0400D8EB-07C8-805C-2C7C-C618D6196AC1}"/>
              </a:ext>
            </a:extLst>
          </p:cNvPr>
          <p:cNvPicPr>
            <a:picLocks noGrp="1" noRot="1" noMove="1" noResize="1" noEditPoints="1" noAdjustHandles="1" noChangeArrowheads="1" noChangeShapeType="1" noCrop="1"/>
          </p:cNvPicPr>
          <p:nvPr userDrawn="1"/>
        </p:nvPicPr>
        <p:blipFill>
          <a:blip r:embed="rId6" cstate="hqprint">
            <a:extLst>
              <a:ext uri="{28A0092B-C50C-407E-A947-70E740481C1C}">
                <a14:useLocalDpi xmlns:a14="http://schemas.microsoft.com/office/drawing/2010/main"/>
              </a:ext>
            </a:extLst>
          </a:blip>
          <a:srcRect/>
          <a:stretch/>
        </p:blipFill>
        <p:spPr>
          <a:xfrm>
            <a:off x="12854453" y="3047444"/>
            <a:ext cx="1574078" cy="1652311"/>
          </a:xfrm>
          <a:prstGeom prst="rect">
            <a:avLst/>
          </a:prstGeom>
          <a:effectLst>
            <a:outerShdw blurRad="254000" sx="102000" sy="102000" algn="ctr" rotWithShape="0">
              <a:prstClr val="black">
                <a:alpha val="40000"/>
              </a:prstClr>
            </a:outerShdw>
          </a:effectLst>
        </p:spPr>
      </p:pic>
      <p:pic>
        <p:nvPicPr>
          <p:cNvPr id="14" name="Picture 13">
            <a:extLst>
              <a:ext uri="{FF2B5EF4-FFF2-40B4-BE49-F238E27FC236}">
                <a16:creationId xmlns:a16="http://schemas.microsoft.com/office/drawing/2014/main" id="{6BAB065B-E453-8B7D-6975-5730015E9876}"/>
              </a:ext>
            </a:extLst>
          </p:cNvPr>
          <p:cNvPicPr>
            <a:picLocks noGrp="1" noRot="1" noMove="1" noResize="1" noEditPoints="1" noAdjustHandles="1" noChangeArrowheads="1" noChangeShapeType="1" noCrop="1"/>
          </p:cNvPicPr>
          <p:nvPr userDrawn="1"/>
        </p:nvPicPr>
        <p:blipFill>
          <a:blip r:embed="rId7" cstate="hqprint">
            <a:extLst>
              <a:ext uri="{28A0092B-C50C-407E-A947-70E740481C1C}">
                <a14:useLocalDpi xmlns:a14="http://schemas.microsoft.com/office/drawing/2010/main"/>
              </a:ext>
            </a:extLst>
          </a:blip>
          <a:srcRect/>
          <a:stretch/>
        </p:blipFill>
        <p:spPr>
          <a:xfrm>
            <a:off x="12817580" y="4863606"/>
            <a:ext cx="2786020" cy="1643617"/>
          </a:xfrm>
          <a:prstGeom prst="rect">
            <a:avLst/>
          </a:prstGeom>
          <a:effectLst>
            <a:outerShdw blurRad="254000" sx="102000" sy="102000" algn="ctr" rotWithShape="0">
              <a:prstClr val="black">
                <a:alpha val="40000"/>
              </a:prstClr>
            </a:outerShdw>
          </a:effectLst>
        </p:spPr>
      </p:pic>
    </p:spTree>
    <p:extLst>
      <p:ext uri="{BB962C8B-B14F-4D97-AF65-F5344CB8AC3E}">
        <p14:creationId xmlns:p14="http://schemas.microsoft.com/office/powerpoint/2010/main" val="2206638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Slide -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211CAD9-06E6-EC40-2506-C1DBE5DE6A77}"/>
              </a:ext>
            </a:extLst>
          </p:cNvPr>
          <p:cNvSpPr>
            <a:spLocks noGrp="1" noRot="1" noMove="1" noResize="1" noEditPoints="1" noAdjustHandles="1" noChangeArrowheads="1" noChangeShapeType="1"/>
          </p:cNvSpPr>
          <p:nvPr>
            <p:ph type="body" sz="quarter" idx="10"/>
          </p:nvPr>
        </p:nvSpPr>
        <p:spPr>
          <a:xfrm>
            <a:off x="381505" y="2210305"/>
            <a:ext cx="7920000" cy="3681096"/>
          </a:xfrm>
        </p:spPr>
        <p:txBody>
          <a:bodyPr/>
          <a:lstStyle>
            <a:lvl1pPr marL="0" indent="0">
              <a:lnSpc>
                <a:spcPts val="5000"/>
              </a:lnSpc>
              <a:spcAft>
                <a:spcPts val="0"/>
              </a:spcAft>
              <a:buFont typeface="Arial" panose="020B0604020202020204" pitchFamily="34" charset="0"/>
              <a:buNone/>
              <a:defRPr sz="5000" b="0">
                <a:solidFill>
                  <a:schemeClr val="bg1"/>
                </a:solidFill>
                <a:latin typeface="Aptos Light" panose="020B0004020202020204" pitchFamily="34" charset="0"/>
              </a:defRPr>
            </a:lvl1pPr>
            <a:lvl2pPr marL="0" indent="0">
              <a:lnSpc>
                <a:spcPts val="3000"/>
              </a:lnSpc>
              <a:spcAft>
                <a:spcPts val="0"/>
              </a:spcAft>
              <a:buNone/>
              <a:defRPr sz="3000">
                <a:solidFill>
                  <a:schemeClr val="bg1"/>
                </a:solidFill>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a:p>
            <a:pPr lvl="1"/>
            <a:r>
              <a:rPr lang="en-GB"/>
              <a:t>Second level</a:t>
            </a:r>
          </a:p>
          <a:p>
            <a:pPr lvl="2"/>
            <a:r>
              <a:rPr lang="en-GB"/>
              <a:t>Third level</a:t>
            </a:r>
          </a:p>
        </p:txBody>
      </p:sp>
      <p:sp>
        <p:nvSpPr>
          <p:cNvPr id="2" name="Date Placeholder 3">
            <a:extLst>
              <a:ext uri="{FF2B5EF4-FFF2-40B4-BE49-F238E27FC236}">
                <a16:creationId xmlns:a16="http://schemas.microsoft.com/office/drawing/2014/main" id="{27CD0332-B8E4-906B-9781-DEA547FA9D30}"/>
              </a:ext>
            </a:extLst>
          </p:cNvPr>
          <p:cNvSpPr>
            <a:spLocks noGrp="1" noRot="1" noMove="1" noResize="1" noEditPoints="1" noAdjustHandles="1" noChangeArrowheads="1" noChangeShapeType="1"/>
          </p:cNvSpPr>
          <p:nvPr>
            <p:ph type="dt" sz="half" idx="11"/>
          </p:nvPr>
        </p:nvSpPr>
        <p:spPr>
          <a:xfrm>
            <a:off x="8148000" y="6538913"/>
            <a:ext cx="2394000" cy="190046"/>
          </a:xfrm>
        </p:spPr>
        <p:txBody>
          <a:bodyPr/>
          <a:lstStyle/>
          <a:p>
            <a:r>
              <a:rPr lang="en-GB"/>
              <a:t>Month DD 2025</a:t>
            </a:r>
          </a:p>
        </p:txBody>
      </p:sp>
      <p:sp>
        <p:nvSpPr>
          <p:cNvPr id="3" name="Footer Placeholder 4">
            <a:extLst>
              <a:ext uri="{FF2B5EF4-FFF2-40B4-BE49-F238E27FC236}">
                <a16:creationId xmlns:a16="http://schemas.microsoft.com/office/drawing/2014/main" id="{E35C5627-92CB-7F15-2339-E63CEA77E505}"/>
              </a:ext>
            </a:extLst>
          </p:cNvPr>
          <p:cNvSpPr>
            <a:spLocks noGrp="1" noRot="1" noMove="1" noResize="1" noEditPoints="1" noAdjustHandles="1" noChangeArrowheads="1" noChangeShapeType="1"/>
          </p:cNvSpPr>
          <p:nvPr>
            <p:ph type="ftr" sz="quarter" idx="12"/>
          </p:nvPr>
        </p:nvSpPr>
        <p:spPr>
          <a:xfrm>
            <a:off x="3322655" y="6534778"/>
            <a:ext cx="4414946" cy="241160"/>
          </a:xfrm>
        </p:spPr>
        <p:txBody>
          <a:bodyPr/>
          <a:lstStyle/>
          <a:p>
            <a:r>
              <a:rPr lang="en-GB"/>
              <a:t>Presentation title</a:t>
            </a:r>
          </a:p>
        </p:txBody>
      </p:sp>
      <p:sp>
        <p:nvSpPr>
          <p:cNvPr id="4" name="Slide Number Placeholder 5">
            <a:extLst>
              <a:ext uri="{FF2B5EF4-FFF2-40B4-BE49-F238E27FC236}">
                <a16:creationId xmlns:a16="http://schemas.microsoft.com/office/drawing/2014/main" id="{63C345F1-AB65-1295-AFDA-3A6A80AC814C}"/>
              </a:ext>
            </a:extLst>
          </p:cNvPr>
          <p:cNvSpPr>
            <a:spLocks noGrp="1" noRot="1" noMove="1" noResize="1" noEditPoints="1" noAdjustHandles="1" noChangeArrowheads="1" noChangeShapeType="1"/>
          </p:cNvSpPr>
          <p:nvPr>
            <p:ph type="sldNum" sz="quarter" idx="13"/>
          </p:nvPr>
        </p:nvSpPr>
        <p:spPr>
          <a:xfrm>
            <a:off x="11020800" y="6531429"/>
            <a:ext cx="764242" cy="190046"/>
          </a:xfrm>
        </p:spPr>
        <p:txBody>
          <a:bodyPr/>
          <a:lstStyle/>
          <a:p>
            <a:fld id="{7DD8F28C-E404-44CF-9F42-4614D03DA8C2}" type="slidenum">
              <a:rPr lang="en-GB" smtClean="0"/>
              <a:t>‹#›</a:t>
            </a:fld>
            <a:endParaRPr lang="en-GB"/>
          </a:p>
        </p:txBody>
      </p:sp>
      <p:sp>
        <p:nvSpPr>
          <p:cNvPr id="5" name="TextBox 4">
            <a:extLst>
              <a:ext uri="{FF2B5EF4-FFF2-40B4-BE49-F238E27FC236}">
                <a16:creationId xmlns:a16="http://schemas.microsoft.com/office/drawing/2014/main" id="{712949DA-512A-24A5-5537-21B9C47E180A}"/>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252175813"/>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Slide - Gree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211CAD9-06E6-EC40-2506-C1DBE5DE6A77}"/>
              </a:ext>
            </a:extLst>
          </p:cNvPr>
          <p:cNvSpPr>
            <a:spLocks noGrp="1" noRot="1" noMove="1" noResize="1" noEditPoints="1" noAdjustHandles="1" noChangeArrowheads="1" noChangeShapeType="1"/>
          </p:cNvSpPr>
          <p:nvPr>
            <p:ph type="body" sz="quarter" idx="10"/>
          </p:nvPr>
        </p:nvSpPr>
        <p:spPr>
          <a:xfrm>
            <a:off x="381505" y="2210305"/>
            <a:ext cx="7920000" cy="3681096"/>
          </a:xfrm>
        </p:spPr>
        <p:txBody>
          <a:bodyPr/>
          <a:lstStyle>
            <a:lvl1pPr marL="0" indent="0">
              <a:lnSpc>
                <a:spcPts val="5000"/>
              </a:lnSpc>
              <a:spcAft>
                <a:spcPts val="0"/>
              </a:spcAft>
              <a:buFont typeface="Arial" panose="020B0604020202020204" pitchFamily="34" charset="0"/>
              <a:buNone/>
              <a:defRPr sz="5000" b="0">
                <a:solidFill>
                  <a:schemeClr val="bg1"/>
                </a:solidFill>
                <a:latin typeface="Aptos Light" panose="020B0004020202020204" pitchFamily="34" charset="0"/>
              </a:defRPr>
            </a:lvl1pPr>
            <a:lvl2pPr marL="0" indent="0">
              <a:lnSpc>
                <a:spcPts val="3000"/>
              </a:lnSpc>
              <a:spcAft>
                <a:spcPts val="0"/>
              </a:spcAft>
              <a:buNone/>
              <a:defRPr sz="3000">
                <a:solidFill>
                  <a:schemeClr val="bg1"/>
                </a:solidFill>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a:p>
            <a:pPr lvl="1"/>
            <a:r>
              <a:rPr lang="en-GB"/>
              <a:t>Second level</a:t>
            </a:r>
          </a:p>
          <a:p>
            <a:pPr lvl="2"/>
            <a:r>
              <a:rPr lang="en-GB"/>
              <a:t>Third level</a:t>
            </a:r>
          </a:p>
        </p:txBody>
      </p:sp>
      <p:sp>
        <p:nvSpPr>
          <p:cNvPr id="2" name="Date Placeholder 3">
            <a:extLst>
              <a:ext uri="{FF2B5EF4-FFF2-40B4-BE49-F238E27FC236}">
                <a16:creationId xmlns:a16="http://schemas.microsoft.com/office/drawing/2014/main" id="{27CD0332-B8E4-906B-9781-DEA547FA9D30}"/>
              </a:ext>
            </a:extLst>
          </p:cNvPr>
          <p:cNvSpPr>
            <a:spLocks noGrp="1" noRot="1" noMove="1" noResize="1" noEditPoints="1" noAdjustHandles="1" noChangeArrowheads="1" noChangeShapeType="1"/>
          </p:cNvSpPr>
          <p:nvPr>
            <p:ph type="dt" sz="half" idx="11"/>
          </p:nvPr>
        </p:nvSpPr>
        <p:spPr>
          <a:xfrm>
            <a:off x="8148000" y="6538913"/>
            <a:ext cx="2394000" cy="190046"/>
          </a:xfrm>
        </p:spPr>
        <p:txBody>
          <a:bodyPr/>
          <a:lstStyle/>
          <a:p>
            <a:r>
              <a:rPr lang="en-GB"/>
              <a:t>Month DD 2025</a:t>
            </a:r>
          </a:p>
        </p:txBody>
      </p:sp>
      <p:sp>
        <p:nvSpPr>
          <p:cNvPr id="3" name="Footer Placeholder 4">
            <a:extLst>
              <a:ext uri="{FF2B5EF4-FFF2-40B4-BE49-F238E27FC236}">
                <a16:creationId xmlns:a16="http://schemas.microsoft.com/office/drawing/2014/main" id="{E35C5627-92CB-7F15-2339-E63CEA77E505}"/>
              </a:ext>
            </a:extLst>
          </p:cNvPr>
          <p:cNvSpPr>
            <a:spLocks noGrp="1" noRot="1" noMove="1" noResize="1" noEditPoints="1" noAdjustHandles="1" noChangeArrowheads="1" noChangeShapeType="1"/>
          </p:cNvSpPr>
          <p:nvPr>
            <p:ph type="ftr" sz="quarter" idx="12"/>
          </p:nvPr>
        </p:nvSpPr>
        <p:spPr>
          <a:xfrm>
            <a:off x="3322655" y="6534778"/>
            <a:ext cx="4414946" cy="241160"/>
          </a:xfrm>
        </p:spPr>
        <p:txBody>
          <a:bodyPr/>
          <a:lstStyle/>
          <a:p>
            <a:r>
              <a:rPr lang="en-GB"/>
              <a:t>Presentation title</a:t>
            </a:r>
          </a:p>
        </p:txBody>
      </p:sp>
      <p:sp>
        <p:nvSpPr>
          <p:cNvPr id="4" name="Slide Number Placeholder 5">
            <a:extLst>
              <a:ext uri="{FF2B5EF4-FFF2-40B4-BE49-F238E27FC236}">
                <a16:creationId xmlns:a16="http://schemas.microsoft.com/office/drawing/2014/main" id="{63C345F1-AB65-1295-AFDA-3A6A80AC814C}"/>
              </a:ext>
            </a:extLst>
          </p:cNvPr>
          <p:cNvSpPr>
            <a:spLocks noGrp="1" noRot="1" noMove="1" noResize="1" noEditPoints="1" noAdjustHandles="1" noChangeArrowheads="1" noChangeShapeType="1"/>
          </p:cNvSpPr>
          <p:nvPr>
            <p:ph type="sldNum" sz="quarter" idx="13"/>
          </p:nvPr>
        </p:nvSpPr>
        <p:spPr>
          <a:xfrm>
            <a:off x="11020800" y="6531429"/>
            <a:ext cx="764242" cy="190046"/>
          </a:xfrm>
        </p:spPr>
        <p:txBody>
          <a:bodyPr/>
          <a:lstStyle/>
          <a:p>
            <a:fld id="{7DD8F28C-E404-44CF-9F42-4614D03DA8C2}" type="slidenum">
              <a:rPr lang="en-GB" smtClean="0"/>
              <a:t>‹#›</a:t>
            </a:fld>
            <a:endParaRPr lang="en-GB"/>
          </a:p>
        </p:txBody>
      </p:sp>
      <p:sp>
        <p:nvSpPr>
          <p:cNvPr id="5" name="TextBox 4">
            <a:extLst>
              <a:ext uri="{FF2B5EF4-FFF2-40B4-BE49-F238E27FC236}">
                <a16:creationId xmlns:a16="http://schemas.microsoft.com/office/drawing/2014/main" id="{712949DA-512A-24A5-5537-21B9C47E180A}"/>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pic>
        <p:nvPicPr>
          <p:cNvPr id="7" name="Graphic 6">
            <a:extLst>
              <a:ext uri="{FF2B5EF4-FFF2-40B4-BE49-F238E27FC236}">
                <a16:creationId xmlns:a16="http://schemas.microsoft.com/office/drawing/2014/main" id="{C1FF86D9-6FAF-E932-4F48-9D7F9914BB8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21481" y="426599"/>
            <a:ext cx="1998454" cy="1080000"/>
          </a:xfrm>
          <a:prstGeom prst="rect">
            <a:avLst/>
          </a:prstGeom>
        </p:spPr>
      </p:pic>
    </p:spTree>
    <p:extLst>
      <p:ext uri="{BB962C8B-B14F-4D97-AF65-F5344CB8AC3E}">
        <p14:creationId xmlns:p14="http://schemas.microsoft.com/office/powerpoint/2010/main" val="3797462741"/>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Slide - Re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211CAD9-06E6-EC40-2506-C1DBE5DE6A77}"/>
              </a:ext>
            </a:extLst>
          </p:cNvPr>
          <p:cNvSpPr>
            <a:spLocks noGrp="1" noRot="1" noMove="1" noResize="1" noEditPoints="1" noAdjustHandles="1" noChangeArrowheads="1" noChangeShapeType="1"/>
          </p:cNvSpPr>
          <p:nvPr>
            <p:ph type="body" sz="quarter" idx="10"/>
          </p:nvPr>
        </p:nvSpPr>
        <p:spPr>
          <a:xfrm>
            <a:off x="381505" y="2210305"/>
            <a:ext cx="7920000" cy="3681096"/>
          </a:xfrm>
        </p:spPr>
        <p:txBody>
          <a:bodyPr/>
          <a:lstStyle>
            <a:lvl1pPr marL="0" indent="0">
              <a:lnSpc>
                <a:spcPts val="5000"/>
              </a:lnSpc>
              <a:spcAft>
                <a:spcPts val="0"/>
              </a:spcAft>
              <a:buFont typeface="Arial" panose="020B0604020202020204" pitchFamily="34" charset="0"/>
              <a:buNone/>
              <a:defRPr sz="5000" b="0">
                <a:solidFill>
                  <a:schemeClr val="bg1"/>
                </a:solidFill>
                <a:latin typeface="Aptos Light" panose="020B0004020202020204" pitchFamily="34" charset="0"/>
              </a:defRPr>
            </a:lvl1pPr>
            <a:lvl2pPr marL="0" indent="0">
              <a:lnSpc>
                <a:spcPts val="3000"/>
              </a:lnSpc>
              <a:spcAft>
                <a:spcPts val="0"/>
              </a:spcAft>
              <a:buNone/>
              <a:defRPr sz="3000">
                <a:solidFill>
                  <a:schemeClr val="bg1"/>
                </a:solidFill>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a:p>
            <a:pPr lvl="1"/>
            <a:r>
              <a:rPr lang="en-GB"/>
              <a:t>Second level</a:t>
            </a:r>
          </a:p>
          <a:p>
            <a:pPr lvl="2"/>
            <a:r>
              <a:rPr lang="en-GB"/>
              <a:t>Third level</a:t>
            </a:r>
          </a:p>
        </p:txBody>
      </p:sp>
      <p:sp>
        <p:nvSpPr>
          <p:cNvPr id="2" name="Date Placeholder 3">
            <a:extLst>
              <a:ext uri="{FF2B5EF4-FFF2-40B4-BE49-F238E27FC236}">
                <a16:creationId xmlns:a16="http://schemas.microsoft.com/office/drawing/2014/main" id="{27CD0332-B8E4-906B-9781-DEA547FA9D30}"/>
              </a:ext>
            </a:extLst>
          </p:cNvPr>
          <p:cNvSpPr>
            <a:spLocks noGrp="1" noRot="1" noMove="1" noResize="1" noEditPoints="1" noAdjustHandles="1" noChangeArrowheads="1" noChangeShapeType="1"/>
          </p:cNvSpPr>
          <p:nvPr>
            <p:ph type="dt" sz="half" idx="11"/>
          </p:nvPr>
        </p:nvSpPr>
        <p:spPr>
          <a:xfrm>
            <a:off x="8148000" y="6538913"/>
            <a:ext cx="2394000" cy="190046"/>
          </a:xfrm>
        </p:spPr>
        <p:txBody>
          <a:bodyPr/>
          <a:lstStyle/>
          <a:p>
            <a:r>
              <a:rPr lang="en-GB"/>
              <a:t>Month DD 2025</a:t>
            </a:r>
          </a:p>
        </p:txBody>
      </p:sp>
      <p:sp>
        <p:nvSpPr>
          <p:cNvPr id="3" name="Footer Placeholder 4">
            <a:extLst>
              <a:ext uri="{FF2B5EF4-FFF2-40B4-BE49-F238E27FC236}">
                <a16:creationId xmlns:a16="http://schemas.microsoft.com/office/drawing/2014/main" id="{E35C5627-92CB-7F15-2339-E63CEA77E505}"/>
              </a:ext>
            </a:extLst>
          </p:cNvPr>
          <p:cNvSpPr>
            <a:spLocks noGrp="1" noRot="1" noMove="1" noResize="1" noEditPoints="1" noAdjustHandles="1" noChangeArrowheads="1" noChangeShapeType="1"/>
          </p:cNvSpPr>
          <p:nvPr>
            <p:ph type="ftr" sz="quarter" idx="12"/>
          </p:nvPr>
        </p:nvSpPr>
        <p:spPr>
          <a:xfrm>
            <a:off x="3322655" y="6534778"/>
            <a:ext cx="4414946" cy="241160"/>
          </a:xfrm>
        </p:spPr>
        <p:txBody>
          <a:bodyPr/>
          <a:lstStyle/>
          <a:p>
            <a:r>
              <a:rPr lang="en-GB"/>
              <a:t>Presentation title</a:t>
            </a:r>
          </a:p>
        </p:txBody>
      </p:sp>
      <p:sp>
        <p:nvSpPr>
          <p:cNvPr id="4" name="Slide Number Placeholder 5">
            <a:extLst>
              <a:ext uri="{FF2B5EF4-FFF2-40B4-BE49-F238E27FC236}">
                <a16:creationId xmlns:a16="http://schemas.microsoft.com/office/drawing/2014/main" id="{63C345F1-AB65-1295-AFDA-3A6A80AC814C}"/>
              </a:ext>
            </a:extLst>
          </p:cNvPr>
          <p:cNvSpPr>
            <a:spLocks noGrp="1" noRot="1" noMove="1" noResize="1" noEditPoints="1" noAdjustHandles="1" noChangeArrowheads="1" noChangeShapeType="1"/>
          </p:cNvSpPr>
          <p:nvPr>
            <p:ph type="sldNum" sz="quarter" idx="13"/>
          </p:nvPr>
        </p:nvSpPr>
        <p:spPr>
          <a:xfrm>
            <a:off x="11020800" y="6531429"/>
            <a:ext cx="764242" cy="190046"/>
          </a:xfrm>
        </p:spPr>
        <p:txBody>
          <a:bodyPr/>
          <a:lstStyle/>
          <a:p>
            <a:fld id="{7DD8F28C-E404-44CF-9F42-4614D03DA8C2}" type="slidenum">
              <a:rPr lang="en-GB" smtClean="0"/>
              <a:t>‹#›</a:t>
            </a:fld>
            <a:endParaRPr lang="en-GB"/>
          </a:p>
        </p:txBody>
      </p:sp>
    </p:spTree>
    <p:extLst>
      <p:ext uri="{BB962C8B-B14F-4D97-AF65-F5344CB8AC3E}">
        <p14:creationId xmlns:p14="http://schemas.microsoft.com/office/powerpoint/2010/main" val="105044663"/>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Divider Slide - Op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screenshot of a computer screen&#10;&#10;AI-generated content may be incorrect.">
            <a:extLst>
              <a:ext uri="{FF2B5EF4-FFF2-40B4-BE49-F238E27FC236}">
                <a16:creationId xmlns:a16="http://schemas.microsoft.com/office/drawing/2014/main" id="{D2869F40-8E25-50E3-30FD-FD66FADEF11C}"/>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rcRect l="1332"/>
          <a:stretch/>
        </p:blipFill>
        <p:spPr>
          <a:xfrm>
            <a:off x="0" y="0"/>
            <a:ext cx="4444690" cy="6858000"/>
          </a:xfrm>
          <a:prstGeom prst="rect">
            <a:avLst/>
          </a:prstGeom>
        </p:spPr>
      </p:pic>
      <p:sp>
        <p:nvSpPr>
          <p:cNvPr id="6" name="Text Placeholder 5">
            <a:extLst>
              <a:ext uri="{FF2B5EF4-FFF2-40B4-BE49-F238E27FC236}">
                <a16:creationId xmlns:a16="http://schemas.microsoft.com/office/drawing/2014/main" id="{6211CAD9-06E6-EC40-2506-C1DBE5DE6A77}"/>
              </a:ext>
            </a:extLst>
          </p:cNvPr>
          <p:cNvSpPr>
            <a:spLocks noGrp="1" noRot="1" noMove="1" noResize="1" noEditPoints="1" noAdjustHandles="1" noChangeArrowheads="1" noChangeShapeType="1"/>
          </p:cNvSpPr>
          <p:nvPr>
            <p:ph type="body" sz="quarter" idx="10"/>
          </p:nvPr>
        </p:nvSpPr>
        <p:spPr>
          <a:xfrm>
            <a:off x="5245240" y="2221787"/>
            <a:ext cx="6539802" cy="3669614"/>
          </a:xfrm>
        </p:spPr>
        <p:txBody>
          <a:bodyPr/>
          <a:lstStyle>
            <a:lvl1pPr marL="0" indent="0">
              <a:lnSpc>
                <a:spcPts val="5000"/>
              </a:lnSpc>
              <a:spcAft>
                <a:spcPts val="0"/>
              </a:spcAft>
              <a:buFont typeface="Arial" panose="020B0604020202020204" pitchFamily="34" charset="0"/>
              <a:buNone/>
              <a:defRPr sz="5000" b="0">
                <a:solidFill>
                  <a:schemeClr val="bg1"/>
                </a:solidFill>
                <a:latin typeface="Aptos Light" panose="020B0004020202020204" pitchFamily="34" charset="0"/>
              </a:defRPr>
            </a:lvl1pPr>
            <a:lvl2pPr marL="0" indent="0">
              <a:lnSpc>
                <a:spcPts val="3000"/>
              </a:lnSpc>
              <a:spcAft>
                <a:spcPts val="0"/>
              </a:spcAft>
              <a:buNone/>
              <a:defRPr sz="3000">
                <a:solidFill>
                  <a:schemeClr val="bg1"/>
                </a:solidFill>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a:p>
            <a:pPr lvl="1"/>
            <a:r>
              <a:rPr lang="en-GB"/>
              <a:t>Second level</a:t>
            </a:r>
          </a:p>
          <a:p>
            <a:pPr lvl="2"/>
            <a:r>
              <a:rPr lang="en-GB"/>
              <a:t>Third level</a:t>
            </a:r>
          </a:p>
        </p:txBody>
      </p:sp>
      <p:sp>
        <p:nvSpPr>
          <p:cNvPr id="2" name="Date Placeholder 3">
            <a:extLst>
              <a:ext uri="{FF2B5EF4-FFF2-40B4-BE49-F238E27FC236}">
                <a16:creationId xmlns:a16="http://schemas.microsoft.com/office/drawing/2014/main" id="{27CD0332-B8E4-906B-9781-DEA547FA9D30}"/>
              </a:ext>
            </a:extLst>
          </p:cNvPr>
          <p:cNvSpPr>
            <a:spLocks noGrp="1" noRot="1" noMove="1" noResize="1" noEditPoints="1" noAdjustHandles="1" noChangeArrowheads="1" noChangeShapeType="1"/>
          </p:cNvSpPr>
          <p:nvPr>
            <p:ph type="dt" sz="half" idx="11"/>
          </p:nvPr>
        </p:nvSpPr>
        <p:spPr>
          <a:xfrm>
            <a:off x="8148000" y="6538913"/>
            <a:ext cx="2394000" cy="190046"/>
          </a:xfrm>
        </p:spPr>
        <p:txBody>
          <a:bodyPr/>
          <a:lstStyle/>
          <a:p>
            <a:r>
              <a:rPr lang="en-GB"/>
              <a:t>Month DD 2025</a:t>
            </a:r>
          </a:p>
        </p:txBody>
      </p:sp>
      <p:sp>
        <p:nvSpPr>
          <p:cNvPr id="3" name="Footer Placeholder 4">
            <a:extLst>
              <a:ext uri="{FF2B5EF4-FFF2-40B4-BE49-F238E27FC236}">
                <a16:creationId xmlns:a16="http://schemas.microsoft.com/office/drawing/2014/main" id="{E35C5627-92CB-7F15-2339-E63CEA77E505}"/>
              </a:ext>
            </a:extLst>
          </p:cNvPr>
          <p:cNvSpPr>
            <a:spLocks noGrp="1" noRot="1" noMove="1" noResize="1" noEditPoints="1" noAdjustHandles="1" noChangeArrowheads="1" noChangeShapeType="1"/>
          </p:cNvSpPr>
          <p:nvPr>
            <p:ph type="ftr" sz="quarter" idx="12"/>
          </p:nvPr>
        </p:nvSpPr>
        <p:spPr>
          <a:xfrm>
            <a:off x="3322655" y="6534778"/>
            <a:ext cx="4414946" cy="241160"/>
          </a:xfrm>
        </p:spPr>
        <p:txBody>
          <a:bodyPr/>
          <a:lstStyle/>
          <a:p>
            <a:r>
              <a:rPr lang="en-GB"/>
              <a:t>Presentation title</a:t>
            </a:r>
          </a:p>
        </p:txBody>
      </p:sp>
      <p:sp>
        <p:nvSpPr>
          <p:cNvPr id="4" name="Slide Number Placeholder 5">
            <a:extLst>
              <a:ext uri="{FF2B5EF4-FFF2-40B4-BE49-F238E27FC236}">
                <a16:creationId xmlns:a16="http://schemas.microsoft.com/office/drawing/2014/main" id="{63C345F1-AB65-1295-AFDA-3A6A80AC814C}"/>
              </a:ext>
            </a:extLst>
          </p:cNvPr>
          <p:cNvSpPr>
            <a:spLocks noGrp="1" noRot="1" noMove="1" noResize="1" noEditPoints="1" noAdjustHandles="1" noChangeArrowheads="1" noChangeShapeType="1"/>
          </p:cNvSpPr>
          <p:nvPr>
            <p:ph type="sldNum" sz="quarter" idx="13"/>
          </p:nvPr>
        </p:nvSpPr>
        <p:spPr>
          <a:xfrm>
            <a:off x="11020800" y="6531429"/>
            <a:ext cx="764242" cy="190046"/>
          </a:xfrm>
        </p:spPr>
        <p:txBody>
          <a:bodyPr/>
          <a:lstStyle/>
          <a:p>
            <a:fld id="{7DD8F28C-E404-44CF-9F42-4614D03DA8C2}" type="slidenum">
              <a:rPr lang="en-GB" smtClean="0"/>
              <a:t>‹#›</a:t>
            </a:fld>
            <a:endParaRPr lang="en-GB"/>
          </a:p>
        </p:txBody>
      </p:sp>
      <p:sp>
        <p:nvSpPr>
          <p:cNvPr id="5" name="TextBox 4">
            <a:extLst>
              <a:ext uri="{FF2B5EF4-FFF2-40B4-BE49-F238E27FC236}">
                <a16:creationId xmlns:a16="http://schemas.microsoft.com/office/drawing/2014/main" id="{712949DA-512A-24A5-5537-21B9C47E180A}"/>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
        <p:nvSpPr>
          <p:cNvPr id="11" name="Text Placeholder 5">
            <a:extLst>
              <a:ext uri="{FF2B5EF4-FFF2-40B4-BE49-F238E27FC236}">
                <a16:creationId xmlns:a16="http://schemas.microsoft.com/office/drawing/2014/main" id="{7E552945-3301-A8C6-9A04-166907AB3710}"/>
              </a:ext>
            </a:extLst>
          </p:cNvPr>
          <p:cNvSpPr>
            <a:spLocks noGrp="1" noRot="1" noMove="1" noResize="1" noEditPoints="1" noAdjustHandles="1" noChangeArrowheads="1" noChangeShapeType="1"/>
          </p:cNvSpPr>
          <p:nvPr>
            <p:ph type="body" sz="quarter" idx="14"/>
          </p:nvPr>
        </p:nvSpPr>
        <p:spPr>
          <a:xfrm>
            <a:off x="5245240" y="298101"/>
            <a:ext cx="6539802" cy="1557700"/>
          </a:xfrm>
        </p:spPr>
        <p:txBody>
          <a:bodyPr/>
          <a:lstStyle>
            <a:lvl1pPr marL="0" indent="0">
              <a:lnSpc>
                <a:spcPts val="3000"/>
              </a:lnSpc>
              <a:spcAft>
                <a:spcPts val="0"/>
              </a:spcAft>
              <a:buFont typeface="Arial" panose="020B0604020202020204" pitchFamily="34" charset="0"/>
              <a:buNone/>
              <a:defRPr sz="3000" b="1">
                <a:solidFill>
                  <a:schemeClr val="bg1"/>
                </a:solidFill>
                <a:latin typeface="+mj-lt"/>
              </a:defRPr>
            </a:lvl1pPr>
            <a:lvl2pPr marL="0" indent="0">
              <a:lnSpc>
                <a:spcPts val="3000"/>
              </a:lnSpc>
              <a:spcAft>
                <a:spcPts val="0"/>
              </a:spcAft>
              <a:buNone/>
              <a:defRPr sz="3000" b="1">
                <a:solidFill>
                  <a:schemeClr val="bg1"/>
                </a:solidFill>
                <a:latin typeface="+mj-lt"/>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p:txBody>
      </p:sp>
    </p:spTree>
    <p:extLst>
      <p:ext uri="{BB962C8B-B14F-4D97-AF65-F5344CB8AC3E}">
        <p14:creationId xmlns:p14="http://schemas.microsoft.com/office/powerpoint/2010/main" val="1935962507"/>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Content - Option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1598474"/>
            <a:ext cx="9234000" cy="457849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162798"/>
          </a:xfrm>
        </p:spPr>
        <p:txBody>
          <a:bodyPr/>
          <a:lstStyle>
            <a:lvl1pPr>
              <a:lnSpc>
                <a:spcPts val="3000"/>
              </a:lnSpc>
              <a:spcAft>
                <a:spcPts val="0"/>
              </a:spcAft>
              <a:defRPr sz="2000" b="0">
                <a:solidFill>
                  <a:schemeClr val="bg1"/>
                </a:solidFill>
                <a:latin typeface="Aptos Light" panose="020B0004020202020204" pitchFamily="34" charset="0"/>
              </a:defRPr>
            </a:lvl1pPr>
            <a:lvl2pPr marL="0" indent="0">
              <a:lnSpc>
                <a:spcPts val="3000"/>
              </a:lnSpc>
              <a:spcAft>
                <a:spcPts val="0"/>
              </a:spcAft>
              <a:buNone/>
              <a:defRPr sz="2600" b="1">
                <a:solidFill>
                  <a:schemeClr val="bg1"/>
                </a:solidFill>
                <a:latin typeface="+mj-lt"/>
              </a:defRPr>
            </a:lvl2pPr>
          </a:lstStyle>
          <a:p>
            <a:pPr lvl="0"/>
            <a:r>
              <a:rPr lang="en-GB"/>
              <a:t>Click to edit Master text styles</a:t>
            </a:r>
          </a:p>
          <a:p>
            <a:pPr lvl="1"/>
            <a:r>
              <a:rPr lang="en-GB"/>
              <a:t>Second level</a:t>
            </a:r>
          </a:p>
        </p:txBody>
      </p:sp>
      <p:sp>
        <p:nvSpPr>
          <p:cNvPr id="2" name="TextBox 1">
            <a:extLst>
              <a:ext uri="{FF2B5EF4-FFF2-40B4-BE49-F238E27FC236}">
                <a16:creationId xmlns:a16="http://schemas.microsoft.com/office/drawing/2014/main" id="{F023E325-BFCA-C2E3-9F7C-874754F36998}"/>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1921913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Divider Slide - Op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2869F40-8E25-50E3-30FD-FD66FADEF11C}"/>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rcRect/>
          <a:stretch/>
        </p:blipFill>
        <p:spPr>
          <a:xfrm>
            <a:off x="0" y="0"/>
            <a:ext cx="4488132" cy="6857143"/>
          </a:xfrm>
          <a:prstGeom prst="rect">
            <a:avLst/>
          </a:prstGeom>
        </p:spPr>
      </p:pic>
      <p:sp>
        <p:nvSpPr>
          <p:cNvPr id="6" name="Text Placeholder 5">
            <a:extLst>
              <a:ext uri="{FF2B5EF4-FFF2-40B4-BE49-F238E27FC236}">
                <a16:creationId xmlns:a16="http://schemas.microsoft.com/office/drawing/2014/main" id="{6211CAD9-06E6-EC40-2506-C1DBE5DE6A77}"/>
              </a:ext>
            </a:extLst>
          </p:cNvPr>
          <p:cNvSpPr>
            <a:spLocks noGrp="1" noRot="1" noMove="1" noResize="1" noEditPoints="1" noAdjustHandles="1" noChangeArrowheads="1" noChangeShapeType="1"/>
          </p:cNvSpPr>
          <p:nvPr>
            <p:ph type="body" sz="quarter" idx="10"/>
          </p:nvPr>
        </p:nvSpPr>
        <p:spPr>
          <a:xfrm>
            <a:off x="5245240" y="2221787"/>
            <a:ext cx="6539802" cy="3669614"/>
          </a:xfrm>
        </p:spPr>
        <p:txBody>
          <a:bodyPr/>
          <a:lstStyle>
            <a:lvl1pPr marL="0" indent="0">
              <a:lnSpc>
                <a:spcPts val="5000"/>
              </a:lnSpc>
              <a:spcAft>
                <a:spcPts val="0"/>
              </a:spcAft>
              <a:buFont typeface="Arial" panose="020B0604020202020204" pitchFamily="34" charset="0"/>
              <a:buNone/>
              <a:defRPr sz="5000" b="0">
                <a:solidFill>
                  <a:schemeClr val="bg1"/>
                </a:solidFill>
                <a:latin typeface="Aptos Light" panose="020B0004020202020204" pitchFamily="34" charset="0"/>
              </a:defRPr>
            </a:lvl1pPr>
            <a:lvl2pPr marL="0" indent="0">
              <a:lnSpc>
                <a:spcPts val="3000"/>
              </a:lnSpc>
              <a:spcAft>
                <a:spcPts val="0"/>
              </a:spcAft>
              <a:buNone/>
              <a:defRPr sz="3000">
                <a:solidFill>
                  <a:schemeClr val="bg1"/>
                </a:solidFill>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a:p>
            <a:pPr lvl="1"/>
            <a:r>
              <a:rPr lang="en-GB"/>
              <a:t>Second level</a:t>
            </a:r>
          </a:p>
          <a:p>
            <a:pPr lvl="2"/>
            <a:r>
              <a:rPr lang="en-GB"/>
              <a:t>Third level</a:t>
            </a:r>
          </a:p>
        </p:txBody>
      </p:sp>
      <p:sp>
        <p:nvSpPr>
          <p:cNvPr id="2" name="Date Placeholder 3">
            <a:extLst>
              <a:ext uri="{FF2B5EF4-FFF2-40B4-BE49-F238E27FC236}">
                <a16:creationId xmlns:a16="http://schemas.microsoft.com/office/drawing/2014/main" id="{27CD0332-B8E4-906B-9781-DEA547FA9D30}"/>
              </a:ext>
            </a:extLst>
          </p:cNvPr>
          <p:cNvSpPr>
            <a:spLocks noGrp="1" noRot="1" noMove="1" noResize="1" noEditPoints="1" noAdjustHandles="1" noChangeArrowheads="1" noChangeShapeType="1"/>
          </p:cNvSpPr>
          <p:nvPr>
            <p:ph type="dt" sz="half" idx="11"/>
          </p:nvPr>
        </p:nvSpPr>
        <p:spPr>
          <a:xfrm>
            <a:off x="8148000" y="6538913"/>
            <a:ext cx="2394000" cy="190046"/>
          </a:xfrm>
        </p:spPr>
        <p:txBody>
          <a:bodyPr/>
          <a:lstStyle/>
          <a:p>
            <a:r>
              <a:rPr lang="en-GB"/>
              <a:t>Month DD 2025</a:t>
            </a:r>
          </a:p>
        </p:txBody>
      </p:sp>
      <p:sp>
        <p:nvSpPr>
          <p:cNvPr id="3" name="Footer Placeholder 4">
            <a:extLst>
              <a:ext uri="{FF2B5EF4-FFF2-40B4-BE49-F238E27FC236}">
                <a16:creationId xmlns:a16="http://schemas.microsoft.com/office/drawing/2014/main" id="{E35C5627-92CB-7F15-2339-E63CEA77E505}"/>
              </a:ext>
            </a:extLst>
          </p:cNvPr>
          <p:cNvSpPr>
            <a:spLocks noGrp="1" noRot="1" noMove="1" noResize="1" noEditPoints="1" noAdjustHandles="1" noChangeArrowheads="1" noChangeShapeType="1"/>
          </p:cNvSpPr>
          <p:nvPr>
            <p:ph type="ftr" sz="quarter" idx="12"/>
          </p:nvPr>
        </p:nvSpPr>
        <p:spPr>
          <a:xfrm>
            <a:off x="3322655" y="6534778"/>
            <a:ext cx="4414946" cy="241160"/>
          </a:xfrm>
        </p:spPr>
        <p:txBody>
          <a:bodyPr/>
          <a:lstStyle/>
          <a:p>
            <a:r>
              <a:rPr lang="en-GB"/>
              <a:t>Presentation title</a:t>
            </a:r>
          </a:p>
        </p:txBody>
      </p:sp>
      <p:sp>
        <p:nvSpPr>
          <p:cNvPr id="4" name="Slide Number Placeholder 5">
            <a:extLst>
              <a:ext uri="{FF2B5EF4-FFF2-40B4-BE49-F238E27FC236}">
                <a16:creationId xmlns:a16="http://schemas.microsoft.com/office/drawing/2014/main" id="{63C345F1-AB65-1295-AFDA-3A6A80AC814C}"/>
              </a:ext>
            </a:extLst>
          </p:cNvPr>
          <p:cNvSpPr>
            <a:spLocks noGrp="1" noRot="1" noMove="1" noResize="1" noEditPoints="1" noAdjustHandles="1" noChangeArrowheads="1" noChangeShapeType="1"/>
          </p:cNvSpPr>
          <p:nvPr>
            <p:ph type="sldNum" sz="quarter" idx="13"/>
          </p:nvPr>
        </p:nvSpPr>
        <p:spPr>
          <a:xfrm>
            <a:off x="11020800" y="6531429"/>
            <a:ext cx="764242" cy="190046"/>
          </a:xfrm>
        </p:spPr>
        <p:txBody>
          <a:bodyPr/>
          <a:lstStyle/>
          <a:p>
            <a:fld id="{7DD8F28C-E404-44CF-9F42-4614D03DA8C2}" type="slidenum">
              <a:rPr lang="en-GB" smtClean="0"/>
              <a:t>‹#›</a:t>
            </a:fld>
            <a:endParaRPr lang="en-GB"/>
          </a:p>
        </p:txBody>
      </p:sp>
      <p:sp>
        <p:nvSpPr>
          <p:cNvPr id="5" name="TextBox 4">
            <a:extLst>
              <a:ext uri="{FF2B5EF4-FFF2-40B4-BE49-F238E27FC236}">
                <a16:creationId xmlns:a16="http://schemas.microsoft.com/office/drawing/2014/main" id="{712949DA-512A-24A5-5537-21B9C47E180A}"/>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
        <p:nvSpPr>
          <p:cNvPr id="11" name="Text Placeholder 5">
            <a:extLst>
              <a:ext uri="{FF2B5EF4-FFF2-40B4-BE49-F238E27FC236}">
                <a16:creationId xmlns:a16="http://schemas.microsoft.com/office/drawing/2014/main" id="{7E552945-3301-A8C6-9A04-166907AB3710}"/>
              </a:ext>
            </a:extLst>
          </p:cNvPr>
          <p:cNvSpPr>
            <a:spLocks noGrp="1" noRot="1" noMove="1" noResize="1" noEditPoints="1" noAdjustHandles="1" noChangeArrowheads="1" noChangeShapeType="1"/>
          </p:cNvSpPr>
          <p:nvPr>
            <p:ph type="body" sz="quarter" idx="14"/>
          </p:nvPr>
        </p:nvSpPr>
        <p:spPr>
          <a:xfrm>
            <a:off x="5245240" y="298101"/>
            <a:ext cx="6539802" cy="1557700"/>
          </a:xfrm>
        </p:spPr>
        <p:txBody>
          <a:bodyPr/>
          <a:lstStyle>
            <a:lvl1pPr marL="0" indent="0">
              <a:lnSpc>
                <a:spcPts val="3000"/>
              </a:lnSpc>
              <a:spcAft>
                <a:spcPts val="0"/>
              </a:spcAft>
              <a:buFont typeface="Arial" panose="020B0604020202020204" pitchFamily="34" charset="0"/>
              <a:buNone/>
              <a:defRPr sz="3000" b="1">
                <a:solidFill>
                  <a:schemeClr val="bg1"/>
                </a:solidFill>
                <a:latin typeface="+mj-lt"/>
              </a:defRPr>
            </a:lvl1pPr>
            <a:lvl2pPr marL="0" indent="0">
              <a:lnSpc>
                <a:spcPts val="3000"/>
              </a:lnSpc>
              <a:spcAft>
                <a:spcPts val="0"/>
              </a:spcAft>
              <a:buNone/>
              <a:defRPr sz="3000" b="1">
                <a:solidFill>
                  <a:schemeClr val="bg1"/>
                </a:solidFill>
                <a:latin typeface="+mj-lt"/>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p:txBody>
      </p:sp>
    </p:spTree>
    <p:extLst>
      <p:ext uri="{BB962C8B-B14F-4D97-AF65-F5344CB8AC3E}">
        <p14:creationId xmlns:p14="http://schemas.microsoft.com/office/powerpoint/2010/main" val="528982039"/>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Content - Option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1598474"/>
            <a:ext cx="9234000" cy="457849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162798"/>
          </a:xfrm>
        </p:spPr>
        <p:txBody>
          <a:bodyPr/>
          <a:lstStyle>
            <a:lvl1pPr>
              <a:lnSpc>
                <a:spcPts val="3000"/>
              </a:lnSpc>
              <a:spcAft>
                <a:spcPts val="0"/>
              </a:spcAft>
              <a:defRPr sz="2000" b="0">
                <a:solidFill>
                  <a:schemeClr val="bg1"/>
                </a:solidFill>
                <a:latin typeface="Aptos Light" panose="020B0004020202020204" pitchFamily="34" charset="0"/>
              </a:defRPr>
            </a:lvl1pPr>
            <a:lvl2pPr marL="0" indent="0">
              <a:lnSpc>
                <a:spcPts val="3000"/>
              </a:lnSpc>
              <a:spcAft>
                <a:spcPts val="0"/>
              </a:spcAft>
              <a:buNone/>
              <a:defRPr sz="2600" b="1">
                <a:solidFill>
                  <a:schemeClr val="bg1"/>
                </a:solidFill>
                <a:latin typeface="+mj-lt"/>
              </a:defRPr>
            </a:lvl2pPr>
          </a:lstStyle>
          <a:p>
            <a:pPr lvl="0"/>
            <a:r>
              <a:rPr lang="en-GB"/>
              <a:t>Click to edit Master text styles</a:t>
            </a:r>
          </a:p>
          <a:p>
            <a:pPr lvl="1"/>
            <a:r>
              <a:rPr lang="en-GB"/>
              <a:t>Second level</a:t>
            </a:r>
          </a:p>
        </p:txBody>
      </p:sp>
      <p:sp>
        <p:nvSpPr>
          <p:cNvPr id="2" name="TextBox 1">
            <a:extLst>
              <a:ext uri="{FF2B5EF4-FFF2-40B4-BE49-F238E27FC236}">
                <a16:creationId xmlns:a16="http://schemas.microsoft.com/office/drawing/2014/main" id="{F023E325-BFCA-C2E3-9F7C-874754F36998}"/>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1390545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Divider Slide - Op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Picture 8" descr="A white and pink squares on a black background&#10;&#10;AI-generated content may be incorrect.">
            <a:extLst>
              <a:ext uri="{FF2B5EF4-FFF2-40B4-BE49-F238E27FC236}">
                <a16:creationId xmlns:a16="http://schemas.microsoft.com/office/drawing/2014/main" id="{E7B4E58D-7629-803A-0553-108A6915923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l="5751" t="9536" b="2498"/>
          <a:stretch/>
        </p:blipFill>
        <p:spPr>
          <a:xfrm>
            <a:off x="0" y="0"/>
            <a:ext cx="4346546" cy="6857571"/>
          </a:xfrm>
          <a:prstGeom prst="rect">
            <a:avLst/>
          </a:prstGeom>
        </p:spPr>
      </p:pic>
      <p:sp>
        <p:nvSpPr>
          <p:cNvPr id="6" name="Text Placeholder 5">
            <a:extLst>
              <a:ext uri="{FF2B5EF4-FFF2-40B4-BE49-F238E27FC236}">
                <a16:creationId xmlns:a16="http://schemas.microsoft.com/office/drawing/2014/main" id="{6211CAD9-06E6-EC40-2506-C1DBE5DE6A77}"/>
              </a:ext>
            </a:extLst>
          </p:cNvPr>
          <p:cNvSpPr>
            <a:spLocks noGrp="1" noRot="1" noMove="1" noResize="1" noEditPoints="1" noAdjustHandles="1" noChangeArrowheads="1" noChangeShapeType="1"/>
          </p:cNvSpPr>
          <p:nvPr>
            <p:ph type="body" sz="quarter" idx="10"/>
          </p:nvPr>
        </p:nvSpPr>
        <p:spPr>
          <a:xfrm>
            <a:off x="5245240" y="2221787"/>
            <a:ext cx="6539802" cy="3669614"/>
          </a:xfrm>
        </p:spPr>
        <p:txBody>
          <a:bodyPr/>
          <a:lstStyle>
            <a:lvl1pPr marL="0" indent="0">
              <a:lnSpc>
                <a:spcPts val="5000"/>
              </a:lnSpc>
              <a:spcAft>
                <a:spcPts val="0"/>
              </a:spcAft>
              <a:buFont typeface="Arial" panose="020B0604020202020204" pitchFamily="34" charset="0"/>
              <a:buNone/>
              <a:defRPr sz="5000" b="0">
                <a:solidFill>
                  <a:schemeClr val="bg1"/>
                </a:solidFill>
                <a:latin typeface="Aptos Light" panose="020B0004020202020204" pitchFamily="34" charset="0"/>
              </a:defRPr>
            </a:lvl1pPr>
            <a:lvl2pPr marL="0" indent="0">
              <a:lnSpc>
                <a:spcPts val="3000"/>
              </a:lnSpc>
              <a:spcAft>
                <a:spcPts val="0"/>
              </a:spcAft>
              <a:buNone/>
              <a:defRPr sz="3000">
                <a:solidFill>
                  <a:schemeClr val="bg1"/>
                </a:solidFill>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a:p>
            <a:pPr lvl="1"/>
            <a:r>
              <a:rPr lang="en-GB"/>
              <a:t>Second level</a:t>
            </a:r>
          </a:p>
          <a:p>
            <a:pPr lvl="2"/>
            <a:r>
              <a:rPr lang="en-GB"/>
              <a:t>Third level</a:t>
            </a:r>
          </a:p>
        </p:txBody>
      </p:sp>
      <p:sp>
        <p:nvSpPr>
          <p:cNvPr id="2" name="Date Placeholder 3">
            <a:extLst>
              <a:ext uri="{FF2B5EF4-FFF2-40B4-BE49-F238E27FC236}">
                <a16:creationId xmlns:a16="http://schemas.microsoft.com/office/drawing/2014/main" id="{27CD0332-B8E4-906B-9781-DEA547FA9D30}"/>
              </a:ext>
            </a:extLst>
          </p:cNvPr>
          <p:cNvSpPr>
            <a:spLocks noGrp="1" noRot="1" noMove="1" noResize="1" noEditPoints="1" noAdjustHandles="1" noChangeArrowheads="1" noChangeShapeType="1"/>
          </p:cNvSpPr>
          <p:nvPr>
            <p:ph type="dt" sz="half" idx="11"/>
          </p:nvPr>
        </p:nvSpPr>
        <p:spPr>
          <a:xfrm>
            <a:off x="8148000" y="6538913"/>
            <a:ext cx="2394000" cy="190046"/>
          </a:xfrm>
        </p:spPr>
        <p:txBody>
          <a:bodyPr/>
          <a:lstStyle/>
          <a:p>
            <a:r>
              <a:rPr lang="en-GB"/>
              <a:t>Month DD 2025</a:t>
            </a:r>
          </a:p>
        </p:txBody>
      </p:sp>
      <p:sp>
        <p:nvSpPr>
          <p:cNvPr id="3" name="Footer Placeholder 4">
            <a:extLst>
              <a:ext uri="{FF2B5EF4-FFF2-40B4-BE49-F238E27FC236}">
                <a16:creationId xmlns:a16="http://schemas.microsoft.com/office/drawing/2014/main" id="{E35C5627-92CB-7F15-2339-E63CEA77E505}"/>
              </a:ext>
            </a:extLst>
          </p:cNvPr>
          <p:cNvSpPr>
            <a:spLocks noGrp="1" noRot="1" noMove="1" noResize="1" noEditPoints="1" noAdjustHandles="1" noChangeArrowheads="1" noChangeShapeType="1"/>
          </p:cNvSpPr>
          <p:nvPr>
            <p:ph type="ftr" sz="quarter" idx="12"/>
          </p:nvPr>
        </p:nvSpPr>
        <p:spPr>
          <a:xfrm>
            <a:off x="3322655" y="6534778"/>
            <a:ext cx="4414946" cy="241160"/>
          </a:xfrm>
        </p:spPr>
        <p:txBody>
          <a:bodyPr/>
          <a:lstStyle/>
          <a:p>
            <a:r>
              <a:rPr lang="en-GB"/>
              <a:t>Presentation title</a:t>
            </a:r>
          </a:p>
        </p:txBody>
      </p:sp>
      <p:sp>
        <p:nvSpPr>
          <p:cNvPr id="4" name="Slide Number Placeholder 5">
            <a:extLst>
              <a:ext uri="{FF2B5EF4-FFF2-40B4-BE49-F238E27FC236}">
                <a16:creationId xmlns:a16="http://schemas.microsoft.com/office/drawing/2014/main" id="{63C345F1-AB65-1295-AFDA-3A6A80AC814C}"/>
              </a:ext>
            </a:extLst>
          </p:cNvPr>
          <p:cNvSpPr>
            <a:spLocks noGrp="1" noRot="1" noMove="1" noResize="1" noEditPoints="1" noAdjustHandles="1" noChangeArrowheads="1" noChangeShapeType="1"/>
          </p:cNvSpPr>
          <p:nvPr>
            <p:ph type="sldNum" sz="quarter" idx="13"/>
          </p:nvPr>
        </p:nvSpPr>
        <p:spPr>
          <a:xfrm>
            <a:off x="11020800" y="6531429"/>
            <a:ext cx="764242" cy="190046"/>
          </a:xfrm>
        </p:spPr>
        <p:txBody>
          <a:bodyPr/>
          <a:lstStyle/>
          <a:p>
            <a:fld id="{7DD8F28C-E404-44CF-9F42-4614D03DA8C2}" type="slidenum">
              <a:rPr lang="en-GB" smtClean="0"/>
              <a:t>‹#›</a:t>
            </a:fld>
            <a:endParaRPr lang="en-GB"/>
          </a:p>
        </p:txBody>
      </p:sp>
      <p:sp>
        <p:nvSpPr>
          <p:cNvPr id="5" name="TextBox 4">
            <a:extLst>
              <a:ext uri="{FF2B5EF4-FFF2-40B4-BE49-F238E27FC236}">
                <a16:creationId xmlns:a16="http://schemas.microsoft.com/office/drawing/2014/main" id="{712949DA-512A-24A5-5537-21B9C47E180A}"/>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
        <p:nvSpPr>
          <p:cNvPr id="11" name="Text Placeholder 5">
            <a:extLst>
              <a:ext uri="{FF2B5EF4-FFF2-40B4-BE49-F238E27FC236}">
                <a16:creationId xmlns:a16="http://schemas.microsoft.com/office/drawing/2014/main" id="{7E552945-3301-A8C6-9A04-166907AB3710}"/>
              </a:ext>
            </a:extLst>
          </p:cNvPr>
          <p:cNvSpPr>
            <a:spLocks noGrp="1" noRot="1" noMove="1" noResize="1" noEditPoints="1" noAdjustHandles="1" noChangeArrowheads="1" noChangeShapeType="1"/>
          </p:cNvSpPr>
          <p:nvPr>
            <p:ph type="body" sz="quarter" idx="14"/>
          </p:nvPr>
        </p:nvSpPr>
        <p:spPr>
          <a:xfrm>
            <a:off x="5245240" y="298101"/>
            <a:ext cx="6539802" cy="1557700"/>
          </a:xfrm>
        </p:spPr>
        <p:txBody>
          <a:bodyPr/>
          <a:lstStyle>
            <a:lvl1pPr marL="0" indent="0">
              <a:lnSpc>
                <a:spcPts val="3000"/>
              </a:lnSpc>
              <a:spcAft>
                <a:spcPts val="0"/>
              </a:spcAft>
              <a:buFont typeface="Arial" panose="020B0604020202020204" pitchFamily="34" charset="0"/>
              <a:buNone/>
              <a:defRPr sz="3000" b="1">
                <a:solidFill>
                  <a:schemeClr val="bg1"/>
                </a:solidFill>
                <a:latin typeface="+mj-lt"/>
              </a:defRPr>
            </a:lvl1pPr>
            <a:lvl2pPr marL="0" indent="0">
              <a:lnSpc>
                <a:spcPts val="3000"/>
              </a:lnSpc>
              <a:spcAft>
                <a:spcPts val="0"/>
              </a:spcAft>
              <a:buNone/>
              <a:defRPr sz="3000" b="1">
                <a:solidFill>
                  <a:schemeClr val="bg1"/>
                </a:solidFill>
                <a:latin typeface="+mj-lt"/>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GB"/>
              <a:t>Click to edit Master text styles</a:t>
            </a:r>
          </a:p>
        </p:txBody>
      </p:sp>
    </p:spTree>
    <p:extLst>
      <p:ext uri="{BB962C8B-B14F-4D97-AF65-F5344CB8AC3E}">
        <p14:creationId xmlns:p14="http://schemas.microsoft.com/office/powerpoint/2010/main" val="2572739252"/>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Section Content - Option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1598474"/>
            <a:ext cx="9234000" cy="457849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162798"/>
          </a:xfrm>
        </p:spPr>
        <p:txBody>
          <a:bodyPr/>
          <a:lstStyle>
            <a:lvl1pPr>
              <a:lnSpc>
                <a:spcPts val="3000"/>
              </a:lnSpc>
              <a:spcAft>
                <a:spcPts val="0"/>
              </a:spcAft>
              <a:defRPr sz="2000" b="0">
                <a:solidFill>
                  <a:schemeClr val="bg1"/>
                </a:solidFill>
                <a:latin typeface="Aptos Light" panose="020B0004020202020204" pitchFamily="34" charset="0"/>
              </a:defRPr>
            </a:lvl1pPr>
            <a:lvl2pPr marL="0" indent="0">
              <a:lnSpc>
                <a:spcPts val="3000"/>
              </a:lnSpc>
              <a:spcAft>
                <a:spcPts val="0"/>
              </a:spcAft>
              <a:buNone/>
              <a:defRPr sz="2600" b="1">
                <a:solidFill>
                  <a:schemeClr val="bg1"/>
                </a:solidFill>
                <a:latin typeface="+mj-lt"/>
              </a:defRPr>
            </a:lvl2pPr>
          </a:lstStyle>
          <a:p>
            <a:pPr lvl="0"/>
            <a:r>
              <a:rPr lang="en-GB"/>
              <a:t>Click to edit Master text styles</a:t>
            </a:r>
          </a:p>
          <a:p>
            <a:pPr lvl="1"/>
            <a:r>
              <a:rPr lang="en-GB"/>
              <a:t>Second level</a:t>
            </a:r>
          </a:p>
        </p:txBody>
      </p:sp>
      <p:sp>
        <p:nvSpPr>
          <p:cNvPr id="2" name="TextBox 1">
            <a:extLst>
              <a:ext uri="{FF2B5EF4-FFF2-40B4-BE49-F238E27FC236}">
                <a16:creationId xmlns:a16="http://schemas.microsoft.com/office/drawing/2014/main" id="{F023E325-BFCA-C2E3-9F7C-874754F36998}"/>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2125805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1598474"/>
            <a:ext cx="11366242" cy="457849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162798"/>
          </a:xfrm>
        </p:spPr>
        <p:txBody>
          <a:bodyPr/>
          <a:lstStyle>
            <a:lvl1pPr>
              <a:lnSpc>
                <a:spcPts val="3000"/>
              </a:lnSpc>
              <a:spcAft>
                <a:spcPts val="0"/>
              </a:spcAft>
              <a:defRPr sz="2800" b="1">
                <a:latin typeface="+mj-lt"/>
              </a:defRPr>
            </a:lvl1pPr>
            <a:lvl2pPr marL="0" indent="0">
              <a:lnSpc>
                <a:spcPts val="2800"/>
              </a:lnSpc>
              <a:spcAft>
                <a:spcPts val="0"/>
              </a:spcAft>
              <a:buNone/>
              <a:defRPr sz="2600" b="0">
                <a:latin typeface="Aptos Light" panose="020B0004020202020204" pitchFamily="34" charset="0"/>
              </a:defRPr>
            </a:lvl2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6996874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Image - Opt A">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1598474"/>
            <a:ext cx="5540401" cy="457849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162798"/>
          </a:xfrm>
        </p:spPr>
        <p:txBody>
          <a:bodyPr/>
          <a:lstStyle>
            <a:lvl1pPr>
              <a:lnSpc>
                <a:spcPts val="3000"/>
              </a:lnSpc>
              <a:spcAft>
                <a:spcPts val="0"/>
              </a:spcAft>
              <a:defRPr sz="2800" b="1">
                <a:latin typeface="+mj-lt"/>
              </a:defRPr>
            </a:lvl1pPr>
            <a:lvl2pPr marL="0" indent="0">
              <a:lnSpc>
                <a:spcPts val="2800"/>
              </a:lnSpc>
              <a:spcAft>
                <a:spcPts val="0"/>
              </a:spcAft>
              <a:buNone/>
              <a:defRPr sz="2600" b="0">
                <a:latin typeface="Aptos Light" panose="020B0004020202020204" pitchFamily="34" charset="0"/>
              </a:defRPr>
            </a:lvl2pPr>
          </a:lstStyle>
          <a:p>
            <a:pPr lvl="0"/>
            <a:r>
              <a:rPr lang="en-GB"/>
              <a:t>Click to edit Master text styles</a:t>
            </a:r>
          </a:p>
          <a:p>
            <a:pPr lvl="1"/>
            <a:r>
              <a:rPr lang="en-GB"/>
              <a:t>Second level</a:t>
            </a:r>
          </a:p>
        </p:txBody>
      </p:sp>
      <p:sp>
        <p:nvSpPr>
          <p:cNvPr id="7" name="Picture Placeholder 6">
            <a:extLst>
              <a:ext uri="{FF2B5EF4-FFF2-40B4-BE49-F238E27FC236}">
                <a16:creationId xmlns:a16="http://schemas.microsoft.com/office/drawing/2014/main" id="{17D40A1F-529E-1066-9D9A-333468BDE685}"/>
              </a:ext>
            </a:extLst>
          </p:cNvPr>
          <p:cNvSpPr>
            <a:spLocks noGrp="1" noRot="1" noMove="1" noResize="1" noEditPoints="1" noAdjustHandles="1" noChangeArrowheads="1" noChangeShapeType="1"/>
          </p:cNvSpPr>
          <p:nvPr>
            <p:ph type="pic" sz="quarter" idx="14"/>
          </p:nvPr>
        </p:nvSpPr>
        <p:spPr>
          <a:xfrm>
            <a:off x="6232800" y="1598613"/>
            <a:ext cx="5959200" cy="4798580"/>
          </a:xfrm>
          <a:solidFill>
            <a:schemeClr val="bg2"/>
          </a:solidFill>
        </p:spPr>
        <p:txBody>
          <a:bodyPr anchor="ctr"/>
          <a:lstStyle>
            <a:lvl1pPr algn="ctr">
              <a:defRPr/>
            </a:lvl1pPr>
          </a:lstStyle>
          <a:p>
            <a:r>
              <a:rPr lang="en-GB"/>
              <a:t>Click icon to add picture</a:t>
            </a:r>
          </a:p>
        </p:txBody>
      </p:sp>
    </p:spTree>
    <p:extLst>
      <p:ext uri="{BB962C8B-B14F-4D97-AF65-F5344CB8AC3E}">
        <p14:creationId xmlns:p14="http://schemas.microsoft.com/office/powerpoint/2010/main" val="30664751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with Image - Opt B">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B98EA51-13C0-BE47-BAF5-89F45875FB0D}"/>
              </a:ext>
            </a:extLst>
          </p:cNvPr>
          <p:cNvPicPr>
            <a:picLocks noGrp="1" noRot="1" noChangeAspect="1" noMove="1" noResize="1" noEditPoints="1" noAdjustHandles="1" noChangeArrowheads="1" noChangeShapeType="1" noCrop="1"/>
          </p:cNvPicPr>
          <p:nvPr userDrawn="1"/>
        </p:nvPicPr>
        <p:blipFill>
          <a:blip r:embed="rId2" cstate="hqprint">
            <a:extLst>
              <a:ext uri="{28A0092B-C50C-407E-A947-70E740481C1C}">
                <a14:useLocalDpi xmlns:a14="http://schemas.microsoft.com/office/drawing/2010/main"/>
              </a:ext>
            </a:extLst>
          </a:blip>
          <a:srcRect/>
          <a:stretch/>
        </p:blipFill>
        <p:spPr>
          <a:xfrm>
            <a:off x="0" y="0"/>
            <a:ext cx="6184933" cy="6858000"/>
          </a:xfrm>
          <a:prstGeom prst="rect">
            <a:avLst/>
          </a:prstGeom>
        </p:spPr>
      </p:pic>
      <p:pic>
        <p:nvPicPr>
          <p:cNvPr id="15" name="Picture 14">
            <a:extLst>
              <a:ext uri="{FF2B5EF4-FFF2-40B4-BE49-F238E27FC236}">
                <a16:creationId xmlns:a16="http://schemas.microsoft.com/office/drawing/2014/main" id="{EE88D819-6D62-2641-A042-967AB92BEBE0}"/>
              </a:ext>
            </a:extLst>
          </p:cNvPr>
          <p:cNvPicPr>
            <a:picLocks noGrp="1" noRo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rcRect t="299" b="299"/>
          <a:stretch/>
        </p:blipFill>
        <p:spPr>
          <a:xfrm>
            <a:off x="0" y="6403538"/>
            <a:ext cx="12192000" cy="454462"/>
          </a:xfrm>
          <a:prstGeom prst="rect">
            <a:avLst/>
          </a:prstGeom>
        </p:spPr>
      </p:pic>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2268000"/>
            <a:ext cx="4993200" cy="39096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4993200" cy="11627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7" name="Picture Placeholder 6">
            <a:extLst>
              <a:ext uri="{FF2B5EF4-FFF2-40B4-BE49-F238E27FC236}">
                <a16:creationId xmlns:a16="http://schemas.microsoft.com/office/drawing/2014/main" id="{17D40A1F-529E-1066-9D9A-333468BDE685}"/>
              </a:ext>
            </a:extLst>
          </p:cNvPr>
          <p:cNvSpPr>
            <a:spLocks noGrp="1" noRot="1" noMove="1" noResize="1" noEditPoints="1" noAdjustHandles="1" noChangeArrowheads="1" noChangeShapeType="1"/>
          </p:cNvSpPr>
          <p:nvPr>
            <p:ph type="pic" sz="quarter" idx="14"/>
          </p:nvPr>
        </p:nvSpPr>
        <p:spPr>
          <a:xfrm>
            <a:off x="6184933" y="1445401"/>
            <a:ext cx="5793467" cy="4731564"/>
          </a:xfrm>
          <a:solidFill>
            <a:schemeClr val="bg2"/>
          </a:solidFill>
        </p:spPr>
        <p:txBody>
          <a:bodyPr anchor="ctr"/>
          <a:lstStyle>
            <a:lvl1pPr algn="ctr">
              <a:defRPr/>
            </a:lvl1pPr>
          </a:lstStyle>
          <a:p>
            <a:r>
              <a:rPr lang="en-GB"/>
              <a:t>Click icon to add picture</a:t>
            </a:r>
          </a:p>
        </p:txBody>
      </p:sp>
      <p:sp>
        <p:nvSpPr>
          <p:cNvPr id="14" name="TextBox 13">
            <a:extLst>
              <a:ext uri="{FF2B5EF4-FFF2-40B4-BE49-F238E27FC236}">
                <a16:creationId xmlns:a16="http://schemas.microsoft.com/office/drawing/2014/main" id="{ADBC3D29-E582-6DED-D5B5-75CBF008FA8F}"/>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28176856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Image - Opt C">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88714833-CBB9-1DDD-72EC-3606FC977844}"/>
              </a:ext>
            </a:extLst>
          </p:cNvPr>
          <p:cNvPicPr>
            <a:picLocks noGrp="1" noRot="1" noChangeAspect="1" noMove="1" noResize="1" noEditPoints="1" noAdjustHandles="1" noChangeArrowheads="1" noChangeShapeType="1" noCrop="1"/>
          </p:cNvPicPr>
          <p:nvPr userDrawn="1"/>
        </p:nvPicPr>
        <p:blipFill>
          <a:blip r:embed="rId2" cstate="hqprint">
            <a:extLst>
              <a:ext uri="{28A0092B-C50C-407E-A947-70E740481C1C}">
                <a14:useLocalDpi xmlns:a14="http://schemas.microsoft.com/office/drawing/2010/main"/>
              </a:ext>
            </a:extLst>
          </a:blip>
          <a:srcRect/>
          <a:stretch/>
        </p:blipFill>
        <p:spPr>
          <a:xfrm>
            <a:off x="0" y="0"/>
            <a:ext cx="6184933" cy="6858000"/>
          </a:xfrm>
          <a:prstGeom prst="rect">
            <a:avLst/>
          </a:prstGeom>
        </p:spPr>
      </p:pic>
      <p:pic>
        <p:nvPicPr>
          <p:cNvPr id="14" name="Picture 13">
            <a:extLst>
              <a:ext uri="{FF2B5EF4-FFF2-40B4-BE49-F238E27FC236}">
                <a16:creationId xmlns:a16="http://schemas.microsoft.com/office/drawing/2014/main" id="{A9227222-97F2-EF37-CCAF-D5FBEF112DA6}"/>
              </a:ext>
            </a:extLst>
          </p:cNvPr>
          <p:cNvPicPr>
            <a:picLocks noGrp="1" noRo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rcRect t="299" b="299"/>
          <a:stretch/>
        </p:blipFill>
        <p:spPr>
          <a:xfrm>
            <a:off x="0" y="6403538"/>
            <a:ext cx="12192000" cy="454462"/>
          </a:xfrm>
          <a:prstGeom prst="rect">
            <a:avLst/>
          </a:prstGeom>
        </p:spPr>
      </p:pic>
      <p:sp>
        <p:nvSpPr>
          <p:cNvPr id="7" name="Picture Placeholder 6">
            <a:extLst>
              <a:ext uri="{FF2B5EF4-FFF2-40B4-BE49-F238E27FC236}">
                <a16:creationId xmlns:a16="http://schemas.microsoft.com/office/drawing/2014/main" id="{17D40A1F-529E-1066-9D9A-333468BDE685}"/>
              </a:ext>
            </a:extLst>
          </p:cNvPr>
          <p:cNvSpPr>
            <a:spLocks noGrp="1" noRot="1" noMove="1" noResize="1" noEditPoints="1" noAdjustHandles="1" noChangeArrowheads="1" noChangeShapeType="1"/>
          </p:cNvSpPr>
          <p:nvPr>
            <p:ph type="pic" sz="quarter" idx="14"/>
          </p:nvPr>
        </p:nvSpPr>
        <p:spPr>
          <a:xfrm>
            <a:off x="6184933" y="0"/>
            <a:ext cx="5793467" cy="6176965"/>
          </a:xfrm>
          <a:solidFill>
            <a:schemeClr val="bg2"/>
          </a:solidFill>
        </p:spPr>
        <p:txBody>
          <a:bodyPr anchor="ctr"/>
          <a:lstStyle>
            <a:lvl1pPr algn="ctr">
              <a:defRPr/>
            </a:lvl1pPr>
          </a:lstStyle>
          <a:p>
            <a:r>
              <a:rPr lang="en-GB"/>
              <a:t>Click icon to add picture</a:t>
            </a:r>
          </a:p>
        </p:txBody>
      </p:sp>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2268000"/>
            <a:ext cx="4993200" cy="39096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4993200" cy="11627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13" name="TextBox 12">
            <a:extLst>
              <a:ext uri="{FF2B5EF4-FFF2-40B4-BE49-F238E27FC236}">
                <a16:creationId xmlns:a16="http://schemas.microsoft.com/office/drawing/2014/main" id="{EA46F5E4-AFBC-9F9C-ED1E-F7E179F40B63}"/>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37878828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Image - Opt 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21C2B18-0AB7-EF12-CE2E-0469AA3334B8}"/>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0" y="0"/>
            <a:ext cx="12192000" cy="1291541"/>
          </a:xfrm>
          <a:prstGeom prst="rect">
            <a:avLst/>
          </a:prstGeom>
        </p:spPr>
      </p:pic>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1598474"/>
            <a:ext cx="5540401" cy="457849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7" name="Picture Placeholder 6">
            <a:extLst>
              <a:ext uri="{FF2B5EF4-FFF2-40B4-BE49-F238E27FC236}">
                <a16:creationId xmlns:a16="http://schemas.microsoft.com/office/drawing/2014/main" id="{17D40A1F-529E-1066-9D9A-333468BDE685}"/>
              </a:ext>
            </a:extLst>
          </p:cNvPr>
          <p:cNvSpPr>
            <a:spLocks noGrp="1" noRot="1" noMove="1" noResize="1" noEditPoints="1" noAdjustHandles="1" noChangeArrowheads="1" noChangeShapeType="1"/>
          </p:cNvSpPr>
          <p:nvPr>
            <p:ph type="pic" sz="quarter" idx="14"/>
          </p:nvPr>
        </p:nvSpPr>
        <p:spPr>
          <a:xfrm>
            <a:off x="6232800" y="1598613"/>
            <a:ext cx="5959200" cy="4798580"/>
          </a:xfrm>
          <a:solidFill>
            <a:schemeClr val="bg2"/>
          </a:solidFill>
        </p:spPr>
        <p:txBody>
          <a:bodyPr anchor="ctr"/>
          <a:lstStyle>
            <a:lvl1pPr algn="ctr">
              <a:defRPr b="0"/>
            </a:lvl1pPr>
          </a:lstStyle>
          <a:p>
            <a:r>
              <a:rPr lang="en-GB"/>
              <a:t>Click icon to add picture</a:t>
            </a:r>
          </a:p>
        </p:txBody>
      </p:sp>
    </p:spTree>
    <p:extLst>
      <p:ext uri="{BB962C8B-B14F-4D97-AF65-F5344CB8AC3E}">
        <p14:creationId xmlns:p14="http://schemas.microsoft.com/office/powerpoint/2010/main" val="200758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Quote &amp; Image - Opt A">
    <p:spTree>
      <p:nvGrpSpPr>
        <p:cNvPr id="1" name=""/>
        <p:cNvGrpSpPr/>
        <p:nvPr/>
      </p:nvGrpSpPr>
      <p:grpSpPr>
        <a:xfrm>
          <a:off x="0" y="0"/>
          <a:ext cx="0" cy="0"/>
          <a:chOff x="0" y="0"/>
          <a:chExt cx="0" cy="0"/>
        </a:xfrm>
      </p:grpSpPr>
      <p:pic>
        <p:nvPicPr>
          <p:cNvPr id="2" name="Picture 1" descr="A close up of a red and purple gradient&#10;&#10;AI-generated content may be incorrect.">
            <a:extLst>
              <a:ext uri="{FF2B5EF4-FFF2-40B4-BE49-F238E27FC236}">
                <a16:creationId xmlns:a16="http://schemas.microsoft.com/office/drawing/2014/main" id="{7E85816F-5B71-2E79-82E7-2CABF170E0BC}"/>
              </a:ext>
            </a:extLst>
          </p:cNvPr>
          <p:cNvPicPr>
            <a:picLocks noGrp="1" noRot="1" noChangeAspect="1" noMove="1" noResize="1" noEditPoints="1" noAdjustHandles="1" noChangeArrowheads="1" noChangeShapeType="1" noCrop="1"/>
          </p:cNvPicPr>
          <p:nvPr userDrawn="1"/>
        </p:nvPicPr>
        <p:blipFill>
          <a:blip r:embed="rId2" cstate="hqprint">
            <a:extLst>
              <a:ext uri="{28A0092B-C50C-407E-A947-70E740481C1C}">
                <a14:useLocalDpi xmlns:a14="http://schemas.microsoft.com/office/drawing/2010/main"/>
              </a:ext>
            </a:extLst>
          </a:blip>
          <a:srcRect/>
          <a:stretch/>
        </p:blipFill>
        <p:spPr>
          <a:xfrm>
            <a:off x="0" y="1714"/>
            <a:ext cx="12192000" cy="3001122"/>
          </a:xfrm>
          <a:prstGeom prst="rect">
            <a:avLst/>
          </a:prstGeom>
        </p:spPr>
      </p:pic>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1598474"/>
            <a:ext cx="7455600" cy="1283326"/>
          </a:xfrm>
        </p:spPr>
        <p:txBody>
          <a:bodyPr/>
          <a:lstStyle>
            <a:lvl1pPr>
              <a:lnSpc>
                <a:spcPts val="1920"/>
              </a:lnSpc>
              <a:spcAft>
                <a:spcPts val="0"/>
              </a:spcAft>
              <a:defRPr sz="16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1627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7" name="Picture Placeholder 6">
            <a:extLst>
              <a:ext uri="{FF2B5EF4-FFF2-40B4-BE49-F238E27FC236}">
                <a16:creationId xmlns:a16="http://schemas.microsoft.com/office/drawing/2014/main" id="{17D40A1F-529E-1066-9D9A-333468BDE685}"/>
              </a:ext>
            </a:extLst>
          </p:cNvPr>
          <p:cNvSpPr>
            <a:spLocks noGrp="1" noRot="1" noMove="1" noResize="1" noEditPoints="1" noAdjustHandles="1" noChangeArrowheads="1" noChangeShapeType="1"/>
          </p:cNvSpPr>
          <p:nvPr>
            <p:ph type="pic" sz="quarter" idx="14"/>
          </p:nvPr>
        </p:nvSpPr>
        <p:spPr>
          <a:xfrm>
            <a:off x="418800" y="3223799"/>
            <a:ext cx="7455600" cy="3009601"/>
          </a:xfrm>
          <a:solidFill>
            <a:schemeClr val="bg2"/>
          </a:solidFill>
        </p:spPr>
        <p:txBody>
          <a:bodyPr anchor="ctr"/>
          <a:lstStyle>
            <a:lvl1pPr algn="ctr">
              <a:defRPr/>
            </a:lvl1pPr>
          </a:lstStyle>
          <a:p>
            <a:pPr algn="l"/>
            <a:r>
              <a:rPr lang="en-GB" sz="1800" b="0" i="0" u="none" strike="noStrike" baseline="0">
                <a:solidFill>
                  <a:srgbClr val="000000"/>
                </a:solidFill>
                <a:latin typeface="Aptos" panose="020B0004020202020204" pitchFamily="34" charset="0"/>
              </a:rPr>
              <a:t>Click icon to add picture</a:t>
            </a:r>
            <a:endParaRPr lang="en-GB"/>
          </a:p>
        </p:txBody>
      </p:sp>
      <p:sp>
        <p:nvSpPr>
          <p:cNvPr id="11" name="Text Placeholder 9">
            <a:extLst>
              <a:ext uri="{FF2B5EF4-FFF2-40B4-BE49-F238E27FC236}">
                <a16:creationId xmlns:a16="http://schemas.microsoft.com/office/drawing/2014/main" id="{B165D2D2-7374-47AC-762B-5B90B919EC23}"/>
              </a:ext>
            </a:extLst>
          </p:cNvPr>
          <p:cNvSpPr>
            <a:spLocks noGrp="1" noRot="1" noMove="1" noResize="1" noEditPoints="1" noAdjustHandles="1" noChangeArrowheads="1" noChangeShapeType="1"/>
          </p:cNvSpPr>
          <p:nvPr>
            <p:ph type="body" sz="quarter" idx="16"/>
          </p:nvPr>
        </p:nvSpPr>
        <p:spPr>
          <a:xfrm>
            <a:off x="9105600" y="3839712"/>
            <a:ext cx="2667600" cy="1572887"/>
          </a:xfrm>
        </p:spPr>
        <p:txBody>
          <a:bodyPr/>
          <a:lstStyle>
            <a:lvl1pPr>
              <a:lnSpc>
                <a:spcPts val="2100"/>
              </a:lnSpc>
              <a:defRPr sz="1600" b="0">
                <a:solidFill>
                  <a:schemeClr val="tx2"/>
                </a:solidFill>
                <a:latin typeface="+mj-lt"/>
              </a:defRPr>
            </a:lvl1pPr>
            <a:lvl2pPr marL="0" indent="0">
              <a:lnSpc>
                <a:spcPts val="2100"/>
              </a:lnSpc>
              <a:buNone/>
              <a:defRPr sz="1600" b="0">
                <a:solidFill>
                  <a:schemeClr val="tx2"/>
                </a:solidFill>
                <a:latin typeface="Aptos Light" panose="020B0004020202020204" pitchFamily="34" charset="0"/>
              </a:defRPr>
            </a:lvl2pPr>
          </a:lstStyle>
          <a:p>
            <a:pPr lvl="0"/>
            <a:r>
              <a:rPr lang="en-GB"/>
              <a:t>Click to edit Master text styles</a:t>
            </a:r>
          </a:p>
          <a:p>
            <a:pPr lvl="1"/>
            <a:r>
              <a:rPr lang="en-GB"/>
              <a:t>Second level</a:t>
            </a:r>
          </a:p>
        </p:txBody>
      </p:sp>
      <p:pic>
        <p:nvPicPr>
          <p:cNvPr id="8" name="Picture 12">
            <a:extLst>
              <a:ext uri="{FF2B5EF4-FFF2-40B4-BE49-F238E27FC236}">
                <a16:creationId xmlns:a16="http://schemas.microsoft.com/office/drawing/2014/main" id="{262F3639-B29A-EEDE-A22E-D06D68D525F8}"/>
              </a:ext>
            </a:extLst>
          </p:cNvPr>
          <p:cNvPicPr>
            <a:picLocks noGrp="1" noRo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rcRect/>
          <a:stretch/>
        </p:blipFill>
        <p:spPr>
          <a:xfrm>
            <a:off x="8756218" y="3497622"/>
            <a:ext cx="900000" cy="900000"/>
          </a:xfrm>
          <a:prstGeom prst="rect">
            <a:avLst/>
          </a:prstGeom>
        </p:spPr>
      </p:pic>
      <p:pic>
        <p:nvPicPr>
          <p:cNvPr id="9" name="Picture 15">
            <a:extLst>
              <a:ext uri="{FF2B5EF4-FFF2-40B4-BE49-F238E27FC236}">
                <a16:creationId xmlns:a16="http://schemas.microsoft.com/office/drawing/2014/main" id="{53CCDD09-C108-D5FC-AA2E-625BC298A0D8}"/>
              </a:ext>
            </a:extLst>
          </p:cNvPr>
          <p:cNvPicPr>
            <a:picLocks noGrp="1" noRo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rcRect/>
          <a:stretch/>
        </p:blipFill>
        <p:spPr>
          <a:xfrm>
            <a:off x="10885042" y="4797000"/>
            <a:ext cx="900000" cy="900000"/>
          </a:xfrm>
          <a:prstGeom prst="rect">
            <a:avLst/>
          </a:prstGeom>
        </p:spPr>
      </p:pic>
    </p:spTree>
    <p:extLst>
      <p:ext uri="{BB962C8B-B14F-4D97-AF65-F5344CB8AC3E}">
        <p14:creationId xmlns:p14="http://schemas.microsoft.com/office/powerpoint/2010/main" val="3431059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Quote &amp; Image - Opt B">
    <p:spTree>
      <p:nvGrpSpPr>
        <p:cNvPr id="1" name=""/>
        <p:cNvGrpSpPr/>
        <p:nvPr/>
      </p:nvGrpSpPr>
      <p:grpSpPr>
        <a:xfrm>
          <a:off x="0" y="0"/>
          <a:ext cx="0" cy="0"/>
          <a:chOff x="0" y="0"/>
          <a:chExt cx="0" cy="0"/>
        </a:xfrm>
      </p:grpSpPr>
      <p:pic>
        <p:nvPicPr>
          <p:cNvPr id="9" name="Picture 8" descr="A close up of a red and purple gradient&#10;&#10;AI-generated content may be incorrect.">
            <a:extLst>
              <a:ext uri="{FF2B5EF4-FFF2-40B4-BE49-F238E27FC236}">
                <a16:creationId xmlns:a16="http://schemas.microsoft.com/office/drawing/2014/main" id="{80E0A58C-F0D2-7C85-F25F-5BB1CE2384AE}"/>
              </a:ext>
            </a:extLst>
          </p:cNvPr>
          <p:cNvPicPr>
            <a:picLocks noGrp="1" noRot="1" noChangeAspect="1" noMove="1" noResize="1" noEditPoints="1" noAdjustHandles="1" noChangeArrowheads="1" noChangeShapeType="1" noCrop="1"/>
          </p:cNvPicPr>
          <p:nvPr userDrawn="1"/>
        </p:nvPicPr>
        <p:blipFill>
          <a:blip r:embed="rId2" cstate="hqprint">
            <a:extLst>
              <a:ext uri="{28A0092B-C50C-407E-A947-70E740481C1C}">
                <a14:useLocalDpi xmlns:a14="http://schemas.microsoft.com/office/drawing/2010/main"/>
              </a:ext>
            </a:extLst>
          </a:blip>
          <a:srcRect/>
          <a:stretch/>
        </p:blipFill>
        <p:spPr>
          <a:xfrm>
            <a:off x="0" y="1714"/>
            <a:ext cx="12192000" cy="3001122"/>
          </a:xfrm>
          <a:prstGeom prst="rect">
            <a:avLst/>
          </a:prstGeom>
        </p:spPr>
      </p:pic>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1598474"/>
            <a:ext cx="4847859" cy="1283326"/>
          </a:xfrm>
        </p:spPr>
        <p:txBody>
          <a:bodyPr/>
          <a:lstStyle>
            <a:lvl1pPr>
              <a:lnSpc>
                <a:spcPts val="1920"/>
              </a:lnSpc>
              <a:spcAft>
                <a:spcPts val="0"/>
              </a:spcAft>
              <a:defRPr sz="1600" b="0">
                <a:solidFill>
                  <a:schemeClr val="bg1"/>
                </a:solidFill>
              </a:defRPr>
            </a:lvl1pPr>
            <a:lvl2pPr>
              <a:lnSpc>
                <a:spcPts val="1920"/>
              </a:lnSpc>
              <a:spcAft>
                <a:spcPts val="0"/>
              </a:spcAft>
              <a:defRPr sz="1600" b="0">
                <a:solidFill>
                  <a:schemeClr val="bg1"/>
                </a:solidFill>
              </a:defRPr>
            </a:lvl2pPr>
            <a:lvl3pPr>
              <a:lnSpc>
                <a:spcPts val="1920"/>
              </a:lnSpc>
              <a:spcAft>
                <a:spcPts val="0"/>
              </a:spcAft>
              <a:defRPr sz="1600" b="0">
                <a:solidFill>
                  <a:schemeClr val="bg1"/>
                </a:solidFill>
              </a:defRPr>
            </a:lvl3pPr>
            <a:lvl4pPr>
              <a:lnSpc>
                <a:spcPts val="1920"/>
              </a:lnSpc>
              <a:spcAft>
                <a:spcPts val="0"/>
              </a:spcAft>
              <a:defRPr sz="1600" b="0">
                <a:solidFill>
                  <a:schemeClr val="bg1"/>
                </a:solidFill>
              </a:defRPr>
            </a:lvl4pPr>
            <a:lvl5pPr>
              <a:lnSpc>
                <a:spcPts val="1920"/>
              </a:lnSpc>
              <a:spcAft>
                <a:spcPts val="0"/>
              </a:spcAft>
              <a:defRPr sz="1600" b="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1627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7" name="Picture Placeholder 6">
            <a:extLst>
              <a:ext uri="{FF2B5EF4-FFF2-40B4-BE49-F238E27FC236}">
                <a16:creationId xmlns:a16="http://schemas.microsoft.com/office/drawing/2014/main" id="{17D40A1F-529E-1066-9D9A-333468BDE685}"/>
              </a:ext>
            </a:extLst>
          </p:cNvPr>
          <p:cNvSpPr>
            <a:spLocks noGrp="1" noRot="1" noMove="1" noResize="1" noEditPoints="1" noAdjustHandles="1" noChangeArrowheads="1" noChangeShapeType="1"/>
          </p:cNvSpPr>
          <p:nvPr>
            <p:ph type="pic" sz="quarter" idx="14"/>
          </p:nvPr>
        </p:nvSpPr>
        <p:spPr>
          <a:xfrm>
            <a:off x="418800" y="3223799"/>
            <a:ext cx="7455600" cy="3009601"/>
          </a:xfrm>
          <a:solidFill>
            <a:schemeClr val="bg2"/>
          </a:solidFill>
        </p:spPr>
        <p:txBody>
          <a:bodyPr anchor="ctr"/>
          <a:lstStyle>
            <a:lvl1pPr algn="ctr">
              <a:defRPr/>
            </a:lvl1pPr>
          </a:lstStyle>
          <a:p>
            <a:pPr algn="l"/>
            <a:r>
              <a:rPr lang="en-GB" sz="1800" b="0" i="0" u="none" strike="noStrike" baseline="0">
                <a:solidFill>
                  <a:srgbClr val="000000"/>
                </a:solidFill>
                <a:latin typeface="Aptos" panose="020B0004020202020204" pitchFamily="34" charset="0"/>
              </a:rPr>
              <a:t>Click icon to add picture</a:t>
            </a:r>
            <a:endParaRPr lang="en-GB"/>
          </a:p>
        </p:txBody>
      </p:sp>
      <p:sp>
        <p:nvSpPr>
          <p:cNvPr id="2" name="Content Placeholder 2">
            <a:extLst>
              <a:ext uri="{FF2B5EF4-FFF2-40B4-BE49-F238E27FC236}">
                <a16:creationId xmlns:a16="http://schemas.microsoft.com/office/drawing/2014/main" id="{A801D46E-BEDD-CF32-6E68-F932BBB1C739}"/>
              </a:ext>
            </a:extLst>
          </p:cNvPr>
          <p:cNvSpPr>
            <a:spLocks noGrp="1" noRot="1" noMove="1" noResize="1" noEditPoints="1" noAdjustHandles="1" noChangeArrowheads="1" noChangeShapeType="1"/>
          </p:cNvSpPr>
          <p:nvPr>
            <p:ph idx="15"/>
          </p:nvPr>
        </p:nvSpPr>
        <p:spPr>
          <a:xfrm>
            <a:off x="5480400" y="1598474"/>
            <a:ext cx="5061600" cy="1281030"/>
          </a:xfrm>
        </p:spPr>
        <p:txBody>
          <a:bodyPr/>
          <a:lstStyle>
            <a:lvl1pPr>
              <a:lnSpc>
                <a:spcPts val="1920"/>
              </a:lnSpc>
              <a:spcAft>
                <a:spcPts val="0"/>
              </a:spcAft>
              <a:defRPr sz="1600" b="0">
                <a:solidFill>
                  <a:schemeClr val="bg1"/>
                </a:solidFill>
              </a:defRPr>
            </a:lvl1pPr>
            <a:lvl2pPr>
              <a:lnSpc>
                <a:spcPts val="1920"/>
              </a:lnSpc>
              <a:spcAft>
                <a:spcPts val="0"/>
              </a:spcAft>
              <a:defRPr sz="1600" b="0">
                <a:solidFill>
                  <a:schemeClr val="bg1"/>
                </a:solidFill>
              </a:defRPr>
            </a:lvl2pPr>
            <a:lvl3pPr>
              <a:lnSpc>
                <a:spcPts val="1920"/>
              </a:lnSpc>
              <a:spcAft>
                <a:spcPts val="0"/>
              </a:spcAft>
              <a:defRPr sz="1600" b="0">
                <a:solidFill>
                  <a:schemeClr val="bg1"/>
                </a:solidFill>
              </a:defRPr>
            </a:lvl3pPr>
            <a:lvl4pPr>
              <a:lnSpc>
                <a:spcPts val="1920"/>
              </a:lnSpc>
              <a:spcAft>
                <a:spcPts val="0"/>
              </a:spcAft>
              <a:defRPr sz="1600" b="0">
                <a:solidFill>
                  <a:schemeClr val="bg1"/>
                </a:solidFill>
              </a:defRPr>
            </a:lvl4pPr>
            <a:lvl5pPr>
              <a:lnSpc>
                <a:spcPts val="1920"/>
              </a:lnSpc>
              <a:spcAft>
                <a:spcPts val="0"/>
              </a:spcAft>
              <a:defRPr sz="1600" b="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ext Placeholder 9">
            <a:extLst>
              <a:ext uri="{FF2B5EF4-FFF2-40B4-BE49-F238E27FC236}">
                <a16:creationId xmlns:a16="http://schemas.microsoft.com/office/drawing/2014/main" id="{B165D2D2-7374-47AC-762B-5B90B919EC23}"/>
              </a:ext>
            </a:extLst>
          </p:cNvPr>
          <p:cNvSpPr>
            <a:spLocks noGrp="1" noRot="1" noMove="1" noResize="1" noEditPoints="1" noAdjustHandles="1" noChangeArrowheads="1" noChangeShapeType="1"/>
          </p:cNvSpPr>
          <p:nvPr>
            <p:ph type="body" sz="quarter" idx="16"/>
          </p:nvPr>
        </p:nvSpPr>
        <p:spPr>
          <a:xfrm>
            <a:off x="9105600" y="3839712"/>
            <a:ext cx="2667600" cy="1572887"/>
          </a:xfrm>
        </p:spPr>
        <p:txBody>
          <a:bodyPr/>
          <a:lstStyle>
            <a:lvl1pPr>
              <a:lnSpc>
                <a:spcPts val="2100"/>
              </a:lnSpc>
              <a:defRPr sz="1600" b="0">
                <a:solidFill>
                  <a:schemeClr val="tx2"/>
                </a:solidFill>
                <a:latin typeface="+mj-lt"/>
              </a:defRPr>
            </a:lvl1pPr>
            <a:lvl2pPr marL="0" indent="0">
              <a:lnSpc>
                <a:spcPts val="2100"/>
              </a:lnSpc>
              <a:buNone/>
              <a:defRPr sz="1600" b="0">
                <a:solidFill>
                  <a:schemeClr val="tx2"/>
                </a:solidFill>
                <a:latin typeface="Aptos Light" panose="020B0004020202020204" pitchFamily="34" charset="0"/>
              </a:defRPr>
            </a:lvl2pPr>
          </a:lstStyle>
          <a:p>
            <a:pPr lvl="0"/>
            <a:r>
              <a:rPr lang="en-GB"/>
              <a:t>Click to edit Master text styles</a:t>
            </a:r>
          </a:p>
          <a:p>
            <a:pPr lvl="1"/>
            <a:r>
              <a:rPr lang="en-GB"/>
              <a:t>Second level</a:t>
            </a:r>
          </a:p>
        </p:txBody>
      </p:sp>
      <p:pic>
        <p:nvPicPr>
          <p:cNvPr id="13" name="Picture 12">
            <a:extLst>
              <a:ext uri="{FF2B5EF4-FFF2-40B4-BE49-F238E27FC236}">
                <a16:creationId xmlns:a16="http://schemas.microsoft.com/office/drawing/2014/main" id="{9A7F581F-FA42-D0D1-D7FC-3AF62089F7A3}"/>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rcRect/>
          <a:stretch/>
        </p:blipFill>
        <p:spPr>
          <a:xfrm>
            <a:off x="8756218" y="3497622"/>
            <a:ext cx="900000" cy="900000"/>
          </a:xfrm>
          <a:prstGeom prst="rect">
            <a:avLst/>
          </a:prstGeom>
        </p:spPr>
      </p:pic>
      <p:pic>
        <p:nvPicPr>
          <p:cNvPr id="16" name="Picture 15">
            <a:extLst>
              <a:ext uri="{FF2B5EF4-FFF2-40B4-BE49-F238E27FC236}">
                <a16:creationId xmlns:a16="http://schemas.microsoft.com/office/drawing/2014/main" id="{3169D6EB-52AF-93F9-6029-A97FCA618A67}"/>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rcRect/>
          <a:stretch/>
        </p:blipFill>
        <p:spPr>
          <a:xfrm>
            <a:off x="10885042" y="4797000"/>
            <a:ext cx="900000" cy="900000"/>
          </a:xfrm>
          <a:prstGeom prst="rect">
            <a:avLst/>
          </a:prstGeom>
        </p:spPr>
      </p:pic>
    </p:spTree>
    <p:extLst>
      <p:ext uri="{BB962C8B-B14F-4D97-AF65-F5344CB8AC3E}">
        <p14:creationId xmlns:p14="http://schemas.microsoft.com/office/powerpoint/2010/main" val="39338148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 Opt 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EC744C-3403-1214-94AE-78F98C254425}"/>
              </a:ext>
            </a:extLst>
          </p:cNvPr>
          <p:cNvPicPr>
            <a:picLocks noGrp="1" noRot="1" noChangeAspect="1" noMove="1" noResize="1" noEditPoints="1" noAdjustHandles="1" noChangeArrowheads="1" noChangeShapeType="1" noCrop="1"/>
          </p:cNvPicPr>
          <p:nvPr userDrawn="1"/>
        </p:nvPicPr>
        <p:blipFill>
          <a:blip r:embed="rId2" cstate="hqprint">
            <a:extLst>
              <a:ext uri="{28A0092B-C50C-407E-A947-70E740481C1C}">
                <a14:useLocalDpi xmlns:a14="http://schemas.microsoft.com/office/drawing/2010/main"/>
              </a:ext>
            </a:extLst>
          </a:blip>
          <a:srcRect/>
          <a:stretch/>
        </p:blipFill>
        <p:spPr>
          <a:xfrm>
            <a:off x="0" y="0"/>
            <a:ext cx="12192000" cy="1291541"/>
          </a:xfrm>
          <a:prstGeom prst="rect">
            <a:avLst/>
          </a:prstGeom>
        </p:spPr>
      </p:pic>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7" name="Picture Placeholder 6">
            <a:extLst>
              <a:ext uri="{FF2B5EF4-FFF2-40B4-BE49-F238E27FC236}">
                <a16:creationId xmlns:a16="http://schemas.microsoft.com/office/drawing/2014/main" id="{17D40A1F-529E-1066-9D9A-333468BDE685}"/>
              </a:ext>
            </a:extLst>
          </p:cNvPr>
          <p:cNvSpPr>
            <a:spLocks noGrp="1" noRot="1" noMove="1" noResize="1" noEditPoints="1" noAdjustHandles="1" noChangeArrowheads="1" noChangeShapeType="1"/>
          </p:cNvSpPr>
          <p:nvPr>
            <p:ph type="pic" sz="quarter" idx="14"/>
          </p:nvPr>
        </p:nvSpPr>
        <p:spPr>
          <a:xfrm>
            <a:off x="418800" y="1598613"/>
            <a:ext cx="11366242" cy="4634787"/>
          </a:xfrm>
          <a:solidFill>
            <a:schemeClr val="bg2"/>
          </a:solidFill>
        </p:spPr>
        <p:txBody>
          <a:bodyPr anchor="ctr"/>
          <a:lstStyle>
            <a:lvl1pPr algn="ctr">
              <a:defRPr/>
            </a:lvl1pPr>
          </a:lstStyle>
          <a:p>
            <a:pPr algn="l"/>
            <a:r>
              <a:rPr lang="en-GB" sz="1800" b="0" i="0" u="none" strike="noStrike" baseline="0">
                <a:solidFill>
                  <a:srgbClr val="000000"/>
                </a:solidFill>
                <a:latin typeface="Aptos" panose="020B0004020202020204" pitchFamily="34" charset="0"/>
              </a:rPr>
              <a:t>Click icon to add picture</a:t>
            </a:r>
            <a:endParaRPr lang="en-GB"/>
          </a:p>
        </p:txBody>
      </p:sp>
    </p:spTree>
    <p:extLst>
      <p:ext uri="{BB962C8B-B14F-4D97-AF65-F5344CB8AC3E}">
        <p14:creationId xmlns:p14="http://schemas.microsoft.com/office/powerpoint/2010/main" val="1177534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 Opt H">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366286D-31D3-343D-6A54-1E947F187197}"/>
              </a:ext>
            </a:extLst>
          </p:cNvPr>
          <p:cNvPicPr>
            <a:picLocks noGrp="1" noRot="1" noChangeAspect="1" noMove="1" noResize="1" noEditPoints="1" noAdjustHandles="1" noChangeArrowheads="1" noChangeShapeType="1" noCrop="1"/>
          </p:cNvPicPr>
          <p:nvPr userDrawn="1"/>
        </p:nvPicPr>
        <p:blipFill>
          <a:blip r:embed="rId2" cstate="hqprint">
            <a:extLst>
              <a:ext uri="{28A0092B-C50C-407E-A947-70E740481C1C}">
                <a14:useLocalDpi xmlns:a14="http://schemas.microsoft.com/office/drawing/2010/main"/>
              </a:ext>
            </a:extLst>
          </a:blip>
          <a:srcRect/>
          <a:stretch/>
        </p:blipFill>
        <p:spPr>
          <a:xfrm>
            <a:off x="0" y="0"/>
            <a:ext cx="6184933" cy="2945741"/>
          </a:xfrm>
          <a:prstGeom prst="rect">
            <a:avLst/>
          </a:prstGeom>
        </p:spPr>
      </p:pic>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3398400"/>
            <a:ext cx="5540401" cy="281636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5540401"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7" name="Picture Placeholder 6">
            <a:extLst>
              <a:ext uri="{FF2B5EF4-FFF2-40B4-BE49-F238E27FC236}">
                <a16:creationId xmlns:a16="http://schemas.microsoft.com/office/drawing/2014/main" id="{17D40A1F-529E-1066-9D9A-333468BDE685}"/>
              </a:ext>
            </a:extLst>
          </p:cNvPr>
          <p:cNvSpPr>
            <a:spLocks noGrp="1" noRot="1" noMove="1" noResize="1" noEditPoints="1" noAdjustHandles="1" noChangeArrowheads="1" noChangeShapeType="1"/>
          </p:cNvSpPr>
          <p:nvPr>
            <p:ph type="pic" sz="quarter" idx="14"/>
          </p:nvPr>
        </p:nvSpPr>
        <p:spPr>
          <a:xfrm>
            <a:off x="6184933" y="0"/>
            <a:ext cx="6007067" cy="6397193"/>
          </a:xfrm>
          <a:solidFill>
            <a:schemeClr val="bg2"/>
          </a:solidFill>
        </p:spPr>
        <p:txBody>
          <a:bodyPr anchor="ctr"/>
          <a:lstStyle>
            <a:lvl1pPr algn="ctr">
              <a:defRPr b="0"/>
            </a:lvl1pPr>
          </a:lstStyle>
          <a:p>
            <a:r>
              <a:rPr lang="en-GB"/>
              <a:t>Click icon to add picture</a:t>
            </a:r>
          </a:p>
        </p:txBody>
      </p:sp>
      <p:sp>
        <p:nvSpPr>
          <p:cNvPr id="11" name="Content Placeholder 2">
            <a:extLst>
              <a:ext uri="{FF2B5EF4-FFF2-40B4-BE49-F238E27FC236}">
                <a16:creationId xmlns:a16="http://schemas.microsoft.com/office/drawing/2014/main" id="{DD7CDD5C-5B55-16BF-F5E0-1C63E6AF36D0}"/>
              </a:ext>
            </a:extLst>
          </p:cNvPr>
          <p:cNvSpPr>
            <a:spLocks noGrp="1" noRot="1" noMove="1" noResize="1" noEditPoints="1" noAdjustHandles="1" noChangeArrowheads="1" noChangeShapeType="1"/>
          </p:cNvSpPr>
          <p:nvPr>
            <p:ph idx="15"/>
          </p:nvPr>
        </p:nvSpPr>
        <p:spPr>
          <a:xfrm>
            <a:off x="418800" y="1602000"/>
            <a:ext cx="5540401" cy="1215386"/>
          </a:xfrm>
        </p:spPr>
        <p:txBody>
          <a:bodyPr/>
          <a:lstStyle>
            <a:lvl1pPr>
              <a:lnSpc>
                <a:spcPts val="1920"/>
              </a:lnSpc>
              <a:spcAft>
                <a:spcPts val="0"/>
              </a:spcAft>
              <a:defRPr sz="1600" b="0">
                <a:solidFill>
                  <a:schemeClr val="bg1"/>
                </a:solidFill>
              </a:defRPr>
            </a:lvl1pPr>
            <a:lvl2pPr>
              <a:lnSpc>
                <a:spcPts val="1920"/>
              </a:lnSpc>
              <a:spcAft>
                <a:spcPts val="0"/>
              </a:spcAft>
              <a:defRPr sz="1600" b="0">
                <a:solidFill>
                  <a:schemeClr val="bg1"/>
                </a:solidFill>
              </a:defRPr>
            </a:lvl2pPr>
            <a:lvl3pPr>
              <a:lnSpc>
                <a:spcPts val="1920"/>
              </a:lnSpc>
              <a:spcAft>
                <a:spcPts val="0"/>
              </a:spcAft>
              <a:defRPr sz="1600" b="0">
                <a:solidFill>
                  <a:schemeClr val="bg1"/>
                </a:solidFill>
              </a:defRPr>
            </a:lvl3pPr>
            <a:lvl4pPr>
              <a:lnSpc>
                <a:spcPts val="1920"/>
              </a:lnSpc>
              <a:spcAft>
                <a:spcPts val="0"/>
              </a:spcAft>
              <a:defRPr sz="1600" b="0">
                <a:solidFill>
                  <a:schemeClr val="bg1"/>
                </a:solidFill>
              </a:defRPr>
            </a:lvl4pPr>
            <a:lvl5pPr>
              <a:lnSpc>
                <a:spcPts val="1920"/>
              </a:lnSpc>
              <a:spcAft>
                <a:spcPts val="0"/>
              </a:spcAft>
              <a:defRPr sz="1600" b="0">
                <a:solidFill>
                  <a:schemeClr val="bg1"/>
                </a:solidFill>
              </a:defRPr>
            </a:lvl5pPr>
          </a:lstStyle>
          <a:p>
            <a:pPr lvl="0"/>
            <a:r>
              <a:rPr lang="en-GB"/>
              <a:t>Click to edit Master text styles</a:t>
            </a:r>
          </a:p>
        </p:txBody>
      </p:sp>
    </p:spTree>
    <p:extLst>
      <p:ext uri="{BB962C8B-B14F-4D97-AF65-F5344CB8AC3E}">
        <p14:creationId xmlns:p14="http://schemas.microsoft.com/office/powerpoint/2010/main" val="27886873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ent with Image - Opt I">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D5DCE8E-F842-6AC7-6D24-2A9BB50E1F3F}"/>
              </a:ext>
            </a:extLst>
          </p:cNvPr>
          <p:cNvPicPr>
            <a:picLocks noGrp="1" noRot="1" noChangeAspect="1" noMove="1" noResize="1" noEditPoints="1" noAdjustHandles="1" noChangeArrowheads="1" noChangeShapeType="1" noCrop="1"/>
          </p:cNvPicPr>
          <p:nvPr userDrawn="1"/>
        </p:nvPicPr>
        <p:blipFill>
          <a:blip r:embed="rId2" cstate="hqprint">
            <a:extLst>
              <a:ext uri="{28A0092B-C50C-407E-A947-70E740481C1C}">
                <a14:useLocalDpi xmlns:a14="http://schemas.microsoft.com/office/drawing/2010/main"/>
              </a:ext>
            </a:extLst>
          </a:blip>
          <a:srcRect/>
          <a:stretch/>
        </p:blipFill>
        <p:spPr>
          <a:xfrm>
            <a:off x="0" y="0"/>
            <a:ext cx="6184933" cy="6858000"/>
          </a:xfrm>
          <a:prstGeom prst="rect">
            <a:avLst/>
          </a:prstGeom>
        </p:spPr>
      </p:pic>
      <p:pic>
        <p:nvPicPr>
          <p:cNvPr id="2" name="Picture 1">
            <a:extLst>
              <a:ext uri="{FF2B5EF4-FFF2-40B4-BE49-F238E27FC236}">
                <a16:creationId xmlns:a16="http://schemas.microsoft.com/office/drawing/2014/main" id="{0CAD2F48-5808-CCD7-C9E1-17B48E90694E}"/>
              </a:ext>
            </a:extLst>
          </p:cNvPr>
          <p:cNvPicPr>
            <a:picLocks noGrp="1" noRo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rcRect t="299" b="299"/>
          <a:stretch/>
        </p:blipFill>
        <p:spPr>
          <a:xfrm>
            <a:off x="0" y="6403538"/>
            <a:ext cx="12192000" cy="454462"/>
          </a:xfrm>
          <a:prstGeom prst="rect">
            <a:avLst/>
          </a:prstGeom>
        </p:spPr>
      </p:pic>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2268000"/>
            <a:ext cx="5540401" cy="39474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7DD8F28C-E404-44CF-9F42-4614D03DA8C2}" type="slidenum">
              <a:rPr lang="en-GB" smtClean="0"/>
              <a:pPr/>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5540401"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7" name="Picture Placeholder 6">
            <a:extLst>
              <a:ext uri="{FF2B5EF4-FFF2-40B4-BE49-F238E27FC236}">
                <a16:creationId xmlns:a16="http://schemas.microsoft.com/office/drawing/2014/main" id="{17D40A1F-529E-1066-9D9A-333468BDE685}"/>
              </a:ext>
            </a:extLst>
          </p:cNvPr>
          <p:cNvSpPr>
            <a:spLocks noGrp="1" noRot="1" noMove="1" noResize="1" noEditPoints="1" noAdjustHandles="1" noChangeArrowheads="1" noChangeShapeType="1"/>
          </p:cNvSpPr>
          <p:nvPr>
            <p:ph type="pic" sz="quarter" idx="14"/>
          </p:nvPr>
        </p:nvSpPr>
        <p:spPr>
          <a:xfrm>
            <a:off x="6184933" y="226800"/>
            <a:ext cx="5821067" cy="5943600"/>
          </a:xfrm>
          <a:solidFill>
            <a:schemeClr val="bg2"/>
          </a:solidFill>
        </p:spPr>
        <p:txBody>
          <a:bodyPr anchor="ctr"/>
          <a:lstStyle>
            <a:lvl1pPr algn="ctr">
              <a:defRPr b="0"/>
            </a:lvl1pPr>
          </a:lstStyle>
          <a:p>
            <a:r>
              <a:rPr lang="en-GB"/>
              <a:t>Click icon to add picture</a:t>
            </a:r>
          </a:p>
        </p:txBody>
      </p:sp>
      <p:sp>
        <p:nvSpPr>
          <p:cNvPr id="12" name="TextBox 11">
            <a:extLst>
              <a:ext uri="{FF2B5EF4-FFF2-40B4-BE49-F238E27FC236}">
                <a16:creationId xmlns:a16="http://schemas.microsoft.com/office/drawing/2014/main" id="{89CDBA17-0486-7615-338E-FDC04999F700}"/>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32071212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 with Image - Opt J">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3074E02-70B1-3CA3-6515-777778D1C59F}"/>
              </a:ext>
            </a:extLst>
          </p:cNvPr>
          <p:cNvPicPr>
            <a:picLocks noGrp="1" noRot="1" noChangeAspect="1" noMove="1" noResize="1" noEditPoints="1" noAdjustHandles="1" noChangeArrowheads="1" noChangeShapeType="1" noCrop="1"/>
          </p:cNvPicPr>
          <p:nvPr userDrawn="1"/>
        </p:nvPicPr>
        <p:blipFill>
          <a:blip r:embed="rId2" cstate="hqprint">
            <a:extLst>
              <a:ext uri="{28A0092B-C50C-407E-A947-70E740481C1C}">
                <a14:useLocalDpi xmlns:a14="http://schemas.microsoft.com/office/drawing/2010/main"/>
              </a:ext>
            </a:extLst>
          </a:blip>
          <a:srcRect/>
          <a:stretch/>
        </p:blipFill>
        <p:spPr>
          <a:xfrm>
            <a:off x="0" y="0"/>
            <a:ext cx="6184933" cy="6858000"/>
          </a:xfrm>
          <a:prstGeom prst="rect">
            <a:avLst/>
          </a:prstGeom>
        </p:spPr>
      </p:pic>
      <p:pic>
        <p:nvPicPr>
          <p:cNvPr id="2" name="Picture 1">
            <a:extLst>
              <a:ext uri="{FF2B5EF4-FFF2-40B4-BE49-F238E27FC236}">
                <a16:creationId xmlns:a16="http://schemas.microsoft.com/office/drawing/2014/main" id="{2F3810BB-FCA5-891D-0349-BAEE1463CA3C}"/>
              </a:ext>
            </a:extLst>
          </p:cNvPr>
          <p:cNvPicPr>
            <a:picLocks noGrp="1" noRo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rcRect t="299" b="299"/>
          <a:stretch/>
        </p:blipFill>
        <p:spPr>
          <a:xfrm>
            <a:off x="0" y="6403538"/>
            <a:ext cx="12192000" cy="454462"/>
          </a:xfrm>
          <a:prstGeom prst="rect">
            <a:avLst/>
          </a:prstGeom>
        </p:spPr>
      </p:pic>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2286000"/>
            <a:ext cx="5540401" cy="39474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7DD8F28C-E404-44CF-9F42-4614D03DA8C2}" type="slidenum">
              <a:rPr lang="en-GB" smtClean="0"/>
              <a:pPr/>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5540401"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7" name="Picture Placeholder 6">
            <a:extLst>
              <a:ext uri="{FF2B5EF4-FFF2-40B4-BE49-F238E27FC236}">
                <a16:creationId xmlns:a16="http://schemas.microsoft.com/office/drawing/2014/main" id="{17D40A1F-529E-1066-9D9A-333468BDE685}"/>
              </a:ext>
            </a:extLst>
          </p:cNvPr>
          <p:cNvSpPr>
            <a:spLocks noGrp="1" noRot="1" noMove="1" noResize="1" noEditPoints="1" noAdjustHandles="1" noChangeArrowheads="1" noChangeShapeType="1"/>
          </p:cNvSpPr>
          <p:nvPr>
            <p:ph type="pic" sz="quarter" idx="14"/>
          </p:nvPr>
        </p:nvSpPr>
        <p:spPr>
          <a:xfrm>
            <a:off x="6184933" y="0"/>
            <a:ext cx="6007068" cy="3312000"/>
          </a:xfrm>
          <a:solidFill>
            <a:schemeClr val="bg2"/>
          </a:solidFill>
        </p:spPr>
        <p:txBody>
          <a:bodyPr anchor="ctr"/>
          <a:lstStyle>
            <a:lvl1pPr algn="ctr">
              <a:defRPr b="0"/>
            </a:lvl1pPr>
          </a:lstStyle>
          <a:p>
            <a:r>
              <a:rPr lang="en-GB"/>
              <a:t>Click icon to add picture</a:t>
            </a:r>
          </a:p>
        </p:txBody>
      </p:sp>
      <p:sp>
        <p:nvSpPr>
          <p:cNvPr id="12" name="TextBox 11">
            <a:extLst>
              <a:ext uri="{FF2B5EF4-FFF2-40B4-BE49-F238E27FC236}">
                <a16:creationId xmlns:a16="http://schemas.microsoft.com/office/drawing/2014/main" id="{89CDBA17-0486-7615-338E-FDC04999F700}"/>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
        <p:nvSpPr>
          <p:cNvPr id="8" name="Table Placeholder 7">
            <a:extLst>
              <a:ext uri="{FF2B5EF4-FFF2-40B4-BE49-F238E27FC236}">
                <a16:creationId xmlns:a16="http://schemas.microsoft.com/office/drawing/2014/main" id="{29689CEE-A897-07B8-4C5E-8EF7BF02A1C8}"/>
              </a:ext>
            </a:extLst>
          </p:cNvPr>
          <p:cNvSpPr>
            <a:spLocks noGrp="1" noRot="1" noMove="1" noResize="1" noEditPoints="1" noAdjustHandles="1" noChangeArrowheads="1" noChangeShapeType="1"/>
          </p:cNvSpPr>
          <p:nvPr>
            <p:ph type="tbl" sz="quarter" idx="15"/>
          </p:nvPr>
        </p:nvSpPr>
        <p:spPr>
          <a:xfrm>
            <a:off x="6507163" y="3633788"/>
            <a:ext cx="5402262" cy="2668587"/>
          </a:xfrm>
        </p:spPr>
        <p:txBody>
          <a:bodyPr anchor="ctr"/>
          <a:lstStyle>
            <a:lvl1pPr algn="ctr">
              <a:defRPr sz="1600" b="0"/>
            </a:lvl1pPr>
          </a:lstStyle>
          <a:p>
            <a:r>
              <a:rPr lang="en-GB"/>
              <a:t>Click icon to add table</a:t>
            </a:r>
          </a:p>
        </p:txBody>
      </p:sp>
      <p:pic>
        <p:nvPicPr>
          <p:cNvPr id="16" name="Picture 15" descr="A red squares on a black background&#10;&#10;AI-generated content may be incorrect.">
            <a:extLst>
              <a:ext uri="{FF2B5EF4-FFF2-40B4-BE49-F238E27FC236}">
                <a16:creationId xmlns:a16="http://schemas.microsoft.com/office/drawing/2014/main" id="{2A64DD33-1011-CBF7-3B67-7F31EBDC8538}"/>
              </a:ext>
            </a:extLst>
          </p:cNvPr>
          <p:cNvPicPr>
            <a:picLocks noGrp="1" noRot="1" noChangeAspect="1" noMove="1" noResize="1" noEditPoints="1" noAdjustHandles="1" noChangeArrowheads="1" noChangeShapeType="1" noCrop="1"/>
          </p:cNvPicPr>
          <p:nvPr userDrawn="1"/>
        </p:nvPicPr>
        <p:blipFill>
          <a:blip r:embed="rId4" cstate="hqprint">
            <a:extLst>
              <a:ext uri="{28A0092B-C50C-407E-A947-70E740481C1C}">
                <a14:useLocalDpi xmlns:a14="http://schemas.microsoft.com/office/drawing/2010/main"/>
              </a:ext>
            </a:extLst>
          </a:blip>
          <a:srcRect/>
          <a:stretch/>
        </p:blipFill>
        <p:spPr>
          <a:xfrm>
            <a:off x="10350001" y="0"/>
            <a:ext cx="1842000" cy="2233493"/>
          </a:xfrm>
          <a:prstGeom prst="rect">
            <a:avLst/>
          </a:prstGeom>
        </p:spPr>
      </p:pic>
    </p:spTree>
    <p:extLst>
      <p:ext uri="{BB962C8B-B14F-4D97-AF65-F5344CB8AC3E}">
        <p14:creationId xmlns:p14="http://schemas.microsoft.com/office/powerpoint/2010/main" val="5849408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ntent - Opt A">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4C94A21-B5FA-1E2A-4070-F138A27D5694}"/>
              </a:ext>
            </a:extLst>
          </p:cNvPr>
          <p:cNvPicPr>
            <a:picLocks noGrp="1" noRot="1" noChangeAspect="1" noMove="1" noResize="1" noEditPoints="1" noAdjustHandles="1" noChangeArrowheads="1" noChangeShapeType="1" noCrop="1"/>
          </p:cNvPicPr>
          <p:nvPr userDrawn="1"/>
        </p:nvPicPr>
        <p:blipFill>
          <a:blip r:embed="rId2" cstate="hqprint">
            <a:extLst>
              <a:ext uri="{28A0092B-C50C-407E-A947-70E740481C1C}">
                <a14:useLocalDpi xmlns:a14="http://schemas.microsoft.com/office/drawing/2010/main"/>
              </a:ext>
            </a:extLst>
          </a:blip>
          <a:srcRect/>
          <a:stretch/>
        </p:blipFill>
        <p:spPr>
          <a:xfrm>
            <a:off x="0" y="0"/>
            <a:ext cx="12192000" cy="1291541"/>
          </a:xfrm>
          <a:prstGeom prst="rect">
            <a:avLst/>
          </a:prstGeom>
        </p:spPr>
      </p:pic>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1598474"/>
            <a:ext cx="5165303" cy="457849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2" name="Content Placeholder 2">
            <a:extLst>
              <a:ext uri="{FF2B5EF4-FFF2-40B4-BE49-F238E27FC236}">
                <a16:creationId xmlns:a16="http://schemas.microsoft.com/office/drawing/2014/main" id="{A3C17EC0-5DA5-39BD-2988-7BAABE735E81}"/>
              </a:ext>
            </a:extLst>
          </p:cNvPr>
          <p:cNvSpPr>
            <a:spLocks noGrp="1" noRot="1" noMove="1" noResize="1" noEditPoints="1" noAdjustHandles="1" noChangeArrowheads="1" noChangeShapeType="1"/>
          </p:cNvSpPr>
          <p:nvPr>
            <p:ph idx="14"/>
          </p:nvPr>
        </p:nvSpPr>
        <p:spPr>
          <a:xfrm>
            <a:off x="6232799" y="1602288"/>
            <a:ext cx="5165303" cy="457849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7010329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2 Content - Gradiient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2268000"/>
            <a:ext cx="5165303" cy="39096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2" name="Content Placeholder 2">
            <a:extLst>
              <a:ext uri="{FF2B5EF4-FFF2-40B4-BE49-F238E27FC236}">
                <a16:creationId xmlns:a16="http://schemas.microsoft.com/office/drawing/2014/main" id="{A3C17EC0-5DA5-39BD-2988-7BAABE735E81}"/>
              </a:ext>
            </a:extLst>
          </p:cNvPr>
          <p:cNvSpPr>
            <a:spLocks noGrp="1" noRot="1" noMove="1" noResize="1" noEditPoints="1" noAdjustHandles="1" noChangeArrowheads="1" noChangeShapeType="1"/>
          </p:cNvSpPr>
          <p:nvPr>
            <p:ph idx="14"/>
          </p:nvPr>
        </p:nvSpPr>
        <p:spPr>
          <a:xfrm>
            <a:off x="6232799" y="2268000"/>
            <a:ext cx="5165303" cy="39096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Box 7">
            <a:extLst>
              <a:ext uri="{FF2B5EF4-FFF2-40B4-BE49-F238E27FC236}">
                <a16:creationId xmlns:a16="http://schemas.microsoft.com/office/drawing/2014/main" id="{A875B0CA-37B2-20B4-8506-4204C34B8F23}"/>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11231841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ent  with Quote - Gradiient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8" name="Text Placeholder 13">
            <a:extLst>
              <a:ext uri="{FF2B5EF4-FFF2-40B4-BE49-F238E27FC236}">
                <a16:creationId xmlns:a16="http://schemas.microsoft.com/office/drawing/2014/main" id="{474B354A-79BC-22C7-E860-047839447980}"/>
              </a:ext>
            </a:extLst>
          </p:cNvPr>
          <p:cNvSpPr>
            <a:spLocks noGrp="1" noRot="1" noMove="1" noResize="1" noEditPoints="1" noAdjustHandles="1" noChangeArrowheads="1" noChangeShapeType="1"/>
          </p:cNvSpPr>
          <p:nvPr>
            <p:ph type="body" sz="quarter" idx="28"/>
          </p:nvPr>
        </p:nvSpPr>
        <p:spPr>
          <a:xfrm>
            <a:off x="9383551" y="2963493"/>
            <a:ext cx="2394000" cy="1286307"/>
          </a:xfrm>
        </p:spPr>
        <p:txBody>
          <a:bodyPr/>
          <a:lstStyle>
            <a:lvl1pPr marL="0" indent="0" algn="l">
              <a:lnSpc>
                <a:spcPts val="2100"/>
              </a:lnSpc>
              <a:spcAft>
                <a:spcPts val="0"/>
              </a:spcAft>
              <a:buFont typeface="Arial" panose="020B0604020202020204" pitchFamily="34" charset="0"/>
              <a:buNone/>
              <a:defRPr sz="1600" b="0">
                <a:solidFill>
                  <a:schemeClr val="bg1"/>
                </a:solidFill>
                <a:latin typeface="+mn-lt"/>
              </a:defRPr>
            </a:lvl1pPr>
            <a:lvl2pPr marL="0" indent="0" algn="l">
              <a:lnSpc>
                <a:spcPts val="2100"/>
              </a:lnSpc>
              <a:spcAft>
                <a:spcPts val="0"/>
              </a:spcAft>
              <a:buNone/>
              <a:defRPr sz="1600" b="0">
                <a:solidFill>
                  <a:schemeClr val="bg1"/>
                </a:solidFill>
                <a:latin typeface="+mn-lt"/>
              </a:defRPr>
            </a:lvl2pPr>
          </a:lstStyle>
          <a:p>
            <a:pPr lvl="0"/>
            <a:r>
              <a:rPr lang="en-GB"/>
              <a:t>Click to edit Master text styles</a:t>
            </a:r>
          </a:p>
          <a:p>
            <a:pPr lvl="1"/>
            <a:r>
              <a:rPr lang="en-GB"/>
              <a:t>Second level</a:t>
            </a:r>
          </a:p>
        </p:txBody>
      </p:sp>
      <p:pic>
        <p:nvPicPr>
          <p:cNvPr id="11" name="Picture 10">
            <a:extLst>
              <a:ext uri="{FF2B5EF4-FFF2-40B4-BE49-F238E27FC236}">
                <a16:creationId xmlns:a16="http://schemas.microsoft.com/office/drawing/2014/main" id="{D2B03C8D-6AC5-05CA-5137-EBFA094644A4}"/>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rcRect/>
          <a:stretch/>
        </p:blipFill>
        <p:spPr>
          <a:xfrm>
            <a:off x="9037200" y="2650309"/>
            <a:ext cx="896400" cy="896400"/>
          </a:xfrm>
          <a:prstGeom prst="rect">
            <a:avLst/>
          </a:prstGeom>
        </p:spPr>
      </p:pic>
      <p:pic>
        <p:nvPicPr>
          <p:cNvPr id="12" name="Picture 11">
            <a:extLst>
              <a:ext uri="{FF2B5EF4-FFF2-40B4-BE49-F238E27FC236}">
                <a16:creationId xmlns:a16="http://schemas.microsoft.com/office/drawing/2014/main" id="{8CF3FAB1-B2B7-0D92-0204-2128E935836B}"/>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rcRect/>
          <a:stretch/>
        </p:blipFill>
        <p:spPr>
          <a:xfrm>
            <a:off x="10825702" y="3465364"/>
            <a:ext cx="896400" cy="896400"/>
          </a:xfrm>
          <a:prstGeom prst="rect">
            <a:avLst/>
          </a:prstGeom>
        </p:spPr>
      </p:pic>
      <p:sp>
        <p:nvSpPr>
          <p:cNvPr id="2" name="Content Placeholder 2">
            <a:extLst>
              <a:ext uri="{FF2B5EF4-FFF2-40B4-BE49-F238E27FC236}">
                <a16:creationId xmlns:a16="http://schemas.microsoft.com/office/drawing/2014/main" id="{4A78C925-9FD1-F7DE-8D92-F690B6CF2B92}"/>
              </a:ext>
            </a:extLst>
          </p:cNvPr>
          <p:cNvSpPr>
            <a:spLocks noGrp="1" noRot="1" noMove="1" noResize="1" noEditPoints="1" noAdjustHandles="1" noChangeArrowheads="1" noChangeShapeType="1"/>
          </p:cNvSpPr>
          <p:nvPr>
            <p:ph idx="1"/>
          </p:nvPr>
        </p:nvSpPr>
        <p:spPr>
          <a:xfrm>
            <a:off x="418799" y="2268000"/>
            <a:ext cx="5677200" cy="39096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 name="TextBox 2">
            <a:extLst>
              <a:ext uri="{FF2B5EF4-FFF2-40B4-BE49-F238E27FC236}">
                <a16:creationId xmlns:a16="http://schemas.microsoft.com/office/drawing/2014/main" id="{0456DD46-1F56-FDD4-2CF8-0A154CB84E26}"/>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29971211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 Content  with Image - Gradiient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C8AA4E81-A0FF-3150-D5E3-A6F8B2D0088B}"/>
              </a:ext>
            </a:extLst>
          </p:cNvPr>
          <p:cNvSpPr>
            <a:spLocks noGrp="1" noRot="1" noMove="1" noResize="1" noEditPoints="1" noAdjustHandles="1" noChangeArrowheads="1" noChangeShapeType="1"/>
          </p:cNvSpPr>
          <p:nvPr userDrawn="1"/>
        </p:nvSpPr>
        <p:spPr>
          <a:xfrm>
            <a:off x="6647804" y="1591386"/>
            <a:ext cx="4810633" cy="4572000"/>
          </a:xfrm>
          <a:prstGeom prst="roundRect">
            <a:avLst>
              <a:gd name="adj" fmla="val 368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799" y="2268000"/>
            <a:ext cx="5677200" cy="39096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11" name="Picture Placeholder 10">
            <a:extLst>
              <a:ext uri="{FF2B5EF4-FFF2-40B4-BE49-F238E27FC236}">
                <a16:creationId xmlns:a16="http://schemas.microsoft.com/office/drawing/2014/main" id="{ECFC7DC7-9DCB-F468-BF4A-D0B71A60B52A}"/>
              </a:ext>
            </a:extLst>
          </p:cNvPr>
          <p:cNvSpPr>
            <a:spLocks noGrp="1" noRot="1" noMove="1" noResize="1" noEditPoints="1" noAdjustHandles="1" noChangeArrowheads="1" noChangeShapeType="1"/>
          </p:cNvSpPr>
          <p:nvPr>
            <p:ph type="pic" sz="quarter" idx="14"/>
          </p:nvPr>
        </p:nvSpPr>
        <p:spPr>
          <a:xfrm>
            <a:off x="7464000" y="2197799"/>
            <a:ext cx="3283200" cy="3283201"/>
          </a:xfrm>
        </p:spPr>
        <p:txBody>
          <a:bodyPr anchor="ctr"/>
          <a:lstStyle>
            <a:lvl1pPr algn="ctr">
              <a:defRPr sz="2400" b="0"/>
            </a:lvl1pPr>
          </a:lstStyle>
          <a:p>
            <a:r>
              <a:rPr lang="en-GB"/>
              <a:t>Click icon to add picture</a:t>
            </a:r>
          </a:p>
        </p:txBody>
      </p:sp>
      <p:sp>
        <p:nvSpPr>
          <p:cNvPr id="2" name="TextBox 1">
            <a:extLst>
              <a:ext uri="{FF2B5EF4-FFF2-40B4-BE49-F238E27FC236}">
                <a16:creationId xmlns:a16="http://schemas.microsoft.com/office/drawing/2014/main" id="{EBDABD6E-395E-38B8-2795-F1F52C33D798}"/>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28300008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 Content  with Image - Gradiient Opt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418800" y="2266200"/>
            <a:ext cx="5677200" cy="391076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11" name="Picture Placeholder 10">
            <a:extLst>
              <a:ext uri="{FF2B5EF4-FFF2-40B4-BE49-F238E27FC236}">
                <a16:creationId xmlns:a16="http://schemas.microsoft.com/office/drawing/2014/main" id="{ECFC7DC7-9DCB-F468-BF4A-D0B71A60B52A}"/>
              </a:ext>
            </a:extLst>
          </p:cNvPr>
          <p:cNvSpPr>
            <a:spLocks noGrp="1" noRot="1" noMove="1" noResize="1" noEditPoints="1" noAdjustHandles="1" noChangeArrowheads="1" noChangeShapeType="1"/>
          </p:cNvSpPr>
          <p:nvPr>
            <p:ph type="pic" sz="quarter" idx="14"/>
          </p:nvPr>
        </p:nvSpPr>
        <p:spPr>
          <a:xfrm>
            <a:off x="7874400" y="1943099"/>
            <a:ext cx="3146400" cy="3127502"/>
          </a:xfrm>
        </p:spPr>
        <p:txBody>
          <a:bodyPr anchor="ctr"/>
          <a:lstStyle>
            <a:lvl1pPr algn="ctr">
              <a:defRPr sz="2400" b="0">
                <a:solidFill>
                  <a:schemeClr val="bg1"/>
                </a:solidFill>
              </a:defRPr>
            </a:lvl1pPr>
          </a:lstStyle>
          <a:p>
            <a:r>
              <a:rPr lang="en-GB"/>
              <a:t>Click icon to add picture</a:t>
            </a:r>
          </a:p>
        </p:txBody>
      </p:sp>
      <p:sp>
        <p:nvSpPr>
          <p:cNvPr id="2" name="TextBox 1">
            <a:extLst>
              <a:ext uri="{FF2B5EF4-FFF2-40B4-BE49-F238E27FC236}">
                <a16:creationId xmlns:a16="http://schemas.microsoft.com/office/drawing/2014/main" id="{B05DDA9B-F355-8440-F4AC-F944F01D8553}"/>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2130944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2 Content with Image - Gradiient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Picture 12" descr="A black background with white lines&#10;&#10;AI-generated content may be incorrect.">
            <a:extLst>
              <a:ext uri="{FF2B5EF4-FFF2-40B4-BE49-F238E27FC236}">
                <a16:creationId xmlns:a16="http://schemas.microsoft.com/office/drawing/2014/main" id="{15E216DE-030A-37F4-1C50-23C34F0F4991}"/>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a:ext>
            </a:extLst>
          </a:blip>
          <a:stretch>
            <a:fillRect/>
          </a:stretch>
        </p:blipFill>
        <p:spPr>
          <a:xfrm>
            <a:off x="414000" y="2318400"/>
            <a:ext cx="1701887" cy="1701887"/>
          </a:xfrm>
          <a:prstGeom prst="rect">
            <a:avLst/>
          </a:prstGeom>
        </p:spPr>
      </p:pic>
      <p:sp>
        <p:nvSpPr>
          <p:cNvPr id="3" name="Content Placeholder 2">
            <a:extLst>
              <a:ext uri="{FF2B5EF4-FFF2-40B4-BE49-F238E27FC236}">
                <a16:creationId xmlns:a16="http://schemas.microsoft.com/office/drawing/2014/main" id="{0D038C43-B78A-8B8F-387B-66B238390239}"/>
              </a:ext>
            </a:extLst>
          </p:cNvPr>
          <p:cNvSpPr>
            <a:spLocks noGrp="1" noRot="1" noMove="1" noResize="1" noEditPoints="1" noAdjustHandles="1" noChangeArrowheads="1" noChangeShapeType="1"/>
          </p:cNvSpPr>
          <p:nvPr>
            <p:ph idx="1"/>
          </p:nvPr>
        </p:nvSpPr>
        <p:spPr>
          <a:xfrm>
            <a:off x="2757376" y="2266200"/>
            <a:ext cx="4167963" cy="391076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2" name="Content Placeholder 2">
            <a:extLst>
              <a:ext uri="{FF2B5EF4-FFF2-40B4-BE49-F238E27FC236}">
                <a16:creationId xmlns:a16="http://schemas.microsoft.com/office/drawing/2014/main" id="{A3C17EC0-5DA5-39BD-2988-7BAABE735E81}"/>
              </a:ext>
            </a:extLst>
          </p:cNvPr>
          <p:cNvSpPr>
            <a:spLocks noGrp="1" noRot="1" noMove="1" noResize="1" noEditPoints="1" noAdjustHandles="1" noChangeArrowheads="1" noChangeShapeType="1"/>
          </p:cNvSpPr>
          <p:nvPr>
            <p:ph idx="14"/>
          </p:nvPr>
        </p:nvSpPr>
        <p:spPr>
          <a:xfrm>
            <a:off x="7180521" y="2270014"/>
            <a:ext cx="4217581" cy="391076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Picture Placeholder 14">
            <a:extLst>
              <a:ext uri="{FF2B5EF4-FFF2-40B4-BE49-F238E27FC236}">
                <a16:creationId xmlns:a16="http://schemas.microsoft.com/office/drawing/2014/main" id="{A8E2275F-C3D4-708D-7122-75C4BFFC0CBC}"/>
              </a:ext>
            </a:extLst>
          </p:cNvPr>
          <p:cNvSpPr>
            <a:spLocks noGrp="1" noRot="1" noMove="1" noResize="1" noEditPoints="1" noAdjustHandles="1" noChangeArrowheads="1" noChangeShapeType="1"/>
          </p:cNvSpPr>
          <p:nvPr>
            <p:ph type="pic" sz="quarter" idx="15"/>
          </p:nvPr>
        </p:nvSpPr>
        <p:spPr>
          <a:xfrm>
            <a:off x="557154" y="2443336"/>
            <a:ext cx="1414800" cy="1416024"/>
          </a:xfrm>
          <a:prstGeom prst="ellipse">
            <a:avLst/>
          </a:prstGeom>
          <a:solidFill>
            <a:schemeClr val="bg1"/>
          </a:solidFill>
        </p:spPr>
        <p:txBody>
          <a:bodyPr anchor="ctr"/>
          <a:lstStyle>
            <a:lvl1pPr algn="ctr">
              <a:defRPr>
                <a:solidFill>
                  <a:schemeClr val="bg1"/>
                </a:solidFill>
              </a:defRPr>
            </a:lvl1pPr>
          </a:lstStyle>
          <a:p>
            <a:r>
              <a:rPr lang="en-GB"/>
              <a:t>Click icon to add picture</a:t>
            </a:r>
          </a:p>
        </p:txBody>
      </p:sp>
      <p:sp>
        <p:nvSpPr>
          <p:cNvPr id="8" name="TextBox 7">
            <a:extLst>
              <a:ext uri="{FF2B5EF4-FFF2-40B4-BE49-F238E27FC236}">
                <a16:creationId xmlns:a16="http://schemas.microsoft.com/office/drawing/2014/main" id="{F599EBFF-A0DA-17F8-9C4F-74A45355B39B}"/>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217695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14 Images - Gradiient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15" name="Picture Placeholder 14">
            <a:extLst>
              <a:ext uri="{FF2B5EF4-FFF2-40B4-BE49-F238E27FC236}">
                <a16:creationId xmlns:a16="http://schemas.microsoft.com/office/drawing/2014/main" id="{A8E2275F-C3D4-708D-7122-75C4BFFC0CBC}"/>
              </a:ext>
            </a:extLst>
          </p:cNvPr>
          <p:cNvSpPr>
            <a:spLocks noGrp="1" noRot="1" noMove="1" noResize="1" noEditPoints="1" noAdjustHandles="1" noChangeArrowheads="1" noChangeShapeType="1"/>
          </p:cNvSpPr>
          <p:nvPr>
            <p:ph type="pic" sz="quarter" idx="15"/>
          </p:nvPr>
        </p:nvSpPr>
        <p:spPr>
          <a:xfrm>
            <a:off x="520073" y="17100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14" name="Text Placeholder 13">
            <a:extLst>
              <a:ext uri="{FF2B5EF4-FFF2-40B4-BE49-F238E27FC236}">
                <a16:creationId xmlns:a16="http://schemas.microsoft.com/office/drawing/2014/main" id="{FDBC8FB7-64AD-D6FB-69F3-89DC59C01AB3}"/>
              </a:ext>
            </a:extLst>
          </p:cNvPr>
          <p:cNvSpPr>
            <a:spLocks noGrp="1" noRot="1" noMove="1" noResize="1" noEditPoints="1" noAdjustHandles="1" noChangeArrowheads="1" noChangeShapeType="1"/>
          </p:cNvSpPr>
          <p:nvPr>
            <p:ph type="body" sz="quarter" idx="16"/>
          </p:nvPr>
        </p:nvSpPr>
        <p:spPr>
          <a:xfrm>
            <a:off x="282000" y="30887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16" name="Picture Placeholder 14">
            <a:extLst>
              <a:ext uri="{FF2B5EF4-FFF2-40B4-BE49-F238E27FC236}">
                <a16:creationId xmlns:a16="http://schemas.microsoft.com/office/drawing/2014/main" id="{042E351A-26CC-7DB1-CDFC-850424C9453F}"/>
              </a:ext>
            </a:extLst>
          </p:cNvPr>
          <p:cNvSpPr>
            <a:spLocks noGrp="1" noRot="1" noMove="1" noResize="1" noEditPoints="1" noAdjustHandles="1" noChangeArrowheads="1" noChangeShapeType="1"/>
          </p:cNvSpPr>
          <p:nvPr>
            <p:ph type="pic" sz="quarter" idx="17"/>
          </p:nvPr>
        </p:nvSpPr>
        <p:spPr>
          <a:xfrm>
            <a:off x="2197200" y="17100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17" name="Text Placeholder 13">
            <a:extLst>
              <a:ext uri="{FF2B5EF4-FFF2-40B4-BE49-F238E27FC236}">
                <a16:creationId xmlns:a16="http://schemas.microsoft.com/office/drawing/2014/main" id="{DE11978B-5BB0-82B8-5832-4C56F5630B37}"/>
              </a:ext>
            </a:extLst>
          </p:cNvPr>
          <p:cNvSpPr>
            <a:spLocks noGrp="1" noRot="1" noMove="1" noResize="1" noEditPoints="1" noAdjustHandles="1" noChangeArrowheads="1" noChangeShapeType="1"/>
          </p:cNvSpPr>
          <p:nvPr>
            <p:ph type="body" sz="quarter" idx="18"/>
          </p:nvPr>
        </p:nvSpPr>
        <p:spPr>
          <a:xfrm>
            <a:off x="1969200" y="30887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18" name="Picture Placeholder 14">
            <a:extLst>
              <a:ext uri="{FF2B5EF4-FFF2-40B4-BE49-F238E27FC236}">
                <a16:creationId xmlns:a16="http://schemas.microsoft.com/office/drawing/2014/main" id="{AFDFAA9B-FBA1-8DA4-D067-FF6863673E9C}"/>
              </a:ext>
            </a:extLst>
          </p:cNvPr>
          <p:cNvSpPr>
            <a:spLocks noGrp="1" noRot="1" noMove="1" noResize="1" noEditPoints="1" noAdjustHandles="1" noChangeArrowheads="1" noChangeShapeType="1"/>
          </p:cNvSpPr>
          <p:nvPr>
            <p:ph type="pic" sz="quarter" idx="19"/>
          </p:nvPr>
        </p:nvSpPr>
        <p:spPr>
          <a:xfrm>
            <a:off x="3858828" y="17100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19" name="Text Placeholder 13">
            <a:extLst>
              <a:ext uri="{FF2B5EF4-FFF2-40B4-BE49-F238E27FC236}">
                <a16:creationId xmlns:a16="http://schemas.microsoft.com/office/drawing/2014/main" id="{94E12F77-7D24-8E22-4786-98848A62EE93}"/>
              </a:ext>
            </a:extLst>
          </p:cNvPr>
          <p:cNvSpPr>
            <a:spLocks noGrp="1" noRot="1" noMove="1" noResize="1" noEditPoints="1" noAdjustHandles="1" noChangeArrowheads="1" noChangeShapeType="1"/>
          </p:cNvSpPr>
          <p:nvPr>
            <p:ph type="body" sz="quarter" idx="20"/>
          </p:nvPr>
        </p:nvSpPr>
        <p:spPr>
          <a:xfrm>
            <a:off x="3656400" y="30887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20" name="Picture Placeholder 14">
            <a:extLst>
              <a:ext uri="{FF2B5EF4-FFF2-40B4-BE49-F238E27FC236}">
                <a16:creationId xmlns:a16="http://schemas.microsoft.com/office/drawing/2014/main" id="{E1457648-22A2-8FC8-DE66-942D28815FE5}"/>
              </a:ext>
            </a:extLst>
          </p:cNvPr>
          <p:cNvSpPr>
            <a:spLocks noGrp="1" noRot="1" noMove="1" noResize="1" noEditPoints="1" noAdjustHandles="1" noChangeArrowheads="1" noChangeShapeType="1"/>
          </p:cNvSpPr>
          <p:nvPr>
            <p:ph type="pic" sz="quarter" idx="21"/>
          </p:nvPr>
        </p:nvSpPr>
        <p:spPr>
          <a:xfrm>
            <a:off x="5535955" y="17100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21" name="Text Placeholder 13">
            <a:extLst>
              <a:ext uri="{FF2B5EF4-FFF2-40B4-BE49-F238E27FC236}">
                <a16:creationId xmlns:a16="http://schemas.microsoft.com/office/drawing/2014/main" id="{70076243-D04D-8935-7637-4E71CEFE5ADA}"/>
              </a:ext>
            </a:extLst>
          </p:cNvPr>
          <p:cNvSpPr>
            <a:spLocks noGrp="1" noRot="1" noMove="1" noResize="1" noEditPoints="1" noAdjustHandles="1" noChangeArrowheads="1" noChangeShapeType="1"/>
          </p:cNvSpPr>
          <p:nvPr>
            <p:ph type="body" sz="quarter" idx="22"/>
          </p:nvPr>
        </p:nvSpPr>
        <p:spPr>
          <a:xfrm>
            <a:off x="5343600" y="30887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22" name="Picture Placeholder 14">
            <a:extLst>
              <a:ext uri="{FF2B5EF4-FFF2-40B4-BE49-F238E27FC236}">
                <a16:creationId xmlns:a16="http://schemas.microsoft.com/office/drawing/2014/main" id="{E3BD577D-2698-FE13-5DD1-054E3034E5A4}"/>
              </a:ext>
            </a:extLst>
          </p:cNvPr>
          <p:cNvSpPr>
            <a:spLocks noGrp="1" noRot="1" noMove="1" noResize="1" noEditPoints="1" noAdjustHandles="1" noChangeArrowheads="1" noChangeShapeType="1"/>
          </p:cNvSpPr>
          <p:nvPr>
            <p:ph type="pic" sz="quarter" idx="23"/>
          </p:nvPr>
        </p:nvSpPr>
        <p:spPr>
          <a:xfrm>
            <a:off x="7213082" y="17100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23" name="Text Placeholder 13">
            <a:extLst>
              <a:ext uri="{FF2B5EF4-FFF2-40B4-BE49-F238E27FC236}">
                <a16:creationId xmlns:a16="http://schemas.microsoft.com/office/drawing/2014/main" id="{F771129F-096A-B16F-D048-DA6D4824FCD0}"/>
              </a:ext>
            </a:extLst>
          </p:cNvPr>
          <p:cNvSpPr>
            <a:spLocks noGrp="1" noRot="1" noMove="1" noResize="1" noEditPoints="1" noAdjustHandles="1" noChangeArrowheads="1" noChangeShapeType="1"/>
          </p:cNvSpPr>
          <p:nvPr>
            <p:ph type="body" sz="quarter" idx="24"/>
          </p:nvPr>
        </p:nvSpPr>
        <p:spPr>
          <a:xfrm>
            <a:off x="7030800" y="30887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24" name="Picture Placeholder 14">
            <a:extLst>
              <a:ext uri="{FF2B5EF4-FFF2-40B4-BE49-F238E27FC236}">
                <a16:creationId xmlns:a16="http://schemas.microsoft.com/office/drawing/2014/main" id="{972023EF-AAF8-690B-3E39-F5C6120DA07B}"/>
              </a:ext>
            </a:extLst>
          </p:cNvPr>
          <p:cNvSpPr>
            <a:spLocks noGrp="1" noRot="1" noMove="1" noResize="1" noEditPoints="1" noAdjustHandles="1" noChangeArrowheads="1" noChangeShapeType="1"/>
          </p:cNvSpPr>
          <p:nvPr>
            <p:ph type="pic" sz="quarter" idx="25"/>
          </p:nvPr>
        </p:nvSpPr>
        <p:spPr>
          <a:xfrm>
            <a:off x="8890209" y="17100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25" name="Text Placeholder 13">
            <a:extLst>
              <a:ext uri="{FF2B5EF4-FFF2-40B4-BE49-F238E27FC236}">
                <a16:creationId xmlns:a16="http://schemas.microsoft.com/office/drawing/2014/main" id="{DC58A7A8-4E63-7FD5-D63A-A0619C01E8A8}"/>
              </a:ext>
            </a:extLst>
          </p:cNvPr>
          <p:cNvSpPr>
            <a:spLocks noGrp="1" noRot="1" noMove="1" noResize="1" noEditPoints="1" noAdjustHandles="1" noChangeArrowheads="1" noChangeShapeType="1"/>
          </p:cNvSpPr>
          <p:nvPr>
            <p:ph type="body" sz="quarter" idx="26"/>
          </p:nvPr>
        </p:nvSpPr>
        <p:spPr>
          <a:xfrm>
            <a:off x="8718000" y="30887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26" name="Picture Placeholder 14">
            <a:extLst>
              <a:ext uri="{FF2B5EF4-FFF2-40B4-BE49-F238E27FC236}">
                <a16:creationId xmlns:a16="http://schemas.microsoft.com/office/drawing/2014/main" id="{78517B79-A1BF-85BD-F7FF-6FD603C6CD87}"/>
              </a:ext>
            </a:extLst>
          </p:cNvPr>
          <p:cNvSpPr>
            <a:spLocks noGrp="1" noRot="1" noMove="1" noResize="1" noEditPoints="1" noAdjustHandles="1" noChangeArrowheads="1" noChangeShapeType="1"/>
          </p:cNvSpPr>
          <p:nvPr>
            <p:ph type="pic" sz="quarter" idx="27"/>
          </p:nvPr>
        </p:nvSpPr>
        <p:spPr>
          <a:xfrm>
            <a:off x="10588800" y="17100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27" name="Text Placeholder 13">
            <a:extLst>
              <a:ext uri="{FF2B5EF4-FFF2-40B4-BE49-F238E27FC236}">
                <a16:creationId xmlns:a16="http://schemas.microsoft.com/office/drawing/2014/main" id="{5D8089F9-0096-BAA9-3FFA-C66BD5770BB5}"/>
              </a:ext>
            </a:extLst>
          </p:cNvPr>
          <p:cNvSpPr>
            <a:spLocks noGrp="1" noRot="1" noMove="1" noResize="1" noEditPoints="1" noAdjustHandles="1" noChangeArrowheads="1" noChangeShapeType="1"/>
          </p:cNvSpPr>
          <p:nvPr>
            <p:ph type="body" sz="quarter" idx="28"/>
          </p:nvPr>
        </p:nvSpPr>
        <p:spPr>
          <a:xfrm>
            <a:off x="10405200" y="30887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30" name="Picture Placeholder 14">
            <a:extLst>
              <a:ext uri="{FF2B5EF4-FFF2-40B4-BE49-F238E27FC236}">
                <a16:creationId xmlns:a16="http://schemas.microsoft.com/office/drawing/2014/main" id="{EA8CE1D1-5E8D-2AD4-0578-D2F697E2EAAB}"/>
              </a:ext>
            </a:extLst>
          </p:cNvPr>
          <p:cNvSpPr>
            <a:spLocks noGrp="1" noRot="1" noMove="1" noResize="1" noEditPoints="1" noAdjustHandles="1" noChangeArrowheads="1" noChangeShapeType="1"/>
          </p:cNvSpPr>
          <p:nvPr>
            <p:ph type="pic" sz="quarter" idx="29"/>
          </p:nvPr>
        </p:nvSpPr>
        <p:spPr>
          <a:xfrm>
            <a:off x="520073" y="39078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31" name="Text Placeholder 13">
            <a:extLst>
              <a:ext uri="{FF2B5EF4-FFF2-40B4-BE49-F238E27FC236}">
                <a16:creationId xmlns:a16="http://schemas.microsoft.com/office/drawing/2014/main" id="{DD3DDD48-5087-575E-3A94-1A98113312E0}"/>
              </a:ext>
            </a:extLst>
          </p:cNvPr>
          <p:cNvSpPr>
            <a:spLocks noGrp="1" noRot="1" noMove="1" noResize="1" noEditPoints="1" noAdjustHandles="1" noChangeArrowheads="1" noChangeShapeType="1"/>
          </p:cNvSpPr>
          <p:nvPr>
            <p:ph type="body" sz="quarter" idx="30"/>
          </p:nvPr>
        </p:nvSpPr>
        <p:spPr>
          <a:xfrm>
            <a:off x="282000" y="52865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32" name="Picture Placeholder 14">
            <a:extLst>
              <a:ext uri="{FF2B5EF4-FFF2-40B4-BE49-F238E27FC236}">
                <a16:creationId xmlns:a16="http://schemas.microsoft.com/office/drawing/2014/main" id="{EEC05DC6-AD3E-CCF9-7BB6-F1F99D7F1F3E}"/>
              </a:ext>
            </a:extLst>
          </p:cNvPr>
          <p:cNvSpPr>
            <a:spLocks noGrp="1" noRot="1" noMove="1" noResize="1" noEditPoints="1" noAdjustHandles="1" noChangeArrowheads="1" noChangeShapeType="1"/>
          </p:cNvSpPr>
          <p:nvPr>
            <p:ph type="pic" sz="quarter" idx="31"/>
          </p:nvPr>
        </p:nvSpPr>
        <p:spPr>
          <a:xfrm>
            <a:off x="2197200" y="39078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33" name="Text Placeholder 13">
            <a:extLst>
              <a:ext uri="{FF2B5EF4-FFF2-40B4-BE49-F238E27FC236}">
                <a16:creationId xmlns:a16="http://schemas.microsoft.com/office/drawing/2014/main" id="{6E7B04BD-195A-1690-3B46-D1674F0AAFF9}"/>
              </a:ext>
            </a:extLst>
          </p:cNvPr>
          <p:cNvSpPr>
            <a:spLocks noGrp="1" noRot="1" noMove="1" noResize="1" noEditPoints="1" noAdjustHandles="1" noChangeArrowheads="1" noChangeShapeType="1"/>
          </p:cNvSpPr>
          <p:nvPr>
            <p:ph type="body" sz="quarter" idx="32"/>
          </p:nvPr>
        </p:nvSpPr>
        <p:spPr>
          <a:xfrm>
            <a:off x="1969200" y="52865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34" name="Picture Placeholder 14">
            <a:extLst>
              <a:ext uri="{FF2B5EF4-FFF2-40B4-BE49-F238E27FC236}">
                <a16:creationId xmlns:a16="http://schemas.microsoft.com/office/drawing/2014/main" id="{0FDA8781-B429-9B26-8364-1B1AF480D204}"/>
              </a:ext>
            </a:extLst>
          </p:cNvPr>
          <p:cNvSpPr>
            <a:spLocks noGrp="1" noRot="1" noMove="1" noResize="1" noEditPoints="1" noAdjustHandles="1" noChangeArrowheads="1" noChangeShapeType="1"/>
          </p:cNvSpPr>
          <p:nvPr>
            <p:ph type="pic" sz="quarter" idx="33"/>
          </p:nvPr>
        </p:nvSpPr>
        <p:spPr>
          <a:xfrm>
            <a:off x="3858828" y="39078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35" name="Text Placeholder 13">
            <a:extLst>
              <a:ext uri="{FF2B5EF4-FFF2-40B4-BE49-F238E27FC236}">
                <a16:creationId xmlns:a16="http://schemas.microsoft.com/office/drawing/2014/main" id="{06EBFD4D-39D1-8A76-776F-4C6E741CD1D7}"/>
              </a:ext>
            </a:extLst>
          </p:cNvPr>
          <p:cNvSpPr>
            <a:spLocks noGrp="1" noRot="1" noMove="1" noResize="1" noEditPoints="1" noAdjustHandles="1" noChangeArrowheads="1" noChangeShapeType="1"/>
          </p:cNvSpPr>
          <p:nvPr>
            <p:ph type="body" sz="quarter" idx="34"/>
          </p:nvPr>
        </p:nvSpPr>
        <p:spPr>
          <a:xfrm>
            <a:off x="3656400" y="52865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36" name="Picture Placeholder 14">
            <a:extLst>
              <a:ext uri="{FF2B5EF4-FFF2-40B4-BE49-F238E27FC236}">
                <a16:creationId xmlns:a16="http://schemas.microsoft.com/office/drawing/2014/main" id="{088C3C4A-4EFC-624B-152E-29E7384FD420}"/>
              </a:ext>
            </a:extLst>
          </p:cNvPr>
          <p:cNvSpPr>
            <a:spLocks noGrp="1" noRot="1" noMove="1" noResize="1" noEditPoints="1" noAdjustHandles="1" noChangeArrowheads="1" noChangeShapeType="1"/>
          </p:cNvSpPr>
          <p:nvPr>
            <p:ph type="pic" sz="quarter" idx="35"/>
          </p:nvPr>
        </p:nvSpPr>
        <p:spPr>
          <a:xfrm>
            <a:off x="5535955" y="39078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37" name="Text Placeholder 13">
            <a:extLst>
              <a:ext uri="{FF2B5EF4-FFF2-40B4-BE49-F238E27FC236}">
                <a16:creationId xmlns:a16="http://schemas.microsoft.com/office/drawing/2014/main" id="{1119007F-9B9C-69B4-5DFD-0D4C92559D37}"/>
              </a:ext>
            </a:extLst>
          </p:cNvPr>
          <p:cNvSpPr>
            <a:spLocks noGrp="1" noRot="1" noMove="1" noResize="1" noEditPoints="1" noAdjustHandles="1" noChangeArrowheads="1" noChangeShapeType="1"/>
          </p:cNvSpPr>
          <p:nvPr>
            <p:ph type="body" sz="quarter" idx="36"/>
          </p:nvPr>
        </p:nvSpPr>
        <p:spPr>
          <a:xfrm>
            <a:off x="5343600" y="52865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38" name="Picture Placeholder 14">
            <a:extLst>
              <a:ext uri="{FF2B5EF4-FFF2-40B4-BE49-F238E27FC236}">
                <a16:creationId xmlns:a16="http://schemas.microsoft.com/office/drawing/2014/main" id="{5FAA1CFE-2A65-9CDA-7168-855F89F60601}"/>
              </a:ext>
            </a:extLst>
          </p:cNvPr>
          <p:cNvSpPr>
            <a:spLocks noGrp="1" noRot="1" noMove="1" noResize="1" noEditPoints="1" noAdjustHandles="1" noChangeArrowheads="1" noChangeShapeType="1"/>
          </p:cNvSpPr>
          <p:nvPr>
            <p:ph type="pic" sz="quarter" idx="37"/>
          </p:nvPr>
        </p:nvSpPr>
        <p:spPr>
          <a:xfrm>
            <a:off x="7213082" y="39078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39" name="Text Placeholder 13">
            <a:extLst>
              <a:ext uri="{FF2B5EF4-FFF2-40B4-BE49-F238E27FC236}">
                <a16:creationId xmlns:a16="http://schemas.microsoft.com/office/drawing/2014/main" id="{B2BDF186-6100-7EEE-D8AC-E1CD00635342}"/>
              </a:ext>
            </a:extLst>
          </p:cNvPr>
          <p:cNvSpPr>
            <a:spLocks noGrp="1" noRot="1" noMove="1" noResize="1" noEditPoints="1" noAdjustHandles="1" noChangeArrowheads="1" noChangeShapeType="1"/>
          </p:cNvSpPr>
          <p:nvPr>
            <p:ph type="body" sz="quarter" idx="38"/>
          </p:nvPr>
        </p:nvSpPr>
        <p:spPr>
          <a:xfrm>
            <a:off x="7030800" y="52865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40" name="Picture Placeholder 14">
            <a:extLst>
              <a:ext uri="{FF2B5EF4-FFF2-40B4-BE49-F238E27FC236}">
                <a16:creationId xmlns:a16="http://schemas.microsoft.com/office/drawing/2014/main" id="{5EC525BF-B79E-2BBC-0C2D-B9F5145C430F}"/>
              </a:ext>
            </a:extLst>
          </p:cNvPr>
          <p:cNvSpPr>
            <a:spLocks noGrp="1" noRot="1" noMove="1" noResize="1" noEditPoints="1" noAdjustHandles="1" noChangeArrowheads="1" noChangeShapeType="1"/>
          </p:cNvSpPr>
          <p:nvPr>
            <p:ph type="pic" sz="quarter" idx="39"/>
          </p:nvPr>
        </p:nvSpPr>
        <p:spPr>
          <a:xfrm>
            <a:off x="8890209" y="39078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41" name="Text Placeholder 13">
            <a:extLst>
              <a:ext uri="{FF2B5EF4-FFF2-40B4-BE49-F238E27FC236}">
                <a16:creationId xmlns:a16="http://schemas.microsoft.com/office/drawing/2014/main" id="{0F608E7D-DD48-694B-8FCB-66B9D7960907}"/>
              </a:ext>
            </a:extLst>
          </p:cNvPr>
          <p:cNvSpPr>
            <a:spLocks noGrp="1" noRot="1" noMove="1" noResize="1" noEditPoints="1" noAdjustHandles="1" noChangeArrowheads="1" noChangeShapeType="1"/>
          </p:cNvSpPr>
          <p:nvPr>
            <p:ph type="body" sz="quarter" idx="40"/>
          </p:nvPr>
        </p:nvSpPr>
        <p:spPr>
          <a:xfrm>
            <a:off x="8718000" y="52865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sp>
        <p:nvSpPr>
          <p:cNvPr id="42" name="Picture Placeholder 14">
            <a:extLst>
              <a:ext uri="{FF2B5EF4-FFF2-40B4-BE49-F238E27FC236}">
                <a16:creationId xmlns:a16="http://schemas.microsoft.com/office/drawing/2014/main" id="{5EC96C43-7C3E-06CC-2D72-13C28BE4EDB1}"/>
              </a:ext>
            </a:extLst>
          </p:cNvPr>
          <p:cNvSpPr>
            <a:spLocks noGrp="1" noRot="1" noMove="1" noResize="1" noEditPoints="1" noAdjustHandles="1" noChangeArrowheads="1" noChangeShapeType="1"/>
          </p:cNvSpPr>
          <p:nvPr>
            <p:ph type="pic" sz="quarter" idx="41"/>
          </p:nvPr>
        </p:nvSpPr>
        <p:spPr>
          <a:xfrm>
            <a:off x="10588800" y="3907800"/>
            <a:ext cx="1116000" cy="1116000"/>
          </a:xfrm>
          <a:prstGeom prst="ellipse">
            <a:avLst/>
          </a:prstGeom>
          <a:solidFill>
            <a:schemeClr val="bg1"/>
          </a:solidFill>
          <a:ln>
            <a:noFill/>
          </a:ln>
        </p:spPr>
        <p:txBody>
          <a:bodyPr anchor="ctr"/>
          <a:lstStyle>
            <a:lvl1pPr algn="ctr">
              <a:defRPr sz="1600" b="0">
                <a:solidFill>
                  <a:schemeClr val="tx2"/>
                </a:solidFill>
              </a:defRPr>
            </a:lvl1pPr>
          </a:lstStyle>
          <a:p>
            <a:r>
              <a:rPr lang="en-GB"/>
              <a:t>Click icon to add picture</a:t>
            </a:r>
          </a:p>
        </p:txBody>
      </p:sp>
      <p:sp>
        <p:nvSpPr>
          <p:cNvPr id="43" name="Text Placeholder 13">
            <a:extLst>
              <a:ext uri="{FF2B5EF4-FFF2-40B4-BE49-F238E27FC236}">
                <a16:creationId xmlns:a16="http://schemas.microsoft.com/office/drawing/2014/main" id="{924355BA-C068-4A63-51A0-00DB0D8614DE}"/>
              </a:ext>
            </a:extLst>
          </p:cNvPr>
          <p:cNvSpPr>
            <a:spLocks noGrp="1" noRot="1" noMove="1" noResize="1" noEditPoints="1" noAdjustHandles="1" noChangeArrowheads="1" noChangeShapeType="1"/>
          </p:cNvSpPr>
          <p:nvPr>
            <p:ph type="body" sz="quarter" idx="42"/>
          </p:nvPr>
        </p:nvSpPr>
        <p:spPr>
          <a:xfrm>
            <a:off x="10405200" y="5286599"/>
            <a:ext cx="1620000" cy="648000"/>
          </a:xfrm>
        </p:spPr>
        <p:txBody>
          <a:bodyPr/>
          <a:lstStyle>
            <a:lvl1pPr marL="0" indent="0" algn="ctr">
              <a:lnSpc>
                <a:spcPts val="1400"/>
              </a:lnSpc>
              <a:spcAft>
                <a:spcPts val="0"/>
              </a:spcAft>
              <a:buFont typeface="Arial" panose="020B0604020202020204" pitchFamily="34" charset="0"/>
              <a:buNone/>
              <a:defRPr sz="1200" b="1">
                <a:solidFill>
                  <a:schemeClr val="bg1"/>
                </a:solidFill>
                <a:latin typeface="+mj-lt"/>
              </a:defRPr>
            </a:lvl1pPr>
            <a:lvl2pPr marL="0" indent="0" algn="ctr">
              <a:lnSpc>
                <a:spcPts val="1400"/>
              </a:lnSpc>
              <a:spcAft>
                <a:spcPts val="0"/>
              </a:spcAft>
              <a:buNone/>
              <a:defRPr sz="1000">
                <a:solidFill>
                  <a:schemeClr val="bg1"/>
                </a:solidFill>
              </a:defRPr>
            </a:lvl2pPr>
          </a:lstStyle>
          <a:p>
            <a:pPr lvl="0"/>
            <a:r>
              <a:rPr lang="en-GB"/>
              <a:t>Click to edit Master text styles</a:t>
            </a:r>
          </a:p>
          <a:p>
            <a:pPr lvl="1"/>
            <a:r>
              <a:rPr lang="en-GB"/>
              <a:t>Second level</a:t>
            </a:r>
          </a:p>
        </p:txBody>
      </p:sp>
      <p:pic>
        <p:nvPicPr>
          <p:cNvPr id="49" name="Picture 48" descr="A white curved corner on a black background&#10;&#10;AI-generated content may be incorrect.">
            <a:extLst>
              <a:ext uri="{FF2B5EF4-FFF2-40B4-BE49-F238E27FC236}">
                <a16:creationId xmlns:a16="http://schemas.microsoft.com/office/drawing/2014/main" id="{77809AFD-A277-AB94-7B9F-ADD02F72109C}"/>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247417" y="1413004"/>
            <a:ext cx="833630" cy="845822"/>
          </a:xfrm>
          <a:prstGeom prst="rect">
            <a:avLst/>
          </a:prstGeom>
        </p:spPr>
      </p:pic>
      <p:pic>
        <p:nvPicPr>
          <p:cNvPr id="50" name="Picture 49" descr="A white curved corner on a black background&#10;&#10;AI-generated content may be incorrect.">
            <a:extLst>
              <a:ext uri="{FF2B5EF4-FFF2-40B4-BE49-F238E27FC236}">
                <a16:creationId xmlns:a16="http://schemas.microsoft.com/office/drawing/2014/main" id="{F9A7795A-4418-D727-FD90-CD33BE6B5E8E}"/>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rot="10800000">
            <a:off x="11140964" y="5127446"/>
            <a:ext cx="833630" cy="845822"/>
          </a:xfrm>
          <a:prstGeom prst="rect">
            <a:avLst/>
          </a:prstGeom>
        </p:spPr>
      </p:pic>
      <p:sp>
        <p:nvSpPr>
          <p:cNvPr id="2" name="TextBox 1">
            <a:extLst>
              <a:ext uri="{FF2B5EF4-FFF2-40B4-BE49-F238E27FC236}">
                <a16:creationId xmlns:a16="http://schemas.microsoft.com/office/drawing/2014/main" id="{130C697C-8373-0E7E-4BBC-D80863ED6975}"/>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23993134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8  Text Boxes - Gradiient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975F1CC-BFBE-E888-A040-E314EC678175}"/>
              </a:ext>
            </a:extLst>
          </p:cNvPr>
          <p:cNvGrpSpPr>
            <a:grpSpLocks noGrp="1" noUngrp="1" noRot="1" noMove="1" noResize="1"/>
          </p:cNvGrpSpPr>
          <p:nvPr userDrawn="1"/>
        </p:nvGrpSpPr>
        <p:grpSpPr>
          <a:xfrm>
            <a:off x="409083" y="1378800"/>
            <a:ext cx="2022529" cy="2066765"/>
            <a:chOff x="409083" y="1376999"/>
            <a:chExt cx="2022529" cy="2066765"/>
          </a:xfrm>
        </p:grpSpPr>
        <p:sp>
          <p:nvSpPr>
            <p:cNvPr id="11" name="Rectangle: Rounded Corners 10">
              <a:extLst>
                <a:ext uri="{FF2B5EF4-FFF2-40B4-BE49-F238E27FC236}">
                  <a16:creationId xmlns:a16="http://schemas.microsoft.com/office/drawing/2014/main" id="{F284C750-D5C4-4064-8568-4F415BC17E90}"/>
                </a:ext>
              </a:extLst>
            </p:cNvPr>
            <p:cNvSpPr>
              <a:spLocks noGrp="1" noRot="1" noMove="1" noResize="1" noEditPoints="1" noAdjustHandles="1" noChangeArrowheads="1" noChangeShapeType="1"/>
            </p:cNvSpPr>
            <p:nvPr userDrawn="1"/>
          </p:nvSpPr>
          <p:spPr>
            <a:xfrm>
              <a:off x="409083" y="1820655"/>
              <a:ext cx="2022529" cy="1620733"/>
            </a:xfrm>
            <a:custGeom>
              <a:avLst/>
              <a:gdLst>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0 w 2022270"/>
                <a:gd name="connsiteY8" fmla="*/ 53085 h 2066765"/>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259 w 2022270"/>
                <a:gd name="connsiteY8" fmla="*/ 454178 h 2066765"/>
                <a:gd name="connsiteX9" fmla="*/ 0 w 2022270"/>
                <a:gd name="connsiteY9" fmla="*/ 53085 h 2066765"/>
                <a:gd name="connsiteX0" fmla="*/ 0 w 2022529"/>
                <a:gd name="connsiteY0" fmla="*/ 53085 h 2066765"/>
                <a:gd name="connsiteX1" fmla="*/ 53085 w 2022529"/>
                <a:gd name="connsiteY1" fmla="*/ 0 h 2066765"/>
                <a:gd name="connsiteX2" fmla="*/ 1969185 w 2022529"/>
                <a:gd name="connsiteY2" fmla="*/ 0 h 2066765"/>
                <a:gd name="connsiteX3" fmla="*/ 2022270 w 2022529"/>
                <a:gd name="connsiteY3" fmla="*/ 53085 h 2066765"/>
                <a:gd name="connsiteX4" fmla="*/ 2022529 w 2022529"/>
                <a:gd name="connsiteY4" fmla="*/ 446032 h 2066765"/>
                <a:gd name="connsiteX5" fmla="*/ 2022270 w 2022529"/>
                <a:gd name="connsiteY5" fmla="*/ 2013680 h 2066765"/>
                <a:gd name="connsiteX6" fmla="*/ 1969185 w 2022529"/>
                <a:gd name="connsiteY6" fmla="*/ 2066765 h 2066765"/>
                <a:gd name="connsiteX7" fmla="*/ 53085 w 2022529"/>
                <a:gd name="connsiteY7" fmla="*/ 2066765 h 2066765"/>
                <a:gd name="connsiteX8" fmla="*/ 0 w 2022529"/>
                <a:gd name="connsiteY8" fmla="*/ 2013680 h 2066765"/>
                <a:gd name="connsiteX9" fmla="*/ 259 w 2022529"/>
                <a:gd name="connsiteY9" fmla="*/ 454178 h 2066765"/>
                <a:gd name="connsiteX10" fmla="*/ 0 w 2022529"/>
                <a:gd name="connsiteY10" fmla="*/ 53085 h 2066765"/>
                <a:gd name="connsiteX0" fmla="*/ 0 w 2128011"/>
                <a:gd name="connsiteY0" fmla="*/ 53085 h 2066765"/>
                <a:gd name="connsiteX1" fmla="*/ 53085 w 2128011"/>
                <a:gd name="connsiteY1" fmla="*/ 0 h 2066765"/>
                <a:gd name="connsiteX2" fmla="*/ 1969185 w 2128011"/>
                <a:gd name="connsiteY2" fmla="*/ 0 h 2066765"/>
                <a:gd name="connsiteX3" fmla="*/ 2022529 w 2128011"/>
                <a:gd name="connsiteY3" fmla="*/ 446032 h 2066765"/>
                <a:gd name="connsiteX4" fmla="*/ 2022270 w 2128011"/>
                <a:gd name="connsiteY4" fmla="*/ 2013680 h 2066765"/>
                <a:gd name="connsiteX5" fmla="*/ 1969185 w 2128011"/>
                <a:gd name="connsiteY5" fmla="*/ 2066765 h 2066765"/>
                <a:gd name="connsiteX6" fmla="*/ 53085 w 2128011"/>
                <a:gd name="connsiteY6" fmla="*/ 2066765 h 2066765"/>
                <a:gd name="connsiteX7" fmla="*/ 0 w 2128011"/>
                <a:gd name="connsiteY7" fmla="*/ 2013680 h 2066765"/>
                <a:gd name="connsiteX8" fmla="*/ 259 w 2128011"/>
                <a:gd name="connsiteY8" fmla="*/ 454178 h 2066765"/>
                <a:gd name="connsiteX9" fmla="*/ 0 w 2128011"/>
                <a:gd name="connsiteY9" fmla="*/ 53085 h 2066765"/>
                <a:gd name="connsiteX0" fmla="*/ 0 w 2022529"/>
                <a:gd name="connsiteY0" fmla="*/ 53085 h 2066765"/>
                <a:gd name="connsiteX1" fmla="*/ 53085 w 2022529"/>
                <a:gd name="connsiteY1" fmla="*/ 0 h 2066765"/>
                <a:gd name="connsiteX2" fmla="*/ 2022529 w 2022529"/>
                <a:gd name="connsiteY2" fmla="*/ 446032 h 2066765"/>
                <a:gd name="connsiteX3" fmla="*/ 2022270 w 2022529"/>
                <a:gd name="connsiteY3" fmla="*/ 2013680 h 2066765"/>
                <a:gd name="connsiteX4" fmla="*/ 1969185 w 2022529"/>
                <a:gd name="connsiteY4" fmla="*/ 2066765 h 2066765"/>
                <a:gd name="connsiteX5" fmla="*/ 53085 w 2022529"/>
                <a:gd name="connsiteY5" fmla="*/ 2066765 h 2066765"/>
                <a:gd name="connsiteX6" fmla="*/ 0 w 2022529"/>
                <a:gd name="connsiteY6" fmla="*/ 2013680 h 2066765"/>
                <a:gd name="connsiteX7" fmla="*/ 259 w 2022529"/>
                <a:gd name="connsiteY7" fmla="*/ 454178 h 2066765"/>
                <a:gd name="connsiteX8" fmla="*/ 0 w 2022529"/>
                <a:gd name="connsiteY8" fmla="*/ 53085 h 2066765"/>
                <a:gd name="connsiteX0" fmla="*/ 0 w 2022529"/>
                <a:gd name="connsiteY0" fmla="*/ 20 h 2013700"/>
                <a:gd name="connsiteX1" fmla="*/ 2022529 w 2022529"/>
                <a:gd name="connsiteY1" fmla="*/ 392967 h 2013700"/>
                <a:gd name="connsiteX2" fmla="*/ 2022270 w 2022529"/>
                <a:gd name="connsiteY2" fmla="*/ 1960615 h 2013700"/>
                <a:gd name="connsiteX3" fmla="*/ 1969185 w 2022529"/>
                <a:gd name="connsiteY3" fmla="*/ 2013700 h 2013700"/>
                <a:gd name="connsiteX4" fmla="*/ 53085 w 2022529"/>
                <a:gd name="connsiteY4" fmla="*/ 2013700 h 2013700"/>
                <a:gd name="connsiteX5" fmla="*/ 0 w 2022529"/>
                <a:gd name="connsiteY5" fmla="*/ 1960615 h 2013700"/>
                <a:gd name="connsiteX6" fmla="*/ 259 w 2022529"/>
                <a:gd name="connsiteY6" fmla="*/ 401113 h 2013700"/>
                <a:gd name="connsiteX7" fmla="*/ 0 w 2022529"/>
                <a:gd name="connsiteY7" fmla="*/ 20 h 2013700"/>
                <a:gd name="connsiteX0" fmla="*/ 259 w 2022529"/>
                <a:gd name="connsiteY0" fmla="*/ 199561 h 1812148"/>
                <a:gd name="connsiteX1" fmla="*/ 2022529 w 2022529"/>
                <a:gd name="connsiteY1" fmla="*/ 191415 h 1812148"/>
                <a:gd name="connsiteX2" fmla="*/ 2022270 w 2022529"/>
                <a:gd name="connsiteY2" fmla="*/ 1759063 h 1812148"/>
                <a:gd name="connsiteX3" fmla="*/ 1969185 w 2022529"/>
                <a:gd name="connsiteY3" fmla="*/ 1812148 h 1812148"/>
                <a:gd name="connsiteX4" fmla="*/ 53085 w 2022529"/>
                <a:gd name="connsiteY4" fmla="*/ 1812148 h 1812148"/>
                <a:gd name="connsiteX5" fmla="*/ 0 w 2022529"/>
                <a:gd name="connsiteY5" fmla="*/ 1759063 h 1812148"/>
                <a:gd name="connsiteX6" fmla="*/ 259 w 2022529"/>
                <a:gd name="connsiteY6" fmla="*/ 199561 h 1812148"/>
                <a:gd name="connsiteX0" fmla="*/ 259 w 2022529"/>
                <a:gd name="connsiteY0" fmla="*/ 121720 h 1734307"/>
                <a:gd name="connsiteX1" fmla="*/ 2022529 w 2022529"/>
                <a:gd name="connsiteY1" fmla="*/ 113574 h 1734307"/>
                <a:gd name="connsiteX2" fmla="*/ 2022270 w 2022529"/>
                <a:gd name="connsiteY2" fmla="*/ 1681222 h 1734307"/>
                <a:gd name="connsiteX3" fmla="*/ 1969185 w 2022529"/>
                <a:gd name="connsiteY3" fmla="*/ 1734307 h 1734307"/>
                <a:gd name="connsiteX4" fmla="*/ 53085 w 2022529"/>
                <a:gd name="connsiteY4" fmla="*/ 1734307 h 1734307"/>
                <a:gd name="connsiteX5" fmla="*/ 0 w 2022529"/>
                <a:gd name="connsiteY5" fmla="*/ 1681222 h 1734307"/>
                <a:gd name="connsiteX6" fmla="*/ 259 w 2022529"/>
                <a:gd name="connsiteY6" fmla="*/ 121720 h 1734307"/>
                <a:gd name="connsiteX0" fmla="*/ 259 w 2022529"/>
                <a:gd name="connsiteY0" fmla="*/ 8146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146 h 1620733"/>
                <a:gd name="connsiteX0" fmla="*/ 259 w 2022529"/>
                <a:gd name="connsiteY0" fmla="*/ 842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42 h 1620733"/>
                <a:gd name="connsiteX0" fmla="*/ 259 w 2022529"/>
                <a:gd name="connsiteY0" fmla="*/ 0 h 1626241"/>
                <a:gd name="connsiteX1" fmla="*/ 2022529 w 2022529"/>
                <a:gd name="connsiteY1" fmla="*/ 5508 h 1626241"/>
                <a:gd name="connsiteX2" fmla="*/ 2022270 w 2022529"/>
                <a:gd name="connsiteY2" fmla="*/ 1573156 h 1626241"/>
                <a:gd name="connsiteX3" fmla="*/ 1969185 w 2022529"/>
                <a:gd name="connsiteY3" fmla="*/ 1626241 h 1626241"/>
                <a:gd name="connsiteX4" fmla="*/ 53085 w 2022529"/>
                <a:gd name="connsiteY4" fmla="*/ 1626241 h 1626241"/>
                <a:gd name="connsiteX5" fmla="*/ 0 w 2022529"/>
                <a:gd name="connsiteY5" fmla="*/ 1573156 h 1626241"/>
                <a:gd name="connsiteX6" fmla="*/ 259 w 2022529"/>
                <a:gd name="connsiteY6" fmla="*/ 0 h 1626241"/>
                <a:gd name="connsiteX0" fmla="*/ 259 w 2022529"/>
                <a:gd name="connsiteY0" fmla="*/ 1900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1900 h 1620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2529" h="1620733">
                  <a:moveTo>
                    <a:pt x="259" y="1900"/>
                  </a:moveTo>
                  <a:lnTo>
                    <a:pt x="2022529" y="0"/>
                  </a:lnTo>
                  <a:cubicBezTo>
                    <a:pt x="2022443" y="522549"/>
                    <a:pt x="2022356" y="1045099"/>
                    <a:pt x="2022270" y="1567648"/>
                  </a:cubicBezTo>
                  <a:cubicBezTo>
                    <a:pt x="2022270" y="1596966"/>
                    <a:pt x="1998503" y="1620733"/>
                    <a:pt x="1969185" y="1620733"/>
                  </a:cubicBezTo>
                  <a:lnTo>
                    <a:pt x="53085" y="1620733"/>
                  </a:lnTo>
                  <a:cubicBezTo>
                    <a:pt x="23767" y="1620733"/>
                    <a:pt x="0" y="1596966"/>
                    <a:pt x="0" y="1567648"/>
                  </a:cubicBezTo>
                  <a:cubicBezTo>
                    <a:pt x="86" y="1047814"/>
                    <a:pt x="173" y="521734"/>
                    <a:pt x="259" y="1900"/>
                  </a:cubicBezTo>
                  <a:close/>
                </a:path>
              </a:pathLst>
            </a:cu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D021EDE5-BDF3-A8DA-A61E-E68904C02B7F}"/>
                </a:ext>
              </a:extLst>
            </p:cNvPr>
            <p:cNvSpPr>
              <a:spLocks noGrp="1" noRot="1" noMove="1" noResize="1" noEditPoints="1" noAdjustHandles="1" noChangeArrowheads="1" noChangeShapeType="1"/>
            </p:cNvSpPr>
            <p:nvPr userDrawn="1"/>
          </p:nvSpPr>
          <p:spPr>
            <a:xfrm>
              <a:off x="409342" y="1376999"/>
              <a:ext cx="2022270" cy="2066765"/>
            </a:xfrm>
            <a:prstGeom prst="roundRect">
              <a:avLst>
                <a:gd name="adj" fmla="val 2625"/>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14" name="Text Placeholder 13">
            <a:extLst>
              <a:ext uri="{FF2B5EF4-FFF2-40B4-BE49-F238E27FC236}">
                <a16:creationId xmlns:a16="http://schemas.microsoft.com/office/drawing/2014/main" id="{FDBC8FB7-64AD-D6FB-69F3-89DC59C01AB3}"/>
              </a:ext>
            </a:extLst>
          </p:cNvPr>
          <p:cNvSpPr>
            <a:spLocks noGrp="1" noRot="1" noMove="1" noResize="1" noEditPoints="1" noAdjustHandles="1" noChangeArrowheads="1" noChangeShapeType="1"/>
          </p:cNvSpPr>
          <p:nvPr>
            <p:ph type="body" sz="quarter" idx="16" hasCustomPrompt="1"/>
          </p:nvPr>
        </p:nvSpPr>
        <p:spPr>
          <a:xfrm>
            <a:off x="507600" y="1432800"/>
            <a:ext cx="1895305" cy="354356"/>
          </a:xfrm>
        </p:spPr>
        <p:txBody>
          <a:bodyPr/>
          <a:lstStyle>
            <a:lvl1pPr marL="0" indent="0" algn="l">
              <a:lnSpc>
                <a:spcPts val="1920"/>
              </a:lnSpc>
              <a:spcAft>
                <a:spcPts val="0"/>
              </a:spcAft>
              <a:buFont typeface="Arial" panose="020B0604020202020204" pitchFamily="34" charset="0"/>
              <a:buNone/>
              <a:defRPr sz="1600" b="1">
                <a:solidFill>
                  <a:schemeClr val="bg1"/>
                </a:solidFill>
                <a:latin typeface="+mj-lt"/>
              </a:defRPr>
            </a:lvl1pPr>
            <a:lvl2pPr marL="0" indent="0" algn="l">
              <a:lnSpc>
                <a:spcPts val="1400"/>
              </a:lnSpc>
              <a:buNone/>
              <a:defRPr sz="1000">
                <a:solidFill>
                  <a:schemeClr val="accent1"/>
                </a:solidFill>
              </a:defRPr>
            </a:lvl2pPr>
          </a:lstStyle>
          <a:p>
            <a:pPr lvl="0"/>
            <a:r>
              <a:rPr lang="en-US"/>
              <a:t>Click to add heading</a:t>
            </a:r>
          </a:p>
        </p:txBody>
      </p:sp>
      <p:sp>
        <p:nvSpPr>
          <p:cNvPr id="17" name="Text Placeholder 13">
            <a:extLst>
              <a:ext uri="{FF2B5EF4-FFF2-40B4-BE49-F238E27FC236}">
                <a16:creationId xmlns:a16="http://schemas.microsoft.com/office/drawing/2014/main" id="{DE11978B-5BB0-82B8-5832-4C56F5630B37}"/>
              </a:ext>
            </a:extLst>
          </p:cNvPr>
          <p:cNvSpPr>
            <a:spLocks noGrp="1" noRot="1" noMove="1" noResize="1" noEditPoints="1" noAdjustHandles="1" noChangeArrowheads="1" noChangeShapeType="1"/>
          </p:cNvSpPr>
          <p:nvPr>
            <p:ph type="body" sz="quarter" idx="18"/>
          </p:nvPr>
        </p:nvSpPr>
        <p:spPr>
          <a:xfrm>
            <a:off x="507600" y="1936800"/>
            <a:ext cx="1895305" cy="1492265"/>
          </a:xfrm>
        </p:spPr>
        <p:txBody>
          <a:bodyPr/>
          <a:lstStyle>
            <a:lvl1pPr marL="0" indent="0" algn="l">
              <a:lnSpc>
                <a:spcPts val="1400"/>
              </a:lnSpc>
              <a:spcAft>
                <a:spcPts val="0"/>
              </a:spcAft>
              <a:buFont typeface="Arial" panose="020B0604020202020204" pitchFamily="34" charset="0"/>
              <a:buNone/>
              <a:defRPr sz="1200" b="0">
                <a:solidFill>
                  <a:schemeClr val="tx2"/>
                </a:solidFill>
                <a:latin typeface="+mn-lt"/>
              </a:defRPr>
            </a:lvl1pPr>
            <a:lvl2pPr marL="0" indent="0" algn="l">
              <a:lnSpc>
                <a:spcPts val="1400"/>
              </a:lnSpc>
              <a:spcAft>
                <a:spcPts val="0"/>
              </a:spcAft>
              <a:buNone/>
              <a:defRPr sz="1000" b="0">
                <a:solidFill>
                  <a:schemeClr val="tx2"/>
                </a:solidFill>
                <a:latin typeface="+mn-lt"/>
              </a:defRPr>
            </a:lvl2pPr>
          </a:lstStyle>
          <a:p>
            <a:pPr lvl="0"/>
            <a:r>
              <a:rPr lang="en-GB"/>
              <a:t>Click to edit Master text styles</a:t>
            </a:r>
          </a:p>
          <a:p>
            <a:pPr lvl="1"/>
            <a:r>
              <a:rPr lang="en-GB"/>
              <a:t>Second level</a:t>
            </a:r>
          </a:p>
        </p:txBody>
      </p:sp>
      <p:sp>
        <p:nvSpPr>
          <p:cNvPr id="27" name="Text Placeholder 13">
            <a:extLst>
              <a:ext uri="{FF2B5EF4-FFF2-40B4-BE49-F238E27FC236}">
                <a16:creationId xmlns:a16="http://schemas.microsoft.com/office/drawing/2014/main" id="{5D8089F9-0096-BAA9-3FFA-C66BD5770BB5}"/>
              </a:ext>
            </a:extLst>
          </p:cNvPr>
          <p:cNvSpPr>
            <a:spLocks noGrp="1" noRot="1" noMove="1" noResize="1" noEditPoints="1" noAdjustHandles="1" noChangeArrowheads="1" noChangeShapeType="1"/>
          </p:cNvSpPr>
          <p:nvPr>
            <p:ph type="body" sz="quarter" idx="28"/>
          </p:nvPr>
        </p:nvSpPr>
        <p:spPr>
          <a:xfrm>
            <a:off x="10068645" y="3246504"/>
            <a:ext cx="1708906" cy="1550496"/>
          </a:xfrm>
        </p:spPr>
        <p:txBody>
          <a:bodyPr/>
          <a:lstStyle>
            <a:lvl1pPr marL="0" indent="0" algn="l">
              <a:lnSpc>
                <a:spcPts val="2100"/>
              </a:lnSpc>
              <a:spcAft>
                <a:spcPts val="0"/>
              </a:spcAft>
              <a:buFont typeface="Arial" panose="020B0604020202020204" pitchFamily="34" charset="0"/>
              <a:buNone/>
              <a:defRPr sz="1600" b="0">
                <a:solidFill>
                  <a:schemeClr val="bg1"/>
                </a:solidFill>
                <a:latin typeface="+mn-lt"/>
              </a:defRPr>
            </a:lvl1pPr>
            <a:lvl2pPr marL="0" indent="0" algn="l">
              <a:lnSpc>
                <a:spcPts val="2100"/>
              </a:lnSpc>
              <a:spcAft>
                <a:spcPts val="0"/>
              </a:spcAft>
              <a:buNone/>
              <a:defRPr sz="1600" b="0">
                <a:solidFill>
                  <a:schemeClr val="bg1"/>
                </a:solidFill>
                <a:latin typeface="+mn-lt"/>
              </a:defRPr>
            </a:lvl2pPr>
          </a:lstStyle>
          <a:p>
            <a:pPr lvl="0"/>
            <a:r>
              <a:rPr lang="en-GB"/>
              <a:t>Click to edit Master text styles</a:t>
            </a:r>
          </a:p>
          <a:p>
            <a:pPr lvl="1"/>
            <a:r>
              <a:rPr lang="en-GB"/>
              <a:t>Second level</a:t>
            </a:r>
          </a:p>
        </p:txBody>
      </p:sp>
      <p:grpSp>
        <p:nvGrpSpPr>
          <p:cNvPr id="13" name="Group 12">
            <a:extLst>
              <a:ext uri="{FF2B5EF4-FFF2-40B4-BE49-F238E27FC236}">
                <a16:creationId xmlns:a16="http://schemas.microsoft.com/office/drawing/2014/main" id="{C8A3A4B3-C5CE-126C-5CA4-15B3271876F0}"/>
              </a:ext>
            </a:extLst>
          </p:cNvPr>
          <p:cNvGrpSpPr>
            <a:grpSpLocks noGrp="1" noUngrp="1" noRot="1" noMove="1" noResize="1"/>
          </p:cNvGrpSpPr>
          <p:nvPr userDrawn="1"/>
        </p:nvGrpSpPr>
        <p:grpSpPr>
          <a:xfrm>
            <a:off x="2764302" y="1378800"/>
            <a:ext cx="2022529" cy="2066765"/>
            <a:chOff x="409083" y="1376999"/>
            <a:chExt cx="2022529" cy="2066765"/>
          </a:xfrm>
        </p:grpSpPr>
        <p:sp>
          <p:nvSpPr>
            <p:cNvPr id="28" name="Rectangle: Rounded Corners 10">
              <a:extLst>
                <a:ext uri="{FF2B5EF4-FFF2-40B4-BE49-F238E27FC236}">
                  <a16:creationId xmlns:a16="http://schemas.microsoft.com/office/drawing/2014/main" id="{37372F0E-CAA4-E8AC-0F64-A7238F1FD9F9}"/>
                </a:ext>
              </a:extLst>
            </p:cNvPr>
            <p:cNvSpPr>
              <a:spLocks noGrp="1" noRot="1" noMove="1" noResize="1" noEditPoints="1" noAdjustHandles="1" noChangeArrowheads="1" noChangeShapeType="1"/>
            </p:cNvSpPr>
            <p:nvPr userDrawn="1"/>
          </p:nvSpPr>
          <p:spPr>
            <a:xfrm>
              <a:off x="409083" y="1820655"/>
              <a:ext cx="2022529" cy="1620733"/>
            </a:xfrm>
            <a:custGeom>
              <a:avLst/>
              <a:gdLst>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0 w 2022270"/>
                <a:gd name="connsiteY8" fmla="*/ 53085 h 2066765"/>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259 w 2022270"/>
                <a:gd name="connsiteY8" fmla="*/ 454178 h 2066765"/>
                <a:gd name="connsiteX9" fmla="*/ 0 w 2022270"/>
                <a:gd name="connsiteY9" fmla="*/ 53085 h 2066765"/>
                <a:gd name="connsiteX0" fmla="*/ 0 w 2022529"/>
                <a:gd name="connsiteY0" fmla="*/ 53085 h 2066765"/>
                <a:gd name="connsiteX1" fmla="*/ 53085 w 2022529"/>
                <a:gd name="connsiteY1" fmla="*/ 0 h 2066765"/>
                <a:gd name="connsiteX2" fmla="*/ 1969185 w 2022529"/>
                <a:gd name="connsiteY2" fmla="*/ 0 h 2066765"/>
                <a:gd name="connsiteX3" fmla="*/ 2022270 w 2022529"/>
                <a:gd name="connsiteY3" fmla="*/ 53085 h 2066765"/>
                <a:gd name="connsiteX4" fmla="*/ 2022529 w 2022529"/>
                <a:gd name="connsiteY4" fmla="*/ 446032 h 2066765"/>
                <a:gd name="connsiteX5" fmla="*/ 2022270 w 2022529"/>
                <a:gd name="connsiteY5" fmla="*/ 2013680 h 2066765"/>
                <a:gd name="connsiteX6" fmla="*/ 1969185 w 2022529"/>
                <a:gd name="connsiteY6" fmla="*/ 2066765 h 2066765"/>
                <a:gd name="connsiteX7" fmla="*/ 53085 w 2022529"/>
                <a:gd name="connsiteY7" fmla="*/ 2066765 h 2066765"/>
                <a:gd name="connsiteX8" fmla="*/ 0 w 2022529"/>
                <a:gd name="connsiteY8" fmla="*/ 2013680 h 2066765"/>
                <a:gd name="connsiteX9" fmla="*/ 259 w 2022529"/>
                <a:gd name="connsiteY9" fmla="*/ 454178 h 2066765"/>
                <a:gd name="connsiteX10" fmla="*/ 0 w 2022529"/>
                <a:gd name="connsiteY10" fmla="*/ 53085 h 2066765"/>
                <a:gd name="connsiteX0" fmla="*/ 0 w 2128011"/>
                <a:gd name="connsiteY0" fmla="*/ 53085 h 2066765"/>
                <a:gd name="connsiteX1" fmla="*/ 53085 w 2128011"/>
                <a:gd name="connsiteY1" fmla="*/ 0 h 2066765"/>
                <a:gd name="connsiteX2" fmla="*/ 1969185 w 2128011"/>
                <a:gd name="connsiteY2" fmla="*/ 0 h 2066765"/>
                <a:gd name="connsiteX3" fmla="*/ 2022529 w 2128011"/>
                <a:gd name="connsiteY3" fmla="*/ 446032 h 2066765"/>
                <a:gd name="connsiteX4" fmla="*/ 2022270 w 2128011"/>
                <a:gd name="connsiteY4" fmla="*/ 2013680 h 2066765"/>
                <a:gd name="connsiteX5" fmla="*/ 1969185 w 2128011"/>
                <a:gd name="connsiteY5" fmla="*/ 2066765 h 2066765"/>
                <a:gd name="connsiteX6" fmla="*/ 53085 w 2128011"/>
                <a:gd name="connsiteY6" fmla="*/ 2066765 h 2066765"/>
                <a:gd name="connsiteX7" fmla="*/ 0 w 2128011"/>
                <a:gd name="connsiteY7" fmla="*/ 2013680 h 2066765"/>
                <a:gd name="connsiteX8" fmla="*/ 259 w 2128011"/>
                <a:gd name="connsiteY8" fmla="*/ 454178 h 2066765"/>
                <a:gd name="connsiteX9" fmla="*/ 0 w 2128011"/>
                <a:gd name="connsiteY9" fmla="*/ 53085 h 2066765"/>
                <a:gd name="connsiteX0" fmla="*/ 0 w 2022529"/>
                <a:gd name="connsiteY0" fmla="*/ 53085 h 2066765"/>
                <a:gd name="connsiteX1" fmla="*/ 53085 w 2022529"/>
                <a:gd name="connsiteY1" fmla="*/ 0 h 2066765"/>
                <a:gd name="connsiteX2" fmla="*/ 2022529 w 2022529"/>
                <a:gd name="connsiteY2" fmla="*/ 446032 h 2066765"/>
                <a:gd name="connsiteX3" fmla="*/ 2022270 w 2022529"/>
                <a:gd name="connsiteY3" fmla="*/ 2013680 h 2066765"/>
                <a:gd name="connsiteX4" fmla="*/ 1969185 w 2022529"/>
                <a:gd name="connsiteY4" fmla="*/ 2066765 h 2066765"/>
                <a:gd name="connsiteX5" fmla="*/ 53085 w 2022529"/>
                <a:gd name="connsiteY5" fmla="*/ 2066765 h 2066765"/>
                <a:gd name="connsiteX6" fmla="*/ 0 w 2022529"/>
                <a:gd name="connsiteY6" fmla="*/ 2013680 h 2066765"/>
                <a:gd name="connsiteX7" fmla="*/ 259 w 2022529"/>
                <a:gd name="connsiteY7" fmla="*/ 454178 h 2066765"/>
                <a:gd name="connsiteX8" fmla="*/ 0 w 2022529"/>
                <a:gd name="connsiteY8" fmla="*/ 53085 h 2066765"/>
                <a:gd name="connsiteX0" fmla="*/ 0 w 2022529"/>
                <a:gd name="connsiteY0" fmla="*/ 20 h 2013700"/>
                <a:gd name="connsiteX1" fmla="*/ 2022529 w 2022529"/>
                <a:gd name="connsiteY1" fmla="*/ 392967 h 2013700"/>
                <a:gd name="connsiteX2" fmla="*/ 2022270 w 2022529"/>
                <a:gd name="connsiteY2" fmla="*/ 1960615 h 2013700"/>
                <a:gd name="connsiteX3" fmla="*/ 1969185 w 2022529"/>
                <a:gd name="connsiteY3" fmla="*/ 2013700 h 2013700"/>
                <a:gd name="connsiteX4" fmla="*/ 53085 w 2022529"/>
                <a:gd name="connsiteY4" fmla="*/ 2013700 h 2013700"/>
                <a:gd name="connsiteX5" fmla="*/ 0 w 2022529"/>
                <a:gd name="connsiteY5" fmla="*/ 1960615 h 2013700"/>
                <a:gd name="connsiteX6" fmla="*/ 259 w 2022529"/>
                <a:gd name="connsiteY6" fmla="*/ 401113 h 2013700"/>
                <a:gd name="connsiteX7" fmla="*/ 0 w 2022529"/>
                <a:gd name="connsiteY7" fmla="*/ 20 h 2013700"/>
                <a:gd name="connsiteX0" fmla="*/ 259 w 2022529"/>
                <a:gd name="connsiteY0" fmla="*/ 199561 h 1812148"/>
                <a:gd name="connsiteX1" fmla="*/ 2022529 w 2022529"/>
                <a:gd name="connsiteY1" fmla="*/ 191415 h 1812148"/>
                <a:gd name="connsiteX2" fmla="*/ 2022270 w 2022529"/>
                <a:gd name="connsiteY2" fmla="*/ 1759063 h 1812148"/>
                <a:gd name="connsiteX3" fmla="*/ 1969185 w 2022529"/>
                <a:gd name="connsiteY3" fmla="*/ 1812148 h 1812148"/>
                <a:gd name="connsiteX4" fmla="*/ 53085 w 2022529"/>
                <a:gd name="connsiteY4" fmla="*/ 1812148 h 1812148"/>
                <a:gd name="connsiteX5" fmla="*/ 0 w 2022529"/>
                <a:gd name="connsiteY5" fmla="*/ 1759063 h 1812148"/>
                <a:gd name="connsiteX6" fmla="*/ 259 w 2022529"/>
                <a:gd name="connsiteY6" fmla="*/ 199561 h 1812148"/>
                <a:gd name="connsiteX0" fmla="*/ 259 w 2022529"/>
                <a:gd name="connsiteY0" fmla="*/ 121720 h 1734307"/>
                <a:gd name="connsiteX1" fmla="*/ 2022529 w 2022529"/>
                <a:gd name="connsiteY1" fmla="*/ 113574 h 1734307"/>
                <a:gd name="connsiteX2" fmla="*/ 2022270 w 2022529"/>
                <a:gd name="connsiteY2" fmla="*/ 1681222 h 1734307"/>
                <a:gd name="connsiteX3" fmla="*/ 1969185 w 2022529"/>
                <a:gd name="connsiteY3" fmla="*/ 1734307 h 1734307"/>
                <a:gd name="connsiteX4" fmla="*/ 53085 w 2022529"/>
                <a:gd name="connsiteY4" fmla="*/ 1734307 h 1734307"/>
                <a:gd name="connsiteX5" fmla="*/ 0 w 2022529"/>
                <a:gd name="connsiteY5" fmla="*/ 1681222 h 1734307"/>
                <a:gd name="connsiteX6" fmla="*/ 259 w 2022529"/>
                <a:gd name="connsiteY6" fmla="*/ 121720 h 1734307"/>
                <a:gd name="connsiteX0" fmla="*/ 259 w 2022529"/>
                <a:gd name="connsiteY0" fmla="*/ 8146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146 h 1620733"/>
                <a:gd name="connsiteX0" fmla="*/ 259 w 2022529"/>
                <a:gd name="connsiteY0" fmla="*/ 842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42 h 1620733"/>
                <a:gd name="connsiteX0" fmla="*/ 259 w 2022529"/>
                <a:gd name="connsiteY0" fmla="*/ 0 h 1626241"/>
                <a:gd name="connsiteX1" fmla="*/ 2022529 w 2022529"/>
                <a:gd name="connsiteY1" fmla="*/ 5508 h 1626241"/>
                <a:gd name="connsiteX2" fmla="*/ 2022270 w 2022529"/>
                <a:gd name="connsiteY2" fmla="*/ 1573156 h 1626241"/>
                <a:gd name="connsiteX3" fmla="*/ 1969185 w 2022529"/>
                <a:gd name="connsiteY3" fmla="*/ 1626241 h 1626241"/>
                <a:gd name="connsiteX4" fmla="*/ 53085 w 2022529"/>
                <a:gd name="connsiteY4" fmla="*/ 1626241 h 1626241"/>
                <a:gd name="connsiteX5" fmla="*/ 0 w 2022529"/>
                <a:gd name="connsiteY5" fmla="*/ 1573156 h 1626241"/>
                <a:gd name="connsiteX6" fmla="*/ 259 w 2022529"/>
                <a:gd name="connsiteY6" fmla="*/ 0 h 1626241"/>
                <a:gd name="connsiteX0" fmla="*/ 259 w 2022529"/>
                <a:gd name="connsiteY0" fmla="*/ 1900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1900 h 1620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2529" h="1620733">
                  <a:moveTo>
                    <a:pt x="259" y="1900"/>
                  </a:moveTo>
                  <a:lnTo>
                    <a:pt x="2022529" y="0"/>
                  </a:lnTo>
                  <a:cubicBezTo>
                    <a:pt x="2022443" y="522549"/>
                    <a:pt x="2022356" y="1045099"/>
                    <a:pt x="2022270" y="1567648"/>
                  </a:cubicBezTo>
                  <a:cubicBezTo>
                    <a:pt x="2022270" y="1596966"/>
                    <a:pt x="1998503" y="1620733"/>
                    <a:pt x="1969185" y="1620733"/>
                  </a:cubicBezTo>
                  <a:lnTo>
                    <a:pt x="53085" y="1620733"/>
                  </a:lnTo>
                  <a:cubicBezTo>
                    <a:pt x="23767" y="1620733"/>
                    <a:pt x="0" y="1596966"/>
                    <a:pt x="0" y="1567648"/>
                  </a:cubicBezTo>
                  <a:cubicBezTo>
                    <a:pt x="86" y="1047814"/>
                    <a:pt x="173" y="521734"/>
                    <a:pt x="259" y="1900"/>
                  </a:cubicBezTo>
                  <a:close/>
                </a:path>
              </a:pathLst>
            </a:cu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Rounded Corners 28">
              <a:extLst>
                <a:ext uri="{FF2B5EF4-FFF2-40B4-BE49-F238E27FC236}">
                  <a16:creationId xmlns:a16="http://schemas.microsoft.com/office/drawing/2014/main" id="{290CB27D-057B-31C7-8A03-3C88B99985DE}"/>
                </a:ext>
              </a:extLst>
            </p:cNvPr>
            <p:cNvSpPr>
              <a:spLocks noGrp="1" noRot="1" noMove="1" noResize="1" noEditPoints="1" noAdjustHandles="1" noChangeArrowheads="1" noChangeShapeType="1"/>
            </p:cNvSpPr>
            <p:nvPr userDrawn="1"/>
          </p:nvSpPr>
          <p:spPr>
            <a:xfrm>
              <a:off x="409342" y="1376999"/>
              <a:ext cx="2022270" cy="2066765"/>
            </a:xfrm>
            <a:prstGeom prst="roundRect">
              <a:avLst>
                <a:gd name="adj" fmla="val 2625"/>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4" name="Text Placeholder 13">
            <a:extLst>
              <a:ext uri="{FF2B5EF4-FFF2-40B4-BE49-F238E27FC236}">
                <a16:creationId xmlns:a16="http://schemas.microsoft.com/office/drawing/2014/main" id="{065F0787-3B80-C7FB-53F7-3F59F8B57506}"/>
              </a:ext>
            </a:extLst>
          </p:cNvPr>
          <p:cNvSpPr>
            <a:spLocks noGrp="1" noRot="1" noMove="1" noResize="1" noEditPoints="1" noAdjustHandles="1" noChangeArrowheads="1" noChangeShapeType="1"/>
          </p:cNvSpPr>
          <p:nvPr>
            <p:ph type="body" sz="quarter" idx="29" hasCustomPrompt="1"/>
          </p:nvPr>
        </p:nvSpPr>
        <p:spPr>
          <a:xfrm>
            <a:off x="2862000" y="1432800"/>
            <a:ext cx="1895305" cy="354356"/>
          </a:xfrm>
        </p:spPr>
        <p:txBody>
          <a:bodyPr/>
          <a:lstStyle>
            <a:lvl1pPr marL="0" indent="0" algn="l">
              <a:lnSpc>
                <a:spcPts val="1920"/>
              </a:lnSpc>
              <a:spcAft>
                <a:spcPts val="0"/>
              </a:spcAft>
              <a:buFont typeface="Arial" panose="020B0604020202020204" pitchFamily="34" charset="0"/>
              <a:buNone/>
              <a:defRPr sz="1600" b="1">
                <a:solidFill>
                  <a:schemeClr val="bg1"/>
                </a:solidFill>
                <a:latin typeface="+mj-lt"/>
              </a:defRPr>
            </a:lvl1pPr>
            <a:lvl2pPr marL="0" indent="0" algn="l">
              <a:lnSpc>
                <a:spcPts val="1400"/>
              </a:lnSpc>
              <a:buNone/>
              <a:defRPr sz="1000">
                <a:solidFill>
                  <a:schemeClr val="accent1"/>
                </a:solidFill>
              </a:defRPr>
            </a:lvl2pPr>
          </a:lstStyle>
          <a:p>
            <a:pPr lvl="0"/>
            <a:r>
              <a:rPr lang="en-US"/>
              <a:t>Click to add heading</a:t>
            </a:r>
          </a:p>
        </p:txBody>
      </p:sp>
      <p:sp>
        <p:nvSpPr>
          <p:cNvPr id="45" name="Text Placeholder 13">
            <a:extLst>
              <a:ext uri="{FF2B5EF4-FFF2-40B4-BE49-F238E27FC236}">
                <a16:creationId xmlns:a16="http://schemas.microsoft.com/office/drawing/2014/main" id="{EAA25D3E-565E-8B8E-6A4D-2D88F5724AEC}"/>
              </a:ext>
            </a:extLst>
          </p:cNvPr>
          <p:cNvSpPr>
            <a:spLocks noGrp="1" noRot="1" noMove="1" noResize="1" noEditPoints="1" noAdjustHandles="1" noChangeArrowheads="1" noChangeShapeType="1"/>
          </p:cNvSpPr>
          <p:nvPr>
            <p:ph type="body" sz="quarter" idx="30"/>
          </p:nvPr>
        </p:nvSpPr>
        <p:spPr>
          <a:xfrm>
            <a:off x="2862000" y="1936800"/>
            <a:ext cx="1895305" cy="1492265"/>
          </a:xfrm>
        </p:spPr>
        <p:txBody>
          <a:bodyPr/>
          <a:lstStyle>
            <a:lvl1pPr marL="0" indent="0" algn="l">
              <a:lnSpc>
                <a:spcPts val="1400"/>
              </a:lnSpc>
              <a:spcAft>
                <a:spcPts val="0"/>
              </a:spcAft>
              <a:buFont typeface="Arial" panose="020B0604020202020204" pitchFamily="34" charset="0"/>
              <a:buNone/>
              <a:defRPr sz="1200" b="0">
                <a:solidFill>
                  <a:schemeClr val="tx2"/>
                </a:solidFill>
                <a:latin typeface="+mn-lt"/>
              </a:defRPr>
            </a:lvl1pPr>
            <a:lvl2pPr marL="0" indent="0" algn="l">
              <a:lnSpc>
                <a:spcPts val="1400"/>
              </a:lnSpc>
              <a:spcAft>
                <a:spcPts val="0"/>
              </a:spcAft>
              <a:buNone/>
              <a:defRPr sz="1000" b="0">
                <a:solidFill>
                  <a:schemeClr val="tx2"/>
                </a:solidFill>
                <a:latin typeface="+mn-lt"/>
              </a:defRPr>
            </a:lvl2pPr>
          </a:lstStyle>
          <a:p>
            <a:pPr lvl="0"/>
            <a:r>
              <a:rPr lang="en-GB"/>
              <a:t>Click to edit Master text styles</a:t>
            </a:r>
          </a:p>
          <a:p>
            <a:pPr lvl="1"/>
            <a:r>
              <a:rPr lang="en-GB"/>
              <a:t>Second level</a:t>
            </a:r>
          </a:p>
        </p:txBody>
      </p:sp>
      <p:grpSp>
        <p:nvGrpSpPr>
          <p:cNvPr id="46" name="Group 45">
            <a:extLst>
              <a:ext uri="{FF2B5EF4-FFF2-40B4-BE49-F238E27FC236}">
                <a16:creationId xmlns:a16="http://schemas.microsoft.com/office/drawing/2014/main" id="{6A622DBA-5862-6C7C-A21C-F2EAA77849AC}"/>
              </a:ext>
            </a:extLst>
          </p:cNvPr>
          <p:cNvGrpSpPr>
            <a:grpSpLocks noGrp="1" noUngrp="1" noRot="1" noMove="1" noResize="1"/>
          </p:cNvGrpSpPr>
          <p:nvPr userDrawn="1"/>
        </p:nvGrpSpPr>
        <p:grpSpPr>
          <a:xfrm>
            <a:off x="410400" y="3927600"/>
            <a:ext cx="2022529" cy="2066765"/>
            <a:chOff x="409083" y="1376999"/>
            <a:chExt cx="2022529" cy="2066765"/>
          </a:xfrm>
        </p:grpSpPr>
        <p:sp>
          <p:nvSpPr>
            <p:cNvPr id="47" name="Rectangle: Rounded Corners 10">
              <a:extLst>
                <a:ext uri="{FF2B5EF4-FFF2-40B4-BE49-F238E27FC236}">
                  <a16:creationId xmlns:a16="http://schemas.microsoft.com/office/drawing/2014/main" id="{A859E1FA-F9FB-EA87-FCBC-1A85BEE12D44}"/>
                </a:ext>
              </a:extLst>
            </p:cNvPr>
            <p:cNvSpPr>
              <a:spLocks noGrp="1" noRot="1" noMove="1" noResize="1" noEditPoints="1" noAdjustHandles="1" noChangeArrowheads="1" noChangeShapeType="1"/>
            </p:cNvSpPr>
            <p:nvPr userDrawn="1"/>
          </p:nvSpPr>
          <p:spPr>
            <a:xfrm>
              <a:off x="409083" y="1820655"/>
              <a:ext cx="2022529" cy="1620733"/>
            </a:xfrm>
            <a:custGeom>
              <a:avLst/>
              <a:gdLst>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0 w 2022270"/>
                <a:gd name="connsiteY8" fmla="*/ 53085 h 2066765"/>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259 w 2022270"/>
                <a:gd name="connsiteY8" fmla="*/ 454178 h 2066765"/>
                <a:gd name="connsiteX9" fmla="*/ 0 w 2022270"/>
                <a:gd name="connsiteY9" fmla="*/ 53085 h 2066765"/>
                <a:gd name="connsiteX0" fmla="*/ 0 w 2022529"/>
                <a:gd name="connsiteY0" fmla="*/ 53085 h 2066765"/>
                <a:gd name="connsiteX1" fmla="*/ 53085 w 2022529"/>
                <a:gd name="connsiteY1" fmla="*/ 0 h 2066765"/>
                <a:gd name="connsiteX2" fmla="*/ 1969185 w 2022529"/>
                <a:gd name="connsiteY2" fmla="*/ 0 h 2066765"/>
                <a:gd name="connsiteX3" fmla="*/ 2022270 w 2022529"/>
                <a:gd name="connsiteY3" fmla="*/ 53085 h 2066765"/>
                <a:gd name="connsiteX4" fmla="*/ 2022529 w 2022529"/>
                <a:gd name="connsiteY4" fmla="*/ 446032 h 2066765"/>
                <a:gd name="connsiteX5" fmla="*/ 2022270 w 2022529"/>
                <a:gd name="connsiteY5" fmla="*/ 2013680 h 2066765"/>
                <a:gd name="connsiteX6" fmla="*/ 1969185 w 2022529"/>
                <a:gd name="connsiteY6" fmla="*/ 2066765 h 2066765"/>
                <a:gd name="connsiteX7" fmla="*/ 53085 w 2022529"/>
                <a:gd name="connsiteY7" fmla="*/ 2066765 h 2066765"/>
                <a:gd name="connsiteX8" fmla="*/ 0 w 2022529"/>
                <a:gd name="connsiteY8" fmla="*/ 2013680 h 2066765"/>
                <a:gd name="connsiteX9" fmla="*/ 259 w 2022529"/>
                <a:gd name="connsiteY9" fmla="*/ 454178 h 2066765"/>
                <a:gd name="connsiteX10" fmla="*/ 0 w 2022529"/>
                <a:gd name="connsiteY10" fmla="*/ 53085 h 2066765"/>
                <a:gd name="connsiteX0" fmla="*/ 0 w 2128011"/>
                <a:gd name="connsiteY0" fmla="*/ 53085 h 2066765"/>
                <a:gd name="connsiteX1" fmla="*/ 53085 w 2128011"/>
                <a:gd name="connsiteY1" fmla="*/ 0 h 2066765"/>
                <a:gd name="connsiteX2" fmla="*/ 1969185 w 2128011"/>
                <a:gd name="connsiteY2" fmla="*/ 0 h 2066765"/>
                <a:gd name="connsiteX3" fmla="*/ 2022529 w 2128011"/>
                <a:gd name="connsiteY3" fmla="*/ 446032 h 2066765"/>
                <a:gd name="connsiteX4" fmla="*/ 2022270 w 2128011"/>
                <a:gd name="connsiteY4" fmla="*/ 2013680 h 2066765"/>
                <a:gd name="connsiteX5" fmla="*/ 1969185 w 2128011"/>
                <a:gd name="connsiteY5" fmla="*/ 2066765 h 2066765"/>
                <a:gd name="connsiteX6" fmla="*/ 53085 w 2128011"/>
                <a:gd name="connsiteY6" fmla="*/ 2066765 h 2066765"/>
                <a:gd name="connsiteX7" fmla="*/ 0 w 2128011"/>
                <a:gd name="connsiteY7" fmla="*/ 2013680 h 2066765"/>
                <a:gd name="connsiteX8" fmla="*/ 259 w 2128011"/>
                <a:gd name="connsiteY8" fmla="*/ 454178 h 2066765"/>
                <a:gd name="connsiteX9" fmla="*/ 0 w 2128011"/>
                <a:gd name="connsiteY9" fmla="*/ 53085 h 2066765"/>
                <a:gd name="connsiteX0" fmla="*/ 0 w 2022529"/>
                <a:gd name="connsiteY0" fmla="*/ 53085 h 2066765"/>
                <a:gd name="connsiteX1" fmla="*/ 53085 w 2022529"/>
                <a:gd name="connsiteY1" fmla="*/ 0 h 2066765"/>
                <a:gd name="connsiteX2" fmla="*/ 2022529 w 2022529"/>
                <a:gd name="connsiteY2" fmla="*/ 446032 h 2066765"/>
                <a:gd name="connsiteX3" fmla="*/ 2022270 w 2022529"/>
                <a:gd name="connsiteY3" fmla="*/ 2013680 h 2066765"/>
                <a:gd name="connsiteX4" fmla="*/ 1969185 w 2022529"/>
                <a:gd name="connsiteY4" fmla="*/ 2066765 h 2066765"/>
                <a:gd name="connsiteX5" fmla="*/ 53085 w 2022529"/>
                <a:gd name="connsiteY5" fmla="*/ 2066765 h 2066765"/>
                <a:gd name="connsiteX6" fmla="*/ 0 w 2022529"/>
                <a:gd name="connsiteY6" fmla="*/ 2013680 h 2066765"/>
                <a:gd name="connsiteX7" fmla="*/ 259 w 2022529"/>
                <a:gd name="connsiteY7" fmla="*/ 454178 h 2066765"/>
                <a:gd name="connsiteX8" fmla="*/ 0 w 2022529"/>
                <a:gd name="connsiteY8" fmla="*/ 53085 h 2066765"/>
                <a:gd name="connsiteX0" fmla="*/ 0 w 2022529"/>
                <a:gd name="connsiteY0" fmla="*/ 20 h 2013700"/>
                <a:gd name="connsiteX1" fmla="*/ 2022529 w 2022529"/>
                <a:gd name="connsiteY1" fmla="*/ 392967 h 2013700"/>
                <a:gd name="connsiteX2" fmla="*/ 2022270 w 2022529"/>
                <a:gd name="connsiteY2" fmla="*/ 1960615 h 2013700"/>
                <a:gd name="connsiteX3" fmla="*/ 1969185 w 2022529"/>
                <a:gd name="connsiteY3" fmla="*/ 2013700 h 2013700"/>
                <a:gd name="connsiteX4" fmla="*/ 53085 w 2022529"/>
                <a:gd name="connsiteY4" fmla="*/ 2013700 h 2013700"/>
                <a:gd name="connsiteX5" fmla="*/ 0 w 2022529"/>
                <a:gd name="connsiteY5" fmla="*/ 1960615 h 2013700"/>
                <a:gd name="connsiteX6" fmla="*/ 259 w 2022529"/>
                <a:gd name="connsiteY6" fmla="*/ 401113 h 2013700"/>
                <a:gd name="connsiteX7" fmla="*/ 0 w 2022529"/>
                <a:gd name="connsiteY7" fmla="*/ 20 h 2013700"/>
                <a:gd name="connsiteX0" fmla="*/ 259 w 2022529"/>
                <a:gd name="connsiteY0" fmla="*/ 199561 h 1812148"/>
                <a:gd name="connsiteX1" fmla="*/ 2022529 w 2022529"/>
                <a:gd name="connsiteY1" fmla="*/ 191415 h 1812148"/>
                <a:gd name="connsiteX2" fmla="*/ 2022270 w 2022529"/>
                <a:gd name="connsiteY2" fmla="*/ 1759063 h 1812148"/>
                <a:gd name="connsiteX3" fmla="*/ 1969185 w 2022529"/>
                <a:gd name="connsiteY3" fmla="*/ 1812148 h 1812148"/>
                <a:gd name="connsiteX4" fmla="*/ 53085 w 2022529"/>
                <a:gd name="connsiteY4" fmla="*/ 1812148 h 1812148"/>
                <a:gd name="connsiteX5" fmla="*/ 0 w 2022529"/>
                <a:gd name="connsiteY5" fmla="*/ 1759063 h 1812148"/>
                <a:gd name="connsiteX6" fmla="*/ 259 w 2022529"/>
                <a:gd name="connsiteY6" fmla="*/ 199561 h 1812148"/>
                <a:gd name="connsiteX0" fmla="*/ 259 w 2022529"/>
                <a:gd name="connsiteY0" fmla="*/ 121720 h 1734307"/>
                <a:gd name="connsiteX1" fmla="*/ 2022529 w 2022529"/>
                <a:gd name="connsiteY1" fmla="*/ 113574 h 1734307"/>
                <a:gd name="connsiteX2" fmla="*/ 2022270 w 2022529"/>
                <a:gd name="connsiteY2" fmla="*/ 1681222 h 1734307"/>
                <a:gd name="connsiteX3" fmla="*/ 1969185 w 2022529"/>
                <a:gd name="connsiteY3" fmla="*/ 1734307 h 1734307"/>
                <a:gd name="connsiteX4" fmla="*/ 53085 w 2022529"/>
                <a:gd name="connsiteY4" fmla="*/ 1734307 h 1734307"/>
                <a:gd name="connsiteX5" fmla="*/ 0 w 2022529"/>
                <a:gd name="connsiteY5" fmla="*/ 1681222 h 1734307"/>
                <a:gd name="connsiteX6" fmla="*/ 259 w 2022529"/>
                <a:gd name="connsiteY6" fmla="*/ 121720 h 1734307"/>
                <a:gd name="connsiteX0" fmla="*/ 259 w 2022529"/>
                <a:gd name="connsiteY0" fmla="*/ 8146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146 h 1620733"/>
                <a:gd name="connsiteX0" fmla="*/ 259 w 2022529"/>
                <a:gd name="connsiteY0" fmla="*/ 842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42 h 1620733"/>
                <a:gd name="connsiteX0" fmla="*/ 259 w 2022529"/>
                <a:gd name="connsiteY0" fmla="*/ 0 h 1626241"/>
                <a:gd name="connsiteX1" fmla="*/ 2022529 w 2022529"/>
                <a:gd name="connsiteY1" fmla="*/ 5508 h 1626241"/>
                <a:gd name="connsiteX2" fmla="*/ 2022270 w 2022529"/>
                <a:gd name="connsiteY2" fmla="*/ 1573156 h 1626241"/>
                <a:gd name="connsiteX3" fmla="*/ 1969185 w 2022529"/>
                <a:gd name="connsiteY3" fmla="*/ 1626241 h 1626241"/>
                <a:gd name="connsiteX4" fmla="*/ 53085 w 2022529"/>
                <a:gd name="connsiteY4" fmla="*/ 1626241 h 1626241"/>
                <a:gd name="connsiteX5" fmla="*/ 0 w 2022529"/>
                <a:gd name="connsiteY5" fmla="*/ 1573156 h 1626241"/>
                <a:gd name="connsiteX6" fmla="*/ 259 w 2022529"/>
                <a:gd name="connsiteY6" fmla="*/ 0 h 1626241"/>
                <a:gd name="connsiteX0" fmla="*/ 259 w 2022529"/>
                <a:gd name="connsiteY0" fmla="*/ 1900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1900 h 1620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2529" h="1620733">
                  <a:moveTo>
                    <a:pt x="259" y="1900"/>
                  </a:moveTo>
                  <a:lnTo>
                    <a:pt x="2022529" y="0"/>
                  </a:lnTo>
                  <a:cubicBezTo>
                    <a:pt x="2022443" y="522549"/>
                    <a:pt x="2022356" y="1045099"/>
                    <a:pt x="2022270" y="1567648"/>
                  </a:cubicBezTo>
                  <a:cubicBezTo>
                    <a:pt x="2022270" y="1596966"/>
                    <a:pt x="1998503" y="1620733"/>
                    <a:pt x="1969185" y="1620733"/>
                  </a:cubicBezTo>
                  <a:lnTo>
                    <a:pt x="53085" y="1620733"/>
                  </a:lnTo>
                  <a:cubicBezTo>
                    <a:pt x="23767" y="1620733"/>
                    <a:pt x="0" y="1596966"/>
                    <a:pt x="0" y="1567648"/>
                  </a:cubicBezTo>
                  <a:cubicBezTo>
                    <a:pt x="86" y="1047814"/>
                    <a:pt x="173" y="521734"/>
                    <a:pt x="259" y="1900"/>
                  </a:cubicBezTo>
                  <a:close/>
                </a:path>
              </a:pathLst>
            </a:cu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0"/>
                </a:spcAft>
              </a:pPr>
              <a:endParaRPr lang="en-GB"/>
            </a:p>
          </p:txBody>
        </p:sp>
        <p:sp>
          <p:nvSpPr>
            <p:cNvPr id="48" name="Rectangle: Rounded Corners 47">
              <a:extLst>
                <a:ext uri="{FF2B5EF4-FFF2-40B4-BE49-F238E27FC236}">
                  <a16:creationId xmlns:a16="http://schemas.microsoft.com/office/drawing/2014/main" id="{A9183D80-D544-3376-ACF6-D9D0217BCC4D}"/>
                </a:ext>
              </a:extLst>
            </p:cNvPr>
            <p:cNvSpPr>
              <a:spLocks noGrp="1" noRot="1" noMove="1" noResize="1" noEditPoints="1" noAdjustHandles="1" noChangeArrowheads="1" noChangeShapeType="1"/>
            </p:cNvSpPr>
            <p:nvPr userDrawn="1"/>
          </p:nvSpPr>
          <p:spPr>
            <a:xfrm>
              <a:off x="409342" y="1376999"/>
              <a:ext cx="2022270" cy="2066765"/>
            </a:xfrm>
            <a:prstGeom prst="roundRect">
              <a:avLst>
                <a:gd name="adj" fmla="val 2625"/>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0"/>
                </a:spcAft>
              </a:pPr>
              <a:endParaRPr lang="en-GB"/>
            </a:p>
          </p:txBody>
        </p:sp>
      </p:grpSp>
      <p:sp>
        <p:nvSpPr>
          <p:cNvPr id="51" name="Text Placeholder 13">
            <a:extLst>
              <a:ext uri="{FF2B5EF4-FFF2-40B4-BE49-F238E27FC236}">
                <a16:creationId xmlns:a16="http://schemas.microsoft.com/office/drawing/2014/main" id="{0FB51921-985D-D541-9155-11B025DEDFB2}"/>
              </a:ext>
            </a:extLst>
          </p:cNvPr>
          <p:cNvSpPr>
            <a:spLocks noGrp="1" noRot="1" noMove="1" noResize="1" noEditPoints="1" noAdjustHandles="1" noChangeArrowheads="1" noChangeShapeType="1"/>
          </p:cNvSpPr>
          <p:nvPr>
            <p:ph type="body" sz="quarter" idx="31" hasCustomPrompt="1"/>
          </p:nvPr>
        </p:nvSpPr>
        <p:spPr>
          <a:xfrm>
            <a:off x="507600" y="3985200"/>
            <a:ext cx="1895305" cy="354356"/>
          </a:xfrm>
        </p:spPr>
        <p:txBody>
          <a:bodyPr/>
          <a:lstStyle>
            <a:lvl1pPr marL="0" indent="0" algn="l">
              <a:lnSpc>
                <a:spcPts val="1920"/>
              </a:lnSpc>
              <a:spcAft>
                <a:spcPts val="0"/>
              </a:spcAft>
              <a:buFont typeface="Arial" panose="020B0604020202020204" pitchFamily="34" charset="0"/>
              <a:buNone/>
              <a:defRPr sz="1600" b="1">
                <a:solidFill>
                  <a:schemeClr val="bg1"/>
                </a:solidFill>
                <a:latin typeface="+mj-lt"/>
              </a:defRPr>
            </a:lvl1pPr>
            <a:lvl2pPr marL="0" indent="0" algn="l">
              <a:lnSpc>
                <a:spcPts val="1400"/>
              </a:lnSpc>
              <a:buNone/>
              <a:defRPr sz="1000">
                <a:solidFill>
                  <a:schemeClr val="accent1"/>
                </a:solidFill>
              </a:defRPr>
            </a:lvl2pPr>
          </a:lstStyle>
          <a:p>
            <a:pPr lvl="0"/>
            <a:r>
              <a:rPr lang="en-US"/>
              <a:t>Click to add heading</a:t>
            </a:r>
          </a:p>
        </p:txBody>
      </p:sp>
      <p:sp>
        <p:nvSpPr>
          <p:cNvPr id="52" name="Text Placeholder 13">
            <a:extLst>
              <a:ext uri="{FF2B5EF4-FFF2-40B4-BE49-F238E27FC236}">
                <a16:creationId xmlns:a16="http://schemas.microsoft.com/office/drawing/2014/main" id="{FCB2A8BF-D897-A9FD-CA97-A1B225C118D4}"/>
              </a:ext>
            </a:extLst>
          </p:cNvPr>
          <p:cNvSpPr>
            <a:spLocks noGrp="1" noRot="1" noMove="1" noResize="1" noEditPoints="1" noAdjustHandles="1" noChangeArrowheads="1" noChangeShapeType="1"/>
          </p:cNvSpPr>
          <p:nvPr>
            <p:ph type="body" sz="quarter" idx="32"/>
          </p:nvPr>
        </p:nvSpPr>
        <p:spPr>
          <a:xfrm>
            <a:off x="507600" y="4489200"/>
            <a:ext cx="1895305" cy="1492265"/>
          </a:xfrm>
        </p:spPr>
        <p:txBody>
          <a:bodyPr/>
          <a:lstStyle>
            <a:lvl1pPr marL="0" indent="0" algn="l">
              <a:lnSpc>
                <a:spcPts val="1400"/>
              </a:lnSpc>
              <a:spcAft>
                <a:spcPts val="0"/>
              </a:spcAft>
              <a:buFont typeface="Arial" panose="020B0604020202020204" pitchFamily="34" charset="0"/>
              <a:buNone/>
              <a:defRPr sz="1200" b="0">
                <a:solidFill>
                  <a:schemeClr val="tx2"/>
                </a:solidFill>
                <a:latin typeface="+mn-lt"/>
              </a:defRPr>
            </a:lvl1pPr>
            <a:lvl2pPr marL="0" indent="0" algn="l">
              <a:lnSpc>
                <a:spcPts val="1400"/>
              </a:lnSpc>
              <a:spcAft>
                <a:spcPts val="0"/>
              </a:spcAft>
              <a:buNone/>
              <a:defRPr sz="1000" b="0">
                <a:solidFill>
                  <a:schemeClr val="tx2"/>
                </a:solidFill>
                <a:latin typeface="+mn-lt"/>
              </a:defRPr>
            </a:lvl2pPr>
          </a:lstStyle>
          <a:p>
            <a:pPr lvl="0"/>
            <a:r>
              <a:rPr lang="en-GB"/>
              <a:t>Click to edit Master text styles</a:t>
            </a:r>
          </a:p>
          <a:p>
            <a:pPr lvl="1"/>
            <a:r>
              <a:rPr lang="en-GB"/>
              <a:t>Second level</a:t>
            </a:r>
          </a:p>
        </p:txBody>
      </p:sp>
      <p:grpSp>
        <p:nvGrpSpPr>
          <p:cNvPr id="53" name="Group 52">
            <a:extLst>
              <a:ext uri="{FF2B5EF4-FFF2-40B4-BE49-F238E27FC236}">
                <a16:creationId xmlns:a16="http://schemas.microsoft.com/office/drawing/2014/main" id="{FFEF5386-7E2C-7739-DE2E-2EAEA828D8C3}"/>
              </a:ext>
            </a:extLst>
          </p:cNvPr>
          <p:cNvGrpSpPr>
            <a:grpSpLocks noGrp="1" noUngrp="1" noRot="1" noMove="1" noResize="1"/>
          </p:cNvGrpSpPr>
          <p:nvPr userDrawn="1"/>
        </p:nvGrpSpPr>
        <p:grpSpPr>
          <a:xfrm>
            <a:off x="2764800" y="3927600"/>
            <a:ext cx="2022529" cy="2066765"/>
            <a:chOff x="409083" y="1376999"/>
            <a:chExt cx="2022529" cy="2066765"/>
          </a:xfrm>
        </p:grpSpPr>
        <p:sp>
          <p:nvSpPr>
            <p:cNvPr id="54" name="Rectangle: Rounded Corners 10">
              <a:extLst>
                <a:ext uri="{FF2B5EF4-FFF2-40B4-BE49-F238E27FC236}">
                  <a16:creationId xmlns:a16="http://schemas.microsoft.com/office/drawing/2014/main" id="{845F9F93-0168-6108-229B-87BC2D763828}"/>
                </a:ext>
              </a:extLst>
            </p:cNvPr>
            <p:cNvSpPr>
              <a:spLocks noGrp="1" noRot="1" noMove="1" noResize="1" noEditPoints="1" noAdjustHandles="1" noChangeArrowheads="1" noChangeShapeType="1"/>
            </p:cNvSpPr>
            <p:nvPr userDrawn="1"/>
          </p:nvSpPr>
          <p:spPr>
            <a:xfrm>
              <a:off x="409083" y="1820655"/>
              <a:ext cx="2022529" cy="1620733"/>
            </a:xfrm>
            <a:custGeom>
              <a:avLst/>
              <a:gdLst>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0 w 2022270"/>
                <a:gd name="connsiteY8" fmla="*/ 53085 h 2066765"/>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259 w 2022270"/>
                <a:gd name="connsiteY8" fmla="*/ 454178 h 2066765"/>
                <a:gd name="connsiteX9" fmla="*/ 0 w 2022270"/>
                <a:gd name="connsiteY9" fmla="*/ 53085 h 2066765"/>
                <a:gd name="connsiteX0" fmla="*/ 0 w 2022529"/>
                <a:gd name="connsiteY0" fmla="*/ 53085 h 2066765"/>
                <a:gd name="connsiteX1" fmla="*/ 53085 w 2022529"/>
                <a:gd name="connsiteY1" fmla="*/ 0 h 2066765"/>
                <a:gd name="connsiteX2" fmla="*/ 1969185 w 2022529"/>
                <a:gd name="connsiteY2" fmla="*/ 0 h 2066765"/>
                <a:gd name="connsiteX3" fmla="*/ 2022270 w 2022529"/>
                <a:gd name="connsiteY3" fmla="*/ 53085 h 2066765"/>
                <a:gd name="connsiteX4" fmla="*/ 2022529 w 2022529"/>
                <a:gd name="connsiteY4" fmla="*/ 446032 h 2066765"/>
                <a:gd name="connsiteX5" fmla="*/ 2022270 w 2022529"/>
                <a:gd name="connsiteY5" fmla="*/ 2013680 h 2066765"/>
                <a:gd name="connsiteX6" fmla="*/ 1969185 w 2022529"/>
                <a:gd name="connsiteY6" fmla="*/ 2066765 h 2066765"/>
                <a:gd name="connsiteX7" fmla="*/ 53085 w 2022529"/>
                <a:gd name="connsiteY7" fmla="*/ 2066765 h 2066765"/>
                <a:gd name="connsiteX8" fmla="*/ 0 w 2022529"/>
                <a:gd name="connsiteY8" fmla="*/ 2013680 h 2066765"/>
                <a:gd name="connsiteX9" fmla="*/ 259 w 2022529"/>
                <a:gd name="connsiteY9" fmla="*/ 454178 h 2066765"/>
                <a:gd name="connsiteX10" fmla="*/ 0 w 2022529"/>
                <a:gd name="connsiteY10" fmla="*/ 53085 h 2066765"/>
                <a:gd name="connsiteX0" fmla="*/ 0 w 2128011"/>
                <a:gd name="connsiteY0" fmla="*/ 53085 h 2066765"/>
                <a:gd name="connsiteX1" fmla="*/ 53085 w 2128011"/>
                <a:gd name="connsiteY1" fmla="*/ 0 h 2066765"/>
                <a:gd name="connsiteX2" fmla="*/ 1969185 w 2128011"/>
                <a:gd name="connsiteY2" fmla="*/ 0 h 2066765"/>
                <a:gd name="connsiteX3" fmla="*/ 2022529 w 2128011"/>
                <a:gd name="connsiteY3" fmla="*/ 446032 h 2066765"/>
                <a:gd name="connsiteX4" fmla="*/ 2022270 w 2128011"/>
                <a:gd name="connsiteY4" fmla="*/ 2013680 h 2066765"/>
                <a:gd name="connsiteX5" fmla="*/ 1969185 w 2128011"/>
                <a:gd name="connsiteY5" fmla="*/ 2066765 h 2066765"/>
                <a:gd name="connsiteX6" fmla="*/ 53085 w 2128011"/>
                <a:gd name="connsiteY6" fmla="*/ 2066765 h 2066765"/>
                <a:gd name="connsiteX7" fmla="*/ 0 w 2128011"/>
                <a:gd name="connsiteY7" fmla="*/ 2013680 h 2066765"/>
                <a:gd name="connsiteX8" fmla="*/ 259 w 2128011"/>
                <a:gd name="connsiteY8" fmla="*/ 454178 h 2066765"/>
                <a:gd name="connsiteX9" fmla="*/ 0 w 2128011"/>
                <a:gd name="connsiteY9" fmla="*/ 53085 h 2066765"/>
                <a:gd name="connsiteX0" fmla="*/ 0 w 2022529"/>
                <a:gd name="connsiteY0" fmla="*/ 53085 h 2066765"/>
                <a:gd name="connsiteX1" fmla="*/ 53085 w 2022529"/>
                <a:gd name="connsiteY1" fmla="*/ 0 h 2066765"/>
                <a:gd name="connsiteX2" fmla="*/ 2022529 w 2022529"/>
                <a:gd name="connsiteY2" fmla="*/ 446032 h 2066765"/>
                <a:gd name="connsiteX3" fmla="*/ 2022270 w 2022529"/>
                <a:gd name="connsiteY3" fmla="*/ 2013680 h 2066765"/>
                <a:gd name="connsiteX4" fmla="*/ 1969185 w 2022529"/>
                <a:gd name="connsiteY4" fmla="*/ 2066765 h 2066765"/>
                <a:gd name="connsiteX5" fmla="*/ 53085 w 2022529"/>
                <a:gd name="connsiteY5" fmla="*/ 2066765 h 2066765"/>
                <a:gd name="connsiteX6" fmla="*/ 0 w 2022529"/>
                <a:gd name="connsiteY6" fmla="*/ 2013680 h 2066765"/>
                <a:gd name="connsiteX7" fmla="*/ 259 w 2022529"/>
                <a:gd name="connsiteY7" fmla="*/ 454178 h 2066765"/>
                <a:gd name="connsiteX8" fmla="*/ 0 w 2022529"/>
                <a:gd name="connsiteY8" fmla="*/ 53085 h 2066765"/>
                <a:gd name="connsiteX0" fmla="*/ 0 w 2022529"/>
                <a:gd name="connsiteY0" fmla="*/ 20 h 2013700"/>
                <a:gd name="connsiteX1" fmla="*/ 2022529 w 2022529"/>
                <a:gd name="connsiteY1" fmla="*/ 392967 h 2013700"/>
                <a:gd name="connsiteX2" fmla="*/ 2022270 w 2022529"/>
                <a:gd name="connsiteY2" fmla="*/ 1960615 h 2013700"/>
                <a:gd name="connsiteX3" fmla="*/ 1969185 w 2022529"/>
                <a:gd name="connsiteY3" fmla="*/ 2013700 h 2013700"/>
                <a:gd name="connsiteX4" fmla="*/ 53085 w 2022529"/>
                <a:gd name="connsiteY4" fmla="*/ 2013700 h 2013700"/>
                <a:gd name="connsiteX5" fmla="*/ 0 w 2022529"/>
                <a:gd name="connsiteY5" fmla="*/ 1960615 h 2013700"/>
                <a:gd name="connsiteX6" fmla="*/ 259 w 2022529"/>
                <a:gd name="connsiteY6" fmla="*/ 401113 h 2013700"/>
                <a:gd name="connsiteX7" fmla="*/ 0 w 2022529"/>
                <a:gd name="connsiteY7" fmla="*/ 20 h 2013700"/>
                <a:gd name="connsiteX0" fmla="*/ 259 w 2022529"/>
                <a:gd name="connsiteY0" fmla="*/ 199561 h 1812148"/>
                <a:gd name="connsiteX1" fmla="*/ 2022529 w 2022529"/>
                <a:gd name="connsiteY1" fmla="*/ 191415 h 1812148"/>
                <a:gd name="connsiteX2" fmla="*/ 2022270 w 2022529"/>
                <a:gd name="connsiteY2" fmla="*/ 1759063 h 1812148"/>
                <a:gd name="connsiteX3" fmla="*/ 1969185 w 2022529"/>
                <a:gd name="connsiteY3" fmla="*/ 1812148 h 1812148"/>
                <a:gd name="connsiteX4" fmla="*/ 53085 w 2022529"/>
                <a:gd name="connsiteY4" fmla="*/ 1812148 h 1812148"/>
                <a:gd name="connsiteX5" fmla="*/ 0 w 2022529"/>
                <a:gd name="connsiteY5" fmla="*/ 1759063 h 1812148"/>
                <a:gd name="connsiteX6" fmla="*/ 259 w 2022529"/>
                <a:gd name="connsiteY6" fmla="*/ 199561 h 1812148"/>
                <a:gd name="connsiteX0" fmla="*/ 259 w 2022529"/>
                <a:gd name="connsiteY0" fmla="*/ 121720 h 1734307"/>
                <a:gd name="connsiteX1" fmla="*/ 2022529 w 2022529"/>
                <a:gd name="connsiteY1" fmla="*/ 113574 h 1734307"/>
                <a:gd name="connsiteX2" fmla="*/ 2022270 w 2022529"/>
                <a:gd name="connsiteY2" fmla="*/ 1681222 h 1734307"/>
                <a:gd name="connsiteX3" fmla="*/ 1969185 w 2022529"/>
                <a:gd name="connsiteY3" fmla="*/ 1734307 h 1734307"/>
                <a:gd name="connsiteX4" fmla="*/ 53085 w 2022529"/>
                <a:gd name="connsiteY4" fmla="*/ 1734307 h 1734307"/>
                <a:gd name="connsiteX5" fmla="*/ 0 w 2022529"/>
                <a:gd name="connsiteY5" fmla="*/ 1681222 h 1734307"/>
                <a:gd name="connsiteX6" fmla="*/ 259 w 2022529"/>
                <a:gd name="connsiteY6" fmla="*/ 121720 h 1734307"/>
                <a:gd name="connsiteX0" fmla="*/ 259 w 2022529"/>
                <a:gd name="connsiteY0" fmla="*/ 8146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146 h 1620733"/>
                <a:gd name="connsiteX0" fmla="*/ 259 w 2022529"/>
                <a:gd name="connsiteY0" fmla="*/ 842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42 h 1620733"/>
                <a:gd name="connsiteX0" fmla="*/ 259 w 2022529"/>
                <a:gd name="connsiteY0" fmla="*/ 0 h 1626241"/>
                <a:gd name="connsiteX1" fmla="*/ 2022529 w 2022529"/>
                <a:gd name="connsiteY1" fmla="*/ 5508 h 1626241"/>
                <a:gd name="connsiteX2" fmla="*/ 2022270 w 2022529"/>
                <a:gd name="connsiteY2" fmla="*/ 1573156 h 1626241"/>
                <a:gd name="connsiteX3" fmla="*/ 1969185 w 2022529"/>
                <a:gd name="connsiteY3" fmla="*/ 1626241 h 1626241"/>
                <a:gd name="connsiteX4" fmla="*/ 53085 w 2022529"/>
                <a:gd name="connsiteY4" fmla="*/ 1626241 h 1626241"/>
                <a:gd name="connsiteX5" fmla="*/ 0 w 2022529"/>
                <a:gd name="connsiteY5" fmla="*/ 1573156 h 1626241"/>
                <a:gd name="connsiteX6" fmla="*/ 259 w 2022529"/>
                <a:gd name="connsiteY6" fmla="*/ 0 h 1626241"/>
                <a:gd name="connsiteX0" fmla="*/ 259 w 2022529"/>
                <a:gd name="connsiteY0" fmla="*/ 1900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1900 h 1620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2529" h="1620733">
                  <a:moveTo>
                    <a:pt x="259" y="1900"/>
                  </a:moveTo>
                  <a:lnTo>
                    <a:pt x="2022529" y="0"/>
                  </a:lnTo>
                  <a:cubicBezTo>
                    <a:pt x="2022443" y="522549"/>
                    <a:pt x="2022356" y="1045099"/>
                    <a:pt x="2022270" y="1567648"/>
                  </a:cubicBezTo>
                  <a:cubicBezTo>
                    <a:pt x="2022270" y="1596966"/>
                    <a:pt x="1998503" y="1620733"/>
                    <a:pt x="1969185" y="1620733"/>
                  </a:cubicBezTo>
                  <a:lnTo>
                    <a:pt x="53085" y="1620733"/>
                  </a:lnTo>
                  <a:cubicBezTo>
                    <a:pt x="23767" y="1620733"/>
                    <a:pt x="0" y="1596966"/>
                    <a:pt x="0" y="1567648"/>
                  </a:cubicBezTo>
                  <a:cubicBezTo>
                    <a:pt x="86" y="1047814"/>
                    <a:pt x="173" y="521734"/>
                    <a:pt x="259" y="1900"/>
                  </a:cubicBezTo>
                  <a:close/>
                </a:path>
              </a:pathLst>
            </a:cu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0"/>
                </a:spcAft>
              </a:pPr>
              <a:endParaRPr lang="en-GB"/>
            </a:p>
          </p:txBody>
        </p:sp>
        <p:sp>
          <p:nvSpPr>
            <p:cNvPr id="55" name="Rectangle: Rounded Corners 54">
              <a:extLst>
                <a:ext uri="{FF2B5EF4-FFF2-40B4-BE49-F238E27FC236}">
                  <a16:creationId xmlns:a16="http://schemas.microsoft.com/office/drawing/2014/main" id="{38741186-25FB-1962-E98C-F22CD79B34BB}"/>
                </a:ext>
              </a:extLst>
            </p:cNvPr>
            <p:cNvSpPr>
              <a:spLocks noGrp="1" noRot="1" noMove="1" noResize="1" noEditPoints="1" noAdjustHandles="1" noChangeArrowheads="1" noChangeShapeType="1"/>
            </p:cNvSpPr>
            <p:nvPr userDrawn="1"/>
          </p:nvSpPr>
          <p:spPr>
            <a:xfrm>
              <a:off x="409342" y="1376999"/>
              <a:ext cx="2022270" cy="2066765"/>
            </a:xfrm>
            <a:prstGeom prst="roundRect">
              <a:avLst>
                <a:gd name="adj" fmla="val 2625"/>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0"/>
                </a:spcAft>
              </a:pPr>
              <a:endParaRPr lang="en-GB"/>
            </a:p>
          </p:txBody>
        </p:sp>
      </p:grpSp>
      <p:sp>
        <p:nvSpPr>
          <p:cNvPr id="56" name="Text Placeholder 13">
            <a:extLst>
              <a:ext uri="{FF2B5EF4-FFF2-40B4-BE49-F238E27FC236}">
                <a16:creationId xmlns:a16="http://schemas.microsoft.com/office/drawing/2014/main" id="{6115D4FC-7B55-DF1D-F764-B9368F7D5FEB}"/>
              </a:ext>
            </a:extLst>
          </p:cNvPr>
          <p:cNvSpPr>
            <a:spLocks noGrp="1" noRot="1" noMove="1" noResize="1" noEditPoints="1" noAdjustHandles="1" noChangeArrowheads="1" noChangeShapeType="1"/>
          </p:cNvSpPr>
          <p:nvPr>
            <p:ph type="body" sz="quarter" idx="33" hasCustomPrompt="1"/>
          </p:nvPr>
        </p:nvSpPr>
        <p:spPr>
          <a:xfrm>
            <a:off x="2862000" y="3985200"/>
            <a:ext cx="1895305" cy="354356"/>
          </a:xfrm>
        </p:spPr>
        <p:txBody>
          <a:bodyPr/>
          <a:lstStyle>
            <a:lvl1pPr marL="0" indent="0" algn="l">
              <a:lnSpc>
                <a:spcPts val="1920"/>
              </a:lnSpc>
              <a:spcAft>
                <a:spcPts val="0"/>
              </a:spcAft>
              <a:buFont typeface="Arial" panose="020B0604020202020204" pitchFamily="34" charset="0"/>
              <a:buNone/>
              <a:defRPr sz="1600" b="1">
                <a:solidFill>
                  <a:schemeClr val="bg1"/>
                </a:solidFill>
                <a:latin typeface="+mj-lt"/>
              </a:defRPr>
            </a:lvl1pPr>
            <a:lvl2pPr marL="0" indent="0" algn="l">
              <a:lnSpc>
                <a:spcPts val="1400"/>
              </a:lnSpc>
              <a:buNone/>
              <a:defRPr sz="1000">
                <a:solidFill>
                  <a:schemeClr val="accent1"/>
                </a:solidFill>
              </a:defRPr>
            </a:lvl2pPr>
          </a:lstStyle>
          <a:p>
            <a:pPr lvl="0"/>
            <a:r>
              <a:rPr lang="en-US"/>
              <a:t>Click to add heading</a:t>
            </a:r>
          </a:p>
        </p:txBody>
      </p:sp>
      <p:sp>
        <p:nvSpPr>
          <p:cNvPr id="57" name="Text Placeholder 13">
            <a:extLst>
              <a:ext uri="{FF2B5EF4-FFF2-40B4-BE49-F238E27FC236}">
                <a16:creationId xmlns:a16="http://schemas.microsoft.com/office/drawing/2014/main" id="{2AB3C8B6-C8B0-DFCC-712D-B1468B312C19}"/>
              </a:ext>
            </a:extLst>
          </p:cNvPr>
          <p:cNvSpPr>
            <a:spLocks noGrp="1" noRot="1" noMove="1" noResize="1" noEditPoints="1" noAdjustHandles="1" noChangeArrowheads="1" noChangeShapeType="1"/>
          </p:cNvSpPr>
          <p:nvPr>
            <p:ph type="body" sz="quarter" idx="34"/>
          </p:nvPr>
        </p:nvSpPr>
        <p:spPr>
          <a:xfrm>
            <a:off x="2862000" y="4489200"/>
            <a:ext cx="1895305" cy="1492265"/>
          </a:xfrm>
        </p:spPr>
        <p:txBody>
          <a:bodyPr/>
          <a:lstStyle>
            <a:lvl1pPr marL="0" indent="0" algn="l">
              <a:lnSpc>
                <a:spcPts val="1400"/>
              </a:lnSpc>
              <a:spcAft>
                <a:spcPts val="0"/>
              </a:spcAft>
              <a:buFont typeface="Arial" panose="020B0604020202020204" pitchFamily="34" charset="0"/>
              <a:buNone/>
              <a:defRPr sz="1200" b="0">
                <a:solidFill>
                  <a:schemeClr val="tx2"/>
                </a:solidFill>
                <a:latin typeface="+mn-lt"/>
              </a:defRPr>
            </a:lvl1pPr>
            <a:lvl2pPr marL="0" indent="0" algn="l">
              <a:lnSpc>
                <a:spcPts val="1400"/>
              </a:lnSpc>
              <a:spcAft>
                <a:spcPts val="0"/>
              </a:spcAft>
              <a:buNone/>
              <a:defRPr sz="1000" b="0">
                <a:solidFill>
                  <a:schemeClr val="tx2"/>
                </a:solidFill>
                <a:latin typeface="+mn-lt"/>
              </a:defRPr>
            </a:lvl2pPr>
          </a:lstStyle>
          <a:p>
            <a:pPr lvl="0"/>
            <a:r>
              <a:rPr lang="en-GB"/>
              <a:t>Click to edit Master text styles</a:t>
            </a:r>
          </a:p>
          <a:p>
            <a:pPr lvl="1"/>
            <a:r>
              <a:rPr lang="en-GB"/>
              <a:t>Second level</a:t>
            </a:r>
          </a:p>
        </p:txBody>
      </p:sp>
      <p:grpSp>
        <p:nvGrpSpPr>
          <p:cNvPr id="58" name="Group 57">
            <a:extLst>
              <a:ext uri="{FF2B5EF4-FFF2-40B4-BE49-F238E27FC236}">
                <a16:creationId xmlns:a16="http://schemas.microsoft.com/office/drawing/2014/main" id="{0A6412FD-3E38-F320-6462-4B86E01D9FCA}"/>
              </a:ext>
            </a:extLst>
          </p:cNvPr>
          <p:cNvGrpSpPr>
            <a:grpSpLocks noGrp="1" noUngrp="1" noRot="1" noMove="1" noResize="1"/>
          </p:cNvGrpSpPr>
          <p:nvPr userDrawn="1"/>
        </p:nvGrpSpPr>
        <p:grpSpPr>
          <a:xfrm>
            <a:off x="5114176" y="1378800"/>
            <a:ext cx="2022529" cy="2066765"/>
            <a:chOff x="409083" y="1376999"/>
            <a:chExt cx="2022529" cy="2066765"/>
          </a:xfrm>
        </p:grpSpPr>
        <p:sp>
          <p:nvSpPr>
            <p:cNvPr id="59" name="Rectangle: Rounded Corners 10">
              <a:extLst>
                <a:ext uri="{FF2B5EF4-FFF2-40B4-BE49-F238E27FC236}">
                  <a16:creationId xmlns:a16="http://schemas.microsoft.com/office/drawing/2014/main" id="{AB9D01FD-F53B-0273-7219-B6442910F1B9}"/>
                </a:ext>
              </a:extLst>
            </p:cNvPr>
            <p:cNvSpPr>
              <a:spLocks noGrp="1" noRot="1" noMove="1" noResize="1" noEditPoints="1" noAdjustHandles="1" noChangeArrowheads="1" noChangeShapeType="1"/>
            </p:cNvSpPr>
            <p:nvPr userDrawn="1"/>
          </p:nvSpPr>
          <p:spPr>
            <a:xfrm>
              <a:off x="409083" y="1820655"/>
              <a:ext cx="2022529" cy="1620733"/>
            </a:xfrm>
            <a:custGeom>
              <a:avLst/>
              <a:gdLst>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0 w 2022270"/>
                <a:gd name="connsiteY8" fmla="*/ 53085 h 2066765"/>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259 w 2022270"/>
                <a:gd name="connsiteY8" fmla="*/ 454178 h 2066765"/>
                <a:gd name="connsiteX9" fmla="*/ 0 w 2022270"/>
                <a:gd name="connsiteY9" fmla="*/ 53085 h 2066765"/>
                <a:gd name="connsiteX0" fmla="*/ 0 w 2022529"/>
                <a:gd name="connsiteY0" fmla="*/ 53085 h 2066765"/>
                <a:gd name="connsiteX1" fmla="*/ 53085 w 2022529"/>
                <a:gd name="connsiteY1" fmla="*/ 0 h 2066765"/>
                <a:gd name="connsiteX2" fmla="*/ 1969185 w 2022529"/>
                <a:gd name="connsiteY2" fmla="*/ 0 h 2066765"/>
                <a:gd name="connsiteX3" fmla="*/ 2022270 w 2022529"/>
                <a:gd name="connsiteY3" fmla="*/ 53085 h 2066765"/>
                <a:gd name="connsiteX4" fmla="*/ 2022529 w 2022529"/>
                <a:gd name="connsiteY4" fmla="*/ 446032 h 2066765"/>
                <a:gd name="connsiteX5" fmla="*/ 2022270 w 2022529"/>
                <a:gd name="connsiteY5" fmla="*/ 2013680 h 2066765"/>
                <a:gd name="connsiteX6" fmla="*/ 1969185 w 2022529"/>
                <a:gd name="connsiteY6" fmla="*/ 2066765 h 2066765"/>
                <a:gd name="connsiteX7" fmla="*/ 53085 w 2022529"/>
                <a:gd name="connsiteY7" fmla="*/ 2066765 h 2066765"/>
                <a:gd name="connsiteX8" fmla="*/ 0 w 2022529"/>
                <a:gd name="connsiteY8" fmla="*/ 2013680 h 2066765"/>
                <a:gd name="connsiteX9" fmla="*/ 259 w 2022529"/>
                <a:gd name="connsiteY9" fmla="*/ 454178 h 2066765"/>
                <a:gd name="connsiteX10" fmla="*/ 0 w 2022529"/>
                <a:gd name="connsiteY10" fmla="*/ 53085 h 2066765"/>
                <a:gd name="connsiteX0" fmla="*/ 0 w 2128011"/>
                <a:gd name="connsiteY0" fmla="*/ 53085 h 2066765"/>
                <a:gd name="connsiteX1" fmla="*/ 53085 w 2128011"/>
                <a:gd name="connsiteY1" fmla="*/ 0 h 2066765"/>
                <a:gd name="connsiteX2" fmla="*/ 1969185 w 2128011"/>
                <a:gd name="connsiteY2" fmla="*/ 0 h 2066765"/>
                <a:gd name="connsiteX3" fmla="*/ 2022529 w 2128011"/>
                <a:gd name="connsiteY3" fmla="*/ 446032 h 2066765"/>
                <a:gd name="connsiteX4" fmla="*/ 2022270 w 2128011"/>
                <a:gd name="connsiteY4" fmla="*/ 2013680 h 2066765"/>
                <a:gd name="connsiteX5" fmla="*/ 1969185 w 2128011"/>
                <a:gd name="connsiteY5" fmla="*/ 2066765 h 2066765"/>
                <a:gd name="connsiteX6" fmla="*/ 53085 w 2128011"/>
                <a:gd name="connsiteY6" fmla="*/ 2066765 h 2066765"/>
                <a:gd name="connsiteX7" fmla="*/ 0 w 2128011"/>
                <a:gd name="connsiteY7" fmla="*/ 2013680 h 2066765"/>
                <a:gd name="connsiteX8" fmla="*/ 259 w 2128011"/>
                <a:gd name="connsiteY8" fmla="*/ 454178 h 2066765"/>
                <a:gd name="connsiteX9" fmla="*/ 0 w 2128011"/>
                <a:gd name="connsiteY9" fmla="*/ 53085 h 2066765"/>
                <a:gd name="connsiteX0" fmla="*/ 0 w 2022529"/>
                <a:gd name="connsiteY0" fmla="*/ 53085 h 2066765"/>
                <a:gd name="connsiteX1" fmla="*/ 53085 w 2022529"/>
                <a:gd name="connsiteY1" fmla="*/ 0 h 2066765"/>
                <a:gd name="connsiteX2" fmla="*/ 2022529 w 2022529"/>
                <a:gd name="connsiteY2" fmla="*/ 446032 h 2066765"/>
                <a:gd name="connsiteX3" fmla="*/ 2022270 w 2022529"/>
                <a:gd name="connsiteY3" fmla="*/ 2013680 h 2066765"/>
                <a:gd name="connsiteX4" fmla="*/ 1969185 w 2022529"/>
                <a:gd name="connsiteY4" fmla="*/ 2066765 h 2066765"/>
                <a:gd name="connsiteX5" fmla="*/ 53085 w 2022529"/>
                <a:gd name="connsiteY5" fmla="*/ 2066765 h 2066765"/>
                <a:gd name="connsiteX6" fmla="*/ 0 w 2022529"/>
                <a:gd name="connsiteY6" fmla="*/ 2013680 h 2066765"/>
                <a:gd name="connsiteX7" fmla="*/ 259 w 2022529"/>
                <a:gd name="connsiteY7" fmla="*/ 454178 h 2066765"/>
                <a:gd name="connsiteX8" fmla="*/ 0 w 2022529"/>
                <a:gd name="connsiteY8" fmla="*/ 53085 h 2066765"/>
                <a:gd name="connsiteX0" fmla="*/ 0 w 2022529"/>
                <a:gd name="connsiteY0" fmla="*/ 20 h 2013700"/>
                <a:gd name="connsiteX1" fmla="*/ 2022529 w 2022529"/>
                <a:gd name="connsiteY1" fmla="*/ 392967 h 2013700"/>
                <a:gd name="connsiteX2" fmla="*/ 2022270 w 2022529"/>
                <a:gd name="connsiteY2" fmla="*/ 1960615 h 2013700"/>
                <a:gd name="connsiteX3" fmla="*/ 1969185 w 2022529"/>
                <a:gd name="connsiteY3" fmla="*/ 2013700 h 2013700"/>
                <a:gd name="connsiteX4" fmla="*/ 53085 w 2022529"/>
                <a:gd name="connsiteY4" fmla="*/ 2013700 h 2013700"/>
                <a:gd name="connsiteX5" fmla="*/ 0 w 2022529"/>
                <a:gd name="connsiteY5" fmla="*/ 1960615 h 2013700"/>
                <a:gd name="connsiteX6" fmla="*/ 259 w 2022529"/>
                <a:gd name="connsiteY6" fmla="*/ 401113 h 2013700"/>
                <a:gd name="connsiteX7" fmla="*/ 0 w 2022529"/>
                <a:gd name="connsiteY7" fmla="*/ 20 h 2013700"/>
                <a:gd name="connsiteX0" fmla="*/ 259 w 2022529"/>
                <a:gd name="connsiteY0" fmla="*/ 199561 h 1812148"/>
                <a:gd name="connsiteX1" fmla="*/ 2022529 w 2022529"/>
                <a:gd name="connsiteY1" fmla="*/ 191415 h 1812148"/>
                <a:gd name="connsiteX2" fmla="*/ 2022270 w 2022529"/>
                <a:gd name="connsiteY2" fmla="*/ 1759063 h 1812148"/>
                <a:gd name="connsiteX3" fmla="*/ 1969185 w 2022529"/>
                <a:gd name="connsiteY3" fmla="*/ 1812148 h 1812148"/>
                <a:gd name="connsiteX4" fmla="*/ 53085 w 2022529"/>
                <a:gd name="connsiteY4" fmla="*/ 1812148 h 1812148"/>
                <a:gd name="connsiteX5" fmla="*/ 0 w 2022529"/>
                <a:gd name="connsiteY5" fmla="*/ 1759063 h 1812148"/>
                <a:gd name="connsiteX6" fmla="*/ 259 w 2022529"/>
                <a:gd name="connsiteY6" fmla="*/ 199561 h 1812148"/>
                <a:gd name="connsiteX0" fmla="*/ 259 w 2022529"/>
                <a:gd name="connsiteY0" fmla="*/ 121720 h 1734307"/>
                <a:gd name="connsiteX1" fmla="*/ 2022529 w 2022529"/>
                <a:gd name="connsiteY1" fmla="*/ 113574 h 1734307"/>
                <a:gd name="connsiteX2" fmla="*/ 2022270 w 2022529"/>
                <a:gd name="connsiteY2" fmla="*/ 1681222 h 1734307"/>
                <a:gd name="connsiteX3" fmla="*/ 1969185 w 2022529"/>
                <a:gd name="connsiteY3" fmla="*/ 1734307 h 1734307"/>
                <a:gd name="connsiteX4" fmla="*/ 53085 w 2022529"/>
                <a:gd name="connsiteY4" fmla="*/ 1734307 h 1734307"/>
                <a:gd name="connsiteX5" fmla="*/ 0 w 2022529"/>
                <a:gd name="connsiteY5" fmla="*/ 1681222 h 1734307"/>
                <a:gd name="connsiteX6" fmla="*/ 259 w 2022529"/>
                <a:gd name="connsiteY6" fmla="*/ 121720 h 1734307"/>
                <a:gd name="connsiteX0" fmla="*/ 259 w 2022529"/>
                <a:gd name="connsiteY0" fmla="*/ 8146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146 h 1620733"/>
                <a:gd name="connsiteX0" fmla="*/ 259 w 2022529"/>
                <a:gd name="connsiteY0" fmla="*/ 842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42 h 1620733"/>
                <a:gd name="connsiteX0" fmla="*/ 259 w 2022529"/>
                <a:gd name="connsiteY0" fmla="*/ 0 h 1626241"/>
                <a:gd name="connsiteX1" fmla="*/ 2022529 w 2022529"/>
                <a:gd name="connsiteY1" fmla="*/ 5508 h 1626241"/>
                <a:gd name="connsiteX2" fmla="*/ 2022270 w 2022529"/>
                <a:gd name="connsiteY2" fmla="*/ 1573156 h 1626241"/>
                <a:gd name="connsiteX3" fmla="*/ 1969185 w 2022529"/>
                <a:gd name="connsiteY3" fmla="*/ 1626241 h 1626241"/>
                <a:gd name="connsiteX4" fmla="*/ 53085 w 2022529"/>
                <a:gd name="connsiteY4" fmla="*/ 1626241 h 1626241"/>
                <a:gd name="connsiteX5" fmla="*/ 0 w 2022529"/>
                <a:gd name="connsiteY5" fmla="*/ 1573156 h 1626241"/>
                <a:gd name="connsiteX6" fmla="*/ 259 w 2022529"/>
                <a:gd name="connsiteY6" fmla="*/ 0 h 1626241"/>
                <a:gd name="connsiteX0" fmla="*/ 259 w 2022529"/>
                <a:gd name="connsiteY0" fmla="*/ 1900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1900 h 1620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2529" h="1620733">
                  <a:moveTo>
                    <a:pt x="259" y="1900"/>
                  </a:moveTo>
                  <a:lnTo>
                    <a:pt x="2022529" y="0"/>
                  </a:lnTo>
                  <a:cubicBezTo>
                    <a:pt x="2022443" y="522549"/>
                    <a:pt x="2022356" y="1045099"/>
                    <a:pt x="2022270" y="1567648"/>
                  </a:cubicBezTo>
                  <a:cubicBezTo>
                    <a:pt x="2022270" y="1596966"/>
                    <a:pt x="1998503" y="1620733"/>
                    <a:pt x="1969185" y="1620733"/>
                  </a:cubicBezTo>
                  <a:lnTo>
                    <a:pt x="53085" y="1620733"/>
                  </a:lnTo>
                  <a:cubicBezTo>
                    <a:pt x="23767" y="1620733"/>
                    <a:pt x="0" y="1596966"/>
                    <a:pt x="0" y="1567648"/>
                  </a:cubicBezTo>
                  <a:cubicBezTo>
                    <a:pt x="86" y="1047814"/>
                    <a:pt x="173" y="521734"/>
                    <a:pt x="259" y="1900"/>
                  </a:cubicBezTo>
                  <a:close/>
                </a:path>
              </a:pathLst>
            </a:cu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Rounded Corners 59">
              <a:extLst>
                <a:ext uri="{FF2B5EF4-FFF2-40B4-BE49-F238E27FC236}">
                  <a16:creationId xmlns:a16="http://schemas.microsoft.com/office/drawing/2014/main" id="{D6CA3CC7-4297-AC28-9A8D-B7C2A2761B5C}"/>
                </a:ext>
              </a:extLst>
            </p:cNvPr>
            <p:cNvSpPr>
              <a:spLocks noGrp="1" noRot="1" noMove="1" noResize="1" noEditPoints="1" noAdjustHandles="1" noChangeArrowheads="1" noChangeShapeType="1"/>
            </p:cNvSpPr>
            <p:nvPr userDrawn="1"/>
          </p:nvSpPr>
          <p:spPr>
            <a:xfrm>
              <a:off x="409342" y="1376999"/>
              <a:ext cx="2022270" cy="2066765"/>
            </a:xfrm>
            <a:prstGeom prst="roundRect">
              <a:avLst>
                <a:gd name="adj" fmla="val 2625"/>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1" name="Text Placeholder 13">
            <a:extLst>
              <a:ext uri="{FF2B5EF4-FFF2-40B4-BE49-F238E27FC236}">
                <a16:creationId xmlns:a16="http://schemas.microsoft.com/office/drawing/2014/main" id="{361CECED-3E0B-8988-3566-07B2C0D8EF57}"/>
              </a:ext>
            </a:extLst>
          </p:cNvPr>
          <p:cNvSpPr>
            <a:spLocks noGrp="1" noRot="1" noMove="1" noResize="1" noEditPoints="1" noAdjustHandles="1" noChangeArrowheads="1" noChangeShapeType="1"/>
          </p:cNvSpPr>
          <p:nvPr>
            <p:ph type="body" sz="quarter" idx="35" hasCustomPrompt="1"/>
          </p:nvPr>
        </p:nvSpPr>
        <p:spPr>
          <a:xfrm>
            <a:off x="5212800" y="1432800"/>
            <a:ext cx="1895305" cy="354356"/>
          </a:xfrm>
        </p:spPr>
        <p:txBody>
          <a:bodyPr/>
          <a:lstStyle>
            <a:lvl1pPr marL="0" indent="0" algn="l">
              <a:lnSpc>
                <a:spcPts val="1920"/>
              </a:lnSpc>
              <a:spcAft>
                <a:spcPts val="0"/>
              </a:spcAft>
              <a:buFont typeface="Arial" panose="020B0604020202020204" pitchFamily="34" charset="0"/>
              <a:buNone/>
              <a:defRPr sz="1600" b="1">
                <a:solidFill>
                  <a:schemeClr val="bg1"/>
                </a:solidFill>
                <a:latin typeface="+mj-lt"/>
              </a:defRPr>
            </a:lvl1pPr>
            <a:lvl2pPr marL="0" indent="0" algn="l">
              <a:lnSpc>
                <a:spcPts val="1400"/>
              </a:lnSpc>
              <a:buNone/>
              <a:defRPr sz="1000">
                <a:solidFill>
                  <a:schemeClr val="accent1"/>
                </a:solidFill>
              </a:defRPr>
            </a:lvl2pPr>
          </a:lstStyle>
          <a:p>
            <a:pPr lvl="0"/>
            <a:r>
              <a:rPr lang="en-US"/>
              <a:t>Click to add heading</a:t>
            </a:r>
          </a:p>
        </p:txBody>
      </p:sp>
      <p:sp>
        <p:nvSpPr>
          <p:cNvPr id="62" name="Text Placeholder 13">
            <a:extLst>
              <a:ext uri="{FF2B5EF4-FFF2-40B4-BE49-F238E27FC236}">
                <a16:creationId xmlns:a16="http://schemas.microsoft.com/office/drawing/2014/main" id="{89512212-04FB-FDA3-5295-B4950E8EEBC7}"/>
              </a:ext>
            </a:extLst>
          </p:cNvPr>
          <p:cNvSpPr>
            <a:spLocks noGrp="1" noRot="1" noMove="1" noResize="1" noEditPoints="1" noAdjustHandles="1" noChangeArrowheads="1" noChangeShapeType="1"/>
          </p:cNvSpPr>
          <p:nvPr>
            <p:ph type="body" sz="quarter" idx="36"/>
          </p:nvPr>
        </p:nvSpPr>
        <p:spPr>
          <a:xfrm>
            <a:off x="5212800" y="1936800"/>
            <a:ext cx="1895305" cy="1492265"/>
          </a:xfrm>
        </p:spPr>
        <p:txBody>
          <a:bodyPr/>
          <a:lstStyle>
            <a:lvl1pPr marL="0" indent="0" algn="l">
              <a:lnSpc>
                <a:spcPts val="1400"/>
              </a:lnSpc>
              <a:spcAft>
                <a:spcPts val="0"/>
              </a:spcAft>
              <a:buFont typeface="Arial" panose="020B0604020202020204" pitchFamily="34" charset="0"/>
              <a:buNone/>
              <a:defRPr sz="1200" b="0">
                <a:solidFill>
                  <a:schemeClr val="tx2"/>
                </a:solidFill>
                <a:latin typeface="+mn-lt"/>
              </a:defRPr>
            </a:lvl1pPr>
            <a:lvl2pPr marL="0" indent="0" algn="l">
              <a:lnSpc>
                <a:spcPts val="1400"/>
              </a:lnSpc>
              <a:spcAft>
                <a:spcPts val="0"/>
              </a:spcAft>
              <a:buNone/>
              <a:defRPr sz="1000" b="0">
                <a:solidFill>
                  <a:schemeClr val="tx2"/>
                </a:solidFill>
                <a:latin typeface="+mn-lt"/>
              </a:defRPr>
            </a:lvl2pPr>
          </a:lstStyle>
          <a:p>
            <a:pPr lvl="0"/>
            <a:r>
              <a:rPr lang="en-GB"/>
              <a:t>Click to edit Master text styles</a:t>
            </a:r>
          </a:p>
          <a:p>
            <a:pPr lvl="1"/>
            <a:r>
              <a:rPr lang="en-GB"/>
              <a:t>Second level</a:t>
            </a:r>
          </a:p>
        </p:txBody>
      </p:sp>
      <p:grpSp>
        <p:nvGrpSpPr>
          <p:cNvPr id="63" name="Group 62">
            <a:extLst>
              <a:ext uri="{FF2B5EF4-FFF2-40B4-BE49-F238E27FC236}">
                <a16:creationId xmlns:a16="http://schemas.microsoft.com/office/drawing/2014/main" id="{0EABFB84-0925-FBFD-0840-73B18147AA89}"/>
              </a:ext>
            </a:extLst>
          </p:cNvPr>
          <p:cNvGrpSpPr>
            <a:grpSpLocks noGrp="1" noUngrp="1" noRot="1" noMove="1" noResize="1"/>
          </p:cNvGrpSpPr>
          <p:nvPr userDrawn="1"/>
        </p:nvGrpSpPr>
        <p:grpSpPr>
          <a:xfrm>
            <a:off x="7469395" y="1378800"/>
            <a:ext cx="2022529" cy="2066765"/>
            <a:chOff x="409083" y="1376999"/>
            <a:chExt cx="2022529" cy="2066765"/>
          </a:xfrm>
        </p:grpSpPr>
        <p:sp>
          <p:nvSpPr>
            <p:cNvPr id="64" name="Rectangle: Rounded Corners 10">
              <a:extLst>
                <a:ext uri="{FF2B5EF4-FFF2-40B4-BE49-F238E27FC236}">
                  <a16:creationId xmlns:a16="http://schemas.microsoft.com/office/drawing/2014/main" id="{4B306376-C86B-E7A1-2063-0BE89C720807}"/>
                </a:ext>
              </a:extLst>
            </p:cNvPr>
            <p:cNvSpPr>
              <a:spLocks noGrp="1" noRot="1" noMove="1" noResize="1" noEditPoints="1" noAdjustHandles="1" noChangeArrowheads="1" noChangeShapeType="1"/>
            </p:cNvSpPr>
            <p:nvPr userDrawn="1"/>
          </p:nvSpPr>
          <p:spPr>
            <a:xfrm>
              <a:off x="409083" y="1820655"/>
              <a:ext cx="2022529" cy="1620733"/>
            </a:xfrm>
            <a:custGeom>
              <a:avLst/>
              <a:gdLst>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0 w 2022270"/>
                <a:gd name="connsiteY8" fmla="*/ 53085 h 2066765"/>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259 w 2022270"/>
                <a:gd name="connsiteY8" fmla="*/ 454178 h 2066765"/>
                <a:gd name="connsiteX9" fmla="*/ 0 w 2022270"/>
                <a:gd name="connsiteY9" fmla="*/ 53085 h 2066765"/>
                <a:gd name="connsiteX0" fmla="*/ 0 w 2022529"/>
                <a:gd name="connsiteY0" fmla="*/ 53085 h 2066765"/>
                <a:gd name="connsiteX1" fmla="*/ 53085 w 2022529"/>
                <a:gd name="connsiteY1" fmla="*/ 0 h 2066765"/>
                <a:gd name="connsiteX2" fmla="*/ 1969185 w 2022529"/>
                <a:gd name="connsiteY2" fmla="*/ 0 h 2066765"/>
                <a:gd name="connsiteX3" fmla="*/ 2022270 w 2022529"/>
                <a:gd name="connsiteY3" fmla="*/ 53085 h 2066765"/>
                <a:gd name="connsiteX4" fmla="*/ 2022529 w 2022529"/>
                <a:gd name="connsiteY4" fmla="*/ 446032 h 2066765"/>
                <a:gd name="connsiteX5" fmla="*/ 2022270 w 2022529"/>
                <a:gd name="connsiteY5" fmla="*/ 2013680 h 2066765"/>
                <a:gd name="connsiteX6" fmla="*/ 1969185 w 2022529"/>
                <a:gd name="connsiteY6" fmla="*/ 2066765 h 2066765"/>
                <a:gd name="connsiteX7" fmla="*/ 53085 w 2022529"/>
                <a:gd name="connsiteY7" fmla="*/ 2066765 h 2066765"/>
                <a:gd name="connsiteX8" fmla="*/ 0 w 2022529"/>
                <a:gd name="connsiteY8" fmla="*/ 2013680 h 2066765"/>
                <a:gd name="connsiteX9" fmla="*/ 259 w 2022529"/>
                <a:gd name="connsiteY9" fmla="*/ 454178 h 2066765"/>
                <a:gd name="connsiteX10" fmla="*/ 0 w 2022529"/>
                <a:gd name="connsiteY10" fmla="*/ 53085 h 2066765"/>
                <a:gd name="connsiteX0" fmla="*/ 0 w 2128011"/>
                <a:gd name="connsiteY0" fmla="*/ 53085 h 2066765"/>
                <a:gd name="connsiteX1" fmla="*/ 53085 w 2128011"/>
                <a:gd name="connsiteY1" fmla="*/ 0 h 2066765"/>
                <a:gd name="connsiteX2" fmla="*/ 1969185 w 2128011"/>
                <a:gd name="connsiteY2" fmla="*/ 0 h 2066765"/>
                <a:gd name="connsiteX3" fmla="*/ 2022529 w 2128011"/>
                <a:gd name="connsiteY3" fmla="*/ 446032 h 2066765"/>
                <a:gd name="connsiteX4" fmla="*/ 2022270 w 2128011"/>
                <a:gd name="connsiteY4" fmla="*/ 2013680 h 2066765"/>
                <a:gd name="connsiteX5" fmla="*/ 1969185 w 2128011"/>
                <a:gd name="connsiteY5" fmla="*/ 2066765 h 2066765"/>
                <a:gd name="connsiteX6" fmla="*/ 53085 w 2128011"/>
                <a:gd name="connsiteY6" fmla="*/ 2066765 h 2066765"/>
                <a:gd name="connsiteX7" fmla="*/ 0 w 2128011"/>
                <a:gd name="connsiteY7" fmla="*/ 2013680 h 2066765"/>
                <a:gd name="connsiteX8" fmla="*/ 259 w 2128011"/>
                <a:gd name="connsiteY8" fmla="*/ 454178 h 2066765"/>
                <a:gd name="connsiteX9" fmla="*/ 0 w 2128011"/>
                <a:gd name="connsiteY9" fmla="*/ 53085 h 2066765"/>
                <a:gd name="connsiteX0" fmla="*/ 0 w 2022529"/>
                <a:gd name="connsiteY0" fmla="*/ 53085 h 2066765"/>
                <a:gd name="connsiteX1" fmla="*/ 53085 w 2022529"/>
                <a:gd name="connsiteY1" fmla="*/ 0 h 2066765"/>
                <a:gd name="connsiteX2" fmla="*/ 2022529 w 2022529"/>
                <a:gd name="connsiteY2" fmla="*/ 446032 h 2066765"/>
                <a:gd name="connsiteX3" fmla="*/ 2022270 w 2022529"/>
                <a:gd name="connsiteY3" fmla="*/ 2013680 h 2066765"/>
                <a:gd name="connsiteX4" fmla="*/ 1969185 w 2022529"/>
                <a:gd name="connsiteY4" fmla="*/ 2066765 h 2066765"/>
                <a:gd name="connsiteX5" fmla="*/ 53085 w 2022529"/>
                <a:gd name="connsiteY5" fmla="*/ 2066765 h 2066765"/>
                <a:gd name="connsiteX6" fmla="*/ 0 w 2022529"/>
                <a:gd name="connsiteY6" fmla="*/ 2013680 h 2066765"/>
                <a:gd name="connsiteX7" fmla="*/ 259 w 2022529"/>
                <a:gd name="connsiteY7" fmla="*/ 454178 h 2066765"/>
                <a:gd name="connsiteX8" fmla="*/ 0 w 2022529"/>
                <a:gd name="connsiteY8" fmla="*/ 53085 h 2066765"/>
                <a:gd name="connsiteX0" fmla="*/ 0 w 2022529"/>
                <a:gd name="connsiteY0" fmla="*/ 20 h 2013700"/>
                <a:gd name="connsiteX1" fmla="*/ 2022529 w 2022529"/>
                <a:gd name="connsiteY1" fmla="*/ 392967 h 2013700"/>
                <a:gd name="connsiteX2" fmla="*/ 2022270 w 2022529"/>
                <a:gd name="connsiteY2" fmla="*/ 1960615 h 2013700"/>
                <a:gd name="connsiteX3" fmla="*/ 1969185 w 2022529"/>
                <a:gd name="connsiteY3" fmla="*/ 2013700 h 2013700"/>
                <a:gd name="connsiteX4" fmla="*/ 53085 w 2022529"/>
                <a:gd name="connsiteY4" fmla="*/ 2013700 h 2013700"/>
                <a:gd name="connsiteX5" fmla="*/ 0 w 2022529"/>
                <a:gd name="connsiteY5" fmla="*/ 1960615 h 2013700"/>
                <a:gd name="connsiteX6" fmla="*/ 259 w 2022529"/>
                <a:gd name="connsiteY6" fmla="*/ 401113 h 2013700"/>
                <a:gd name="connsiteX7" fmla="*/ 0 w 2022529"/>
                <a:gd name="connsiteY7" fmla="*/ 20 h 2013700"/>
                <a:gd name="connsiteX0" fmla="*/ 259 w 2022529"/>
                <a:gd name="connsiteY0" fmla="*/ 199561 h 1812148"/>
                <a:gd name="connsiteX1" fmla="*/ 2022529 w 2022529"/>
                <a:gd name="connsiteY1" fmla="*/ 191415 h 1812148"/>
                <a:gd name="connsiteX2" fmla="*/ 2022270 w 2022529"/>
                <a:gd name="connsiteY2" fmla="*/ 1759063 h 1812148"/>
                <a:gd name="connsiteX3" fmla="*/ 1969185 w 2022529"/>
                <a:gd name="connsiteY3" fmla="*/ 1812148 h 1812148"/>
                <a:gd name="connsiteX4" fmla="*/ 53085 w 2022529"/>
                <a:gd name="connsiteY4" fmla="*/ 1812148 h 1812148"/>
                <a:gd name="connsiteX5" fmla="*/ 0 w 2022529"/>
                <a:gd name="connsiteY5" fmla="*/ 1759063 h 1812148"/>
                <a:gd name="connsiteX6" fmla="*/ 259 w 2022529"/>
                <a:gd name="connsiteY6" fmla="*/ 199561 h 1812148"/>
                <a:gd name="connsiteX0" fmla="*/ 259 w 2022529"/>
                <a:gd name="connsiteY0" fmla="*/ 121720 h 1734307"/>
                <a:gd name="connsiteX1" fmla="*/ 2022529 w 2022529"/>
                <a:gd name="connsiteY1" fmla="*/ 113574 h 1734307"/>
                <a:gd name="connsiteX2" fmla="*/ 2022270 w 2022529"/>
                <a:gd name="connsiteY2" fmla="*/ 1681222 h 1734307"/>
                <a:gd name="connsiteX3" fmla="*/ 1969185 w 2022529"/>
                <a:gd name="connsiteY3" fmla="*/ 1734307 h 1734307"/>
                <a:gd name="connsiteX4" fmla="*/ 53085 w 2022529"/>
                <a:gd name="connsiteY4" fmla="*/ 1734307 h 1734307"/>
                <a:gd name="connsiteX5" fmla="*/ 0 w 2022529"/>
                <a:gd name="connsiteY5" fmla="*/ 1681222 h 1734307"/>
                <a:gd name="connsiteX6" fmla="*/ 259 w 2022529"/>
                <a:gd name="connsiteY6" fmla="*/ 121720 h 1734307"/>
                <a:gd name="connsiteX0" fmla="*/ 259 w 2022529"/>
                <a:gd name="connsiteY0" fmla="*/ 8146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146 h 1620733"/>
                <a:gd name="connsiteX0" fmla="*/ 259 w 2022529"/>
                <a:gd name="connsiteY0" fmla="*/ 842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42 h 1620733"/>
                <a:gd name="connsiteX0" fmla="*/ 259 w 2022529"/>
                <a:gd name="connsiteY0" fmla="*/ 0 h 1626241"/>
                <a:gd name="connsiteX1" fmla="*/ 2022529 w 2022529"/>
                <a:gd name="connsiteY1" fmla="*/ 5508 h 1626241"/>
                <a:gd name="connsiteX2" fmla="*/ 2022270 w 2022529"/>
                <a:gd name="connsiteY2" fmla="*/ 1573156 h 1626241"/>
                <a:gd name="connsiteX3" fmla="*/ 1969185 w 2022529"/>
                <a:gd name="connsiteY3" fmla="*/ 1626241 h 1626241"/>
                <a:gd name="connsiteX4" fmla="*/ 53085 w 2022529"/>
                <a:gd name="connsiteY4" fmla="*/ 1626241 h 1626241"/>
                <a:gd name="connsiteX5" fmla="*/ 0 w 2022529"/>
                <a:gd name="connsiteY5" fmla="*/ 1573156 h 1626241"/>
                <a:gd name="connsiteX6" fmla="*/ 259 w 2022529"/>
                <a:gd name="connsiteY6" fmla="*/ 0 h 1626241"/>
                <a:gd name="connsiteX0" fmla="*/ 259 w 2022529"/>
                <a:gd name="connsiteY0" fmla="*/ 1900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1900 h 1620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2529" h="1620733">
                  <a:moveTo>
                    <a:pt x="259" y="1900"/>
                  </a:moveTo>
                  <a:lnTo>
                    <a:pt x="2022529" y="0"/>
                  </a:lnTo>
                  <a:cubicBezTo>
                    <a:pt x="2022443" y="522549"/>
                    <a:pt x="2022356" y="1045099"/>
                    <a:pt x="2022270" y="1567648"/>
                  </a:cubicBezTo>
                  <a:cubicBezTo>
                    <a:pt x="2022270" y="1596966"/>
                    <a:pt x="1998503" y="1620733"/>
                    <a:pt x="1969185" y="1620733"/>
                  </a:cubicBezTo>
                  <a:lnTo>
                    <a:pt x="53085" y="1620733"/>
                  </a:lnTo>
                  <a:cubicBezTo>
                    <a:pt x="23767" y="1620733"/>
                    <a:pt x="0" y="1596966"/>
                    <a:pt x="0" y="1567648"/>
                  </a:cubicBezTo>
                  <a:cubicBezTo>
                    <a:pt x="86" y="1047814"/>
                    <a:pt x="173" y="521734"/>
                    <a:pt x="259" y="1900"/>
                  </a:cubicBezTo>
                  <a:close/>
                </a:path>
              </a:pathLst>
            </a:cu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Rectangle: Rounded Corners 64">
              <a:extLst>
                <a:ext uri="{FF2B5EF4-FFF2-40B4-BE49-F238E27FC236}">
                  <a16:creationId xmlns:a16="http://schemas.microsoft.com/office/drawing/2014/main" id="{583CE4CC-4431-FE42-BED1-EE10E60B0F36}"/>
                </a:ext>
              </a:extLst>
            </p:cNvPr>
            <p:cNvSpPr>
              <a:spLocks noGrp="1" noRot="1" noMove="1" noResize="1" noEditPoints="1" noAdjustHandles="1" noChangeArrowheads="1" noChangeShapeType="1"/>
            </p:cNvSpPr>
            <p:nvPr userDrawn="1"/>
          </p:nvSpPr>
          <p:spPr>
            <a:xfrm>
              <a:off x="409342" y="1376999"/>
              <a:ext cx="2022270" cy="2066765"/>
            </a:xfrm>
            <a:prstGeom prst="roundRect">
              <a:avLst>
                <a:gd name="adj" fmla="val 2625"/>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6" name="Text Placeholder 13">
            <a:extLst>
              <a:ext uri="{FF2B5EF4-FFF2-40B4-BE49-F238E27FC236}">
                <a16:creationId xmlns:a16="http://schemas.microsoft.com/office/drawing/2014/main" id="{BE2F5976-869A-DA31-EBBA-86229C43EF0E}"/>
              </a:ext>
            </a:extLst>
          </p:cNvPr>
          <p:cNvSpPr>
            <a:spLocks noGrp="1" noRot="1" noMove="1" noResize="1" noEditPoints="1" noAdjustHandles="1" noChangeArrowheads="1" noChangeShapeType="1"/>
          </p:cNvSpPr>
          <p:nvPr>
            <p:ph type="body" sz="quarter" idx="37" hasCustomPrompt="1"/>
          </p:nvPr>
        </p:nvSpPr>
        <p:spPr>
          <a:xfrm>
            <a:off x="7567200" y="1432800"/>
            <a:ext cx="1895305" cy="354356"/>
          </a:xfrm>
        </p:spPr>
        <p:txBody>
          <a:bodyPr/>
          <a:lstStyle>
            <a:lvl1pPr marL="0" indent="0" algn="l">
              <a:lnSpc>
                <a:spcPts val="1920"/>
              </a:lnSpc>
              <a:spcAft>
                <a:spcPts val="0"/>
              </a:spcAft>
              <a:buFont typeface="Arial" panose="020B0604020202020204" pitchFamily="34" charset="0"/>
              <a:buNone/>
              <a:defRPr sz="1600" b="1">
                <a:solidFill>
                  <a:schemeClr val="bg1"/>
                </a:solidFill>
                <a:latin typeface="+mj-lt"/>
              </a:defRPr>
            </a:lvl1pPr>
            <a:lvl2pPr marL="0" indent="0" algn="l">
              <a:lnSpc>
                <a:spcPts val="1400"/>
              </a:lnSpc>
              <a:buNone/>
              <a:defRPr sz="1000">
                <a:solidFill>
                  <a:schemeClr val="accent1"/>
                </a:solidFill>
              </a:defRPr>
            </a:lvl2pPr>
          </a:lstStyle>
          <a:p>
            <a:pPr lvl="0"/>
            <a:r>
              <a:rPr lang="en-US"/>
              <a:t>Click to add heading</a:t>
            </a:r>
          </a:p>
        </p:txBody>
      </p:sp>
      <p:sp>
        <p:nvSpPr>
          <p:cNvPr id="67" name="Text Placeholder 13">
            <a:extLst>
              <a:ext uri="{FF2B5EF4-FFF2-40B4-BE49-F238E27FC236}">
                <a16:creationId xmlns:a16="http://schemas.microsoft.com/office/drawing/2014/main" id="{59CE6828-D358-93F8-1A61-B0AA07977227}"/>
              </a:ext>
            </a:extLst>
          </p:cNvPr>
          <p:cNvSpPr>
            <a:spLocks noGrp="1" noRot="1" noMove="1" noResize="1" noEditPoints="1" noAdjustHandles="1" noChangeArrowheads="1" noChangeShapeType="1"/>
          </p:cNvSpPr>
          <p:nvPr>
            <p:ph type="body" sz="quarter" idx="38"/>
          </p:nvPr>
        </p:nvSpPr>
        <p:spPr>
          <a:xfrm>
            <a:off x="7567200" y="1936800"/>
            <a:ext cx="1895305" cy="1492265"/>
          </a:xfrm>
        </p:spPr>
        <p:txBody>
          <a:bodyPr/>
          <a:lstStyle>
            <a:lvl1pPr marL="0" indent="0" algn="l">
              <a:lnSpc>
                <a:spcPts val="1400"/>
              </a:lnSpc>
              <a:spcAft>
                <a:spcPts val="0"/>
              </a:spcAft>
              <a:buFont typeface="Arial" panose="020B0604020202020204" pitchFamily="34" charset="0"/>
              <a:buNone/>
              <a:defRPr sz="1200" b="0">
                <a:solidFill>
                  <a:schemeClr val="tx2"/>
                </a:solidFill>
                <a:latin typeface="+mn-lt"/>
              </a:defRPr>
            </a:lvl1pPr>
            <a:lvl2pPr marL="0" indent="0" algn="l">
              <a:lnSpc>
                <a:spcPts val="1400"/>
              </a:lnSpc>
              <a:spcAft>
                <a:spcPts val="0"/>
              </a:spcAft>
              <a:buNone/>
              <a:defRPr sz="1000" b="0">
                <a:solidFill>
                  <a:schemeClr val="tx2"/>
                </a:solidFill>
                <a:latin typeface="+mn-lt"/>
              </a:defRPr>
            </a:lvl2pPr>
          </a:lstStyle>
          <a:p>
            <a:pPr lvl="0"/>
            <a:r>
              <a:rPr lang="en-GB"/>
              <a:t>Click to edit Master text styles</a:t>
            </a:r>
          </a:p>
          <a:p>
            <a:pPr lvl="1"/>
            <a:r>
              <a:rPr lang="en-GB"/>
              <a:t>Second level</a:t>
            </a:r>
          </a:p>
        </p:txBody>
      </p:sp>
      <p:grpSp>
        <p:nvGrpSpPr>
          <p:cNvPr id="68" name="Group 67">
            <a:extLst>
              <a:ext uri="{FF2B5EF4-FFF2-40B4-BE49-F238E27FC236}">
                <a16:creationId xmlns:a16="http://schemas.microsoft.com/office/drawing/2014/main" id="{7A3FB9E9-17C4-FFA1-BEB4-637A5057A5C6}"/>
              </a:ext>
            </a:extLst>
          </p:cNvPr>
          <p:cNvGrpSpPr>
            <a:grpSpLocks noGrp="1" noUngrp="1" noRot="1" noMove="1" noResize="1"/>
          </p:cNvGrpSpPr>
          <p:nvPr userDrawn="1"/>
        </p:nvGrpSpPr>
        <p:grpSpPr>
          <a:xfrm>
            <a:off x="5108831" y="3927600"/>
            <a:ext cx="2022529" cy="2066765"/>
            <a:chOff x="409083" y="1376999"/>
            <a:chExt cx="2022529" cy="2066765"/>
          </a:xfrm>
        </p:grpSpPr>
        <p:sp>
          <p:nvSpPr>
            <p:cNvPr id="69" name="Rectangle: Rounded Corners 10">
              <a:extLst>
                <a:ext uri="{FF2B5EF4-FFF2-40B4-BE49-F238E27FC236}">
                  <a16:creationId xmlns:a16="http://schemas.microsoft.com/office/drawing/2014/main" id="{4AAC11EB-E29E-D57A-D442-14891B3837FE}"/>
                </a:ext>
              </a:extLst>
            </p:cNvPr>
            <p:cNvSpPr>
              <a:spLocks noGrp="1" noRot="1" noMove="1" noResize="1" noEditPoints="1" noAdjustHandles="1" noChangeArrowheads="1" noChangeShapeType="1"/>
            </p:cNvSpPr>
            <p:nvPr userDrawn="1"/>
          </p:nvSpPr>
          <p:spPr>
            <a:xfrm>
              <a:off x="409083" y="1820655"/>
              <a:ext cx="2022529" cy="1620733"/>
            </a:xfrm>
            <a:custGeom>
              <a:avLst/>
              <a:gdLst>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0 w 2022270"/>
                <a:gd name="connsiteY8" fmla="*/ 53085 h 2066765"/>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259 w 2022270"/>
                <a:gd name="connsiteY8" fmla="*/ 454178 h 2066765"/>
                <a:gd name="connsiteX9" fmla="*/ 0 w 2022270"/>
                <a:gd name="connsiteY9" fmla="*/ 53085 h 2066765"/>
                <a:gd name="connsiteX0" fmla="*/ 0 w 2022529"/>
                <a:gd name="connsiteY0" fmla="*/ 53085 h 2066765"/>
                <a:gd name="connsiteX1" fmla="*/ 53085 w 2022529"/>
                <a:gd name="connsiteY1" fmla="*/ 0 h 2066765"/>
                <a:gd name="connsiteX2" fmla="*/ 1969185 w 2022529"/>
                <a:gd name="connsiteY2" fmla="*/ 0 h 2066765"/>
                <a:gd name="connsiteX3" fmla="*/ 2022270 w 2022529"/>
                <a:gd name="connsiteY3" fmla="*/ 53085 h 2066765"/>
                <a:gd name="connsiteX4" fmla="*/ 2022529 w 2022529"/>
                <a:gd name="connsiteY4" fmla="*/ 446032 h 2066765"/>
                <a:gd name="connsiteX5" fmla="*/ 2022270 w 2022529"/>
                <a:gd name="connsiteY5" fmla="*/ 2013680 h 2066765"/>
                <a:gd name="connsiteX6" fmla="*/ 1969185 w 2022529"/>
                <a:gd name="connsiteY6" fmla="*/ 2066765 h 2066765"/>
                <a:gd name="connsiteX7" fmla="*/ 53085 w 2022529"/>
                <a:gd name="connsiteY7" fmla="*/ 2066765 h 2066765"/>
                <a:gd name="connsiteX8" fmla="*/ 0 w 2022529"/>
                <a:gd name="connsiteY8" fmla="*/ 2013680 h 2066765"/>
                <a:gd name="connsiteX9" fmla="*/ 259 w 2022529"/>
                <a:gd name="connsiteY9" fmla="*/ 454178 h 2066765"/>
                <a:gd name="connsiteX10" fmla="*/ 0 w 2022529"/>
                <a:gd name="connsiteY10" fmla="*/ 53085 h 2066765"/>
                <a:gd name="connsiteX0" fmla="*/ 0 w 2128011"/>
                <a:gd name="connsiteY0" fmla="*/ 53085 h 2066765"/>
                <a:gd name="connsiteX1" fmla="*/ 53085 w 2128011"/>
                <a:gd name="connsiteY1" fmla="*/ 0 h 2066765"/>
                <a:gd name="connsiteX2" fmla="*/ 1969185 w 2128011"/>
                <a:gd name="connsiteY2" fmla="*/ 0 h 2066765"/>
                <a:gd name="connsiteX3" fmla="*/ 2022529 w 2128011"/>
                <a:gd name="connsiteY3" fmla="*/ 446032 h 2066765"/>
                <a:gd name="connsiteX4" fmla="*/ 2022270 w 2128011"/>
                <a:gd name="connsiteY4" fmla="*/ 2013680 h 2066765"/>
                <a:gd name="connsiteX5" fmla="*/ 1969185 w 2128011"/>
                <a:gd name="connsiteY5" fmla="*/ 2066765 h 2066765"/>
                <a:gd name="connsiteX6" fmla="*/ 53085 w 2128011"/>
                <a:gd name="connsiteY6" fmla="*/ 2066765 h 2066765"/>
                <a:gd name="connsiteX7" fmla="*/ 0 w 2128011"/>
                <a:gd name="connsiteY7" fmla="*/ 2013680 h 2066765"/>
                <a:gd name="connsiteX8" fmla="*/ 259 w 2128011"/>
                <a:gd name="connsiteY8" fmla="*/ 454178 h 2066765"/>
                <a:gd name="connsiteX9" fmla="*/ 0 w 2128011"/>
                <a:gd name="connsiteY9" fmla="*/ 53085 h 2066765"/>
                <a:gd name="connsiteX0" fmla="*/ 0 w 2022529"/>
                <a:gd name="connsiteY0" fmla="*/ 53085 h 2066765"/>
                <a:gd name="connsiteX1" fmla="*/ 53085 w 2022529"/>
                <a:gd name="connsiteY1" fmla="*/ 0 h 2066765"/>
                <a:gd name="connsiteX2" fmla="*/ 2022529 w 2022529"/>
                <a:gd name="connsiteY2" fmla="*/ 446032 h 2066765"/>
                <a:gd name="connsiteX3" fmla="*/ 2022270 w 2022529"/>
                <a:gd name="connsiteY3" fmla="*/ 2013680 h 2066765"/>
                <a:gd name="connsiteX4" fmla="*/ 1969185 w 2022529"/>
                <a:gd name="connsiteY4" fmla="*/ 2066765 h 2066765"/>
                <a:gd name="connsiteX5" fmla="*/ 53085 w 2022529"/>
                <a:gd name="connsiteY5" fmla="*/ 2066765 h 2066765"/>
                <a:gd name="connsiteX6" fmla="*/ 0 w 2022529"/>
                <a:gd name="connsiteY6" fmla="*/ 2013680 h 2066765"/>
                <a:gd name="connsiteX7" fmla="*/ 259 w 2022529"/>
                <a:gd name="connsiteY7" fmla="*/ 454178 h 2066765"/>
                <a:gd name="connsiteX8" fmla="*/ 0 w 2022529"/>
                <a:gd name="connsiteY8" fmla="*/ 53085 h 2066765"/>
                <a:gd name="connsiteX0" fmla="*/ 0 w 2022529"/>
                <a:gd name="connsiteY0" fmla="*/ 20 h 2013700"/>
                <a:gd name="connsiteX1" fmla="*/ 2022529 w 2022529"/>
                <a:gd name="connsiteY1" fmla="*/ 392967 h 2013700"/>
                <a:gd name="connsiteX2" fmla="*/ 2022270 w 2022529"/>
                <a:gd name="connsiteY2" fmla="*/ 1960615 h 2013700"/>
                <a:gd name="connsiteX3" fmla="*/ 1969185 w 2022529"/>
                <a:gd name="connsiteY3" fmla="*/ 2013700 h 2013700"/>
                <a:gd name="connsiteX4" fmla="*/ 53085 w 2022529"/>
                <a:gd name="connsiteY4" fmla="*/ 2013700 h 2013700"/>
                <a:gd name="connsiteX5" fmla="*/ 0 w 2022529"/>
                <a:gd name="connsiteY5" fmla="*/ 1960615 h 2013700"/>
                <a:gd name="connsiteX6" fmla="*/ 259 w 2022529"/>
                <a:gd name="connsiteY6" fmla="*/ 401113 h 2013700"/>
                <a:gd name="connsiteX7" fmla="*/ 0 w 2022529"/>
                <a:gd name="connsiteY7" fmla="*/ 20 h 2013700"/>
                <a:gd name="connsiteX0" fmla="*/ 259 w 2022529"/>
                <a:gd name="connsiteY0" fmla="*/ 199561 h 1812148"/>
                <a:gd name="connsiteX1" fmla="*/ 2022529 w 2022529"/>
                <a:gd name="connsiteY1" fmla="*/ 191415 h 1812148"/>
                <a:gd name="connsiteX2" fmla="*/ 2022270 w 2022529"/>
                <a:gd name="connsiteY2" fmla="*/ 1759063 h 1812148"/>
                <a:gd name="connsiteX3" fmla="*/ 1969185 w 2022529"/>
                <a:gd name="connsiteY3" fmla="*/ 1812148 h 1812148"/>
                <a:gd name="connsiteX4" fmla="*/ 53085 w 2022529"/>
                <a:gd name="connsiteY4" fmla="*/ 1812148 h 1812148"/>
                <a:gd name="connsiteX5" fmla="*/ 0 w 2022529"/>
                <a:gd name="connsiteY5" fmla="*/ 1759063 h 1812148"/>
                <a:gd name="connsiteX6" fmla="*/ 259 w 2022529"/>
                <a:gd name="connsiteY6" fmla="*/ 199561 h 1812148"/>
                <a:gd name="connsiteX0" fmla="*/ 259 w 2022529"/>
                <a:gd name="connsiteY0" fmla="*/ 121720 h 1734307"/>
                <a:gd name="connsiteX1" fmla="*/ 2022529 w 2022529"/>
                <a:gd name="connsiteY1" fmla="*/ 113574 h 1734307"/>
                <a:gd name="connsiteX2" fmla="*/ 2022270 w 2022529"/>
                <a:gd name="connsiteY2" fmla="*/ 1681222 h 1734307"/>
                <a:gd name="connsiteX3" fmla="*/ 1969185 w 2022529"/>
                <a:gd name="connsiteY3" fmla="*/ 1734307 h 1734307"/>
                <a:gd name="connsiteX4" fmla="*/ 53085 w 2022529"/>
                <a:gd name="connsiteY4" fmla="*/ 1734307 h 1734307"/>
                <a:gd name="connsiteX5" fmla="*/ 0 w 2022529"/>
                <a:gd name="connsiteY5" fmla="*/ 1681222 h 1734307"/>
                <a:gd name="connsiteX6" fmla="*/ 259 w 2022529"/>
                <a:gd name="connsiteY6" fmla="*/ 121720 h 1734307"/>
                <a:gd name="connsiteX0" fmla="*/ 259 w 2022529"/>
                <a:gd name="connsiteY0" fmla="*/ 8146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146 h 1620733"/>
                <a:gd name="connsiteX0" fmla="*/ 259 w 2022529"/>
                <a:gd name="connsiteY0" fmla="*/ 842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42 h 1620733"/>
                <a:gd name="connsiteX0" fmla="*/ 259 w 2022529"/>
                <a:gd name="connsiteY0" fmla="*/ 0 h 1626241"/>
                <a:gd name="connsiteX1" fmla="*/ 2022529 w 2022529"/>
                <a:gd name="connsiteY1" fmla="*/ 5508 h 1626241"/>
                <a:gd name="connsiteX2" fmla="*/ 2022270 w 2022529"/>
                <a:gd name="connsiteY2" fmla="*/ 1573156 h 1626241"/>
                <a:gd name="connsiteX3" fmla="*/ 1969185 w 2022529"/>
                <a:gd name="connsiteY3" fmla="*/ 1626241 h 1626241"/>
                <a:gd name="connsiteX4" fmla="*/ 53085 w 2022529"/>
                <a:gd name="connsiteY4" fmla="*/ 1626241 h 1626241"/>
                <a:gd name="connsiteX5" fmla="*/ 0 w 2022529"/>
                <a:gd name="connsiteY5" fmla="*/ 1573156 h 1626241"/>
                <a:gd name="connsiteX6" fmla="*/ 259 w 2022529"/>
                <a:gd name="connsiteY6" fmla="*/ 0 h 1626241"/>
                <a:gd name="connsiteX0" fmla="*/ 259 w 2022529"/>
                <a:gd name="connsiteY0" fmla="*/ 1900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1900 h 1620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2529" h="1620733">
                  <a:moveTo>
                    <a:pt x="259" y="1900"/>
                  </a:moveTo>
                  <a:lnTo>
                    <a:pt x="2022529" y="0"/>
                  </a:lnTo>
                  <a:cubicBezTo>
                    <a:pt x="2022443" y="522549"/>
                    <a:pt x="2022356" y="1045099"/>
                    <a:pt x="2022270" y="1567648"/>
                  </a:cubicBezTo>
                  <a:cubicBezTo>
                    <a:pt x="2022270" y="1596966"/>
                    <a:pt x="1998503" y="1620733"/>
                    <a:pt x="1969185" y="1620733"/>
                  </a:cubicBezTo>
                  <a:lnTo>
                    <a:pt x="53085" y="1620733"/>
                  </a:lnTo>
                  <a:cubicBezTo>
                    <a:pt x="23767" y="1620733"/>
                    <a:pt x="0" y="1596966"/>
                    <a:pt x="0" y="1567648"/>
                  </a:cubicBezTo>
                  <a:cubicBezTo>
                    <a:pt x="86" y="1047814"/>
                    <a:pt x="173" y="521734"/>
                    <a:pt x="259" y="1900"/>
                  </a:cubicBezTo>
                  <a:close/>
                </a:path>
              </a:pathLst>
            </a:cu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0"/>
                </a:spcAft>
              </a:pPr>
              <a:endParaRPr lang="en-GB"/>
            </a:p>
          </p:txBody>
        </p:sp>
        <p:sp>
          <p:nvSpPr>
            <p:cNvPr id="70" name="Rectangle: Rounded Corners 69">
              <a:extLst>
                <a:ext uri="{FF2B5EF4-FFF2-40B4-BE49-F238E27FC236}">
                  <a16:creationId xmlns:a16="http://schemas.microsoft.com/office/drawing/2014/main" id="{6A8DEF4C-A732-3D5A-4BE9-52A53644450C}"/>
                </a:ext>
              </a:extLst>
            </p:cNvPr>
            <p:cNvSpPr>
              <a:spLocks noGrp="1" noRot="1" noMove="1" noResize="1" noEditPoints="1" noAdjustHandles="1" noChangeArrowheads="1" noChangeShapeType="1"/>
            </p:cNvSpPr>
            <p:nvPr userDrawn="1"/>
          </p:nvSpPr>
          <p:spPr>
            <a:xfrm>
              <a:off x="409342" y="1376999"/>
              <a:ext cx="2022270" cy="2066765"/>
            </a:xfrm>
            <a:prstGeom prst="roundRect">
              <a:avLst>
                <a:gd name="adj" fmla="val 2625"/>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0"/>
                </a:spcAft>
              </a:pPr>
              <a:endParaRPr lang="en-GB"/>
            </a:p>
          </p:txBody>
        </p:sp>
      </p:grpSp>
      <p:sp>
        <p:nvSpPr>
          <p:cNvPr id="71" name="Text Placeholder 13">
            <a:extLst>
              <a:ext uri="{FF2B5EF4-FFF2-40B4-BE49-F238E27FC236}">
                <a16:creationId xmlns:a16="http://schemas.microsoft.com/office/drawing/2014/main" id="{1C4BE621-1A1F-AFDF-C6AB-B21EE8909FE1}"/>
              </a:ext>
            </a:extLst>
          </p:cNvPr>
          <p:cNvSpPr>
            <a:spLocks noGrp="1" noRot="1" noMove="1" noResize="1" noEditPoints="1" noAdjustHandles="1" noChangeArrowheads="1" noChangeShapeType="1"/>
          </p:cNvSpPr>
          <p:nvPr>
            <p:ph type="body" sz="quarter" idx="39" hasCustomPrompt="1"/>
          </p:nvPr>
        </p:nvSpPr>
        <p:spPr>
          <a:xfrm>
            <a:off x="5212800" y="3985200"/>
            <a:ext cx="1895305" cy="354356"/>
          </a:xfrm>
        </p:spPr>
        <p:txBody>
          <a:bodyPr/>
          <a:lstStyle>
            <a:lvl1pPr marL="0" indent="0" algn="l">
              <a:lnSpc>
                <a:spcPts val="1920"/>
              </a:lnSpc>
              <a:spcAft>
                <a:spcPts val="0"/>
              </a:spcAft>
              <a:buFont typeface="Arial" panose="020B0604020202020204" pitchFamily="34" charset="0"/>
              <a:buNone/>
              <a:defRPr sz="1600" b="1">
                <a:solidFill>
                  <a:schemeClr val="bg1"/>
                </a:solidFill>
                <a:latin typeface="+mj-lt"/>
              </a:defRPr>
            </a:lvl1pPr>
            <a:lvl2pPr marL="0" indent="0" algn="l">
              <a:lnSpc>
                <a:spcPts val="1400"/>
              </a:lnSpc>
              <a:buNone/>
              <a:defRPr sz="1000">
                <a:solidFill>
                  <a:schemeClr val="accent1"/>
                </a:solidFill>
              </a:defRPr>
            </a:lvl2pPr>
          </a:lstStyle>
          <a:p>
            <a:pPr lvl="0"/>
            <a:r>
              <a:rPr lang="en-US"/>
              <a:t>Click to add heading</a:t>
            </a:r>
          </a:p>
        </p:txBody>
      </p:sp>
      <p:sp>
        <p:nvSpPr>
          <p:cNvPr id="72" name="Text Placeholder 13">
            <a:extLst>
              <a:ext uri="{FF2B5EF4-FFF2-40B4-BE49-F238E27FC236}">
                <a16:creationId xmlns:a16="http://schemas.microsoft.com/office/drawing/2014/main" id="{BCDB7BF2-D183-E470-B452-76AACBB48E7E}"/>
              </a:ext>
            </a:extLst>
          </p:cNvPr>
          <p:cNvSpPr>
            <a:spLocks noGrp="1" noRot="1" noMove="1" noResize="1" noEditPoints="1" noAdjustHandles="1" noChangeArrowheads="1" noChangeShapeType="1"/>
          </p:cNvSpPr>
          <p:nvPr>
            <p:ph type="body" sz="quarter" idx="40"/>
          </p:nvPr>
        </p:nvSpPr>
        <p:spPr>
          <a:xfrm>
            <a:off x="5212800" y="4489200"/>
            <a:ext cx="1895305" cy="1492265"/>
          </a:xfrm>
        </p:spPr>
        <p:txBody>
          <a:bodyPr/>
          <a:lstStyle>
            <a:lvl1pPr marL="0" indent="0" algn="l">
              <a:lnSpc>
                <a:spcPts val="1400"/>
              </a:lnSpc>
              <a:spcAft>
                <a:spcPts val="0"/>
              </a:spcAft>
              <a:buFont typeface="Arial" panose="020B0604020202020204" pitchFamily="34" charset="0"/>
              <a:buNone/>
              <a:defRPr sz="1200" b="0">
                <a:solidFill>
                  <a:schemeClr val="tx2"/>
                </a:solidFill>
                <a:latin typeface="+mn-lt"/>
              </a:defRPr>
            </a:lvl1pPr>
            <a:lvl2pPr marL="0" indent="0" algn="l">
              <a:lnSpc>
                <a:spcPts val="1400"/>
              </a:lnSpc>
              <a:spcAft>
                <a:spcPts val="0"/>
              </a:spcAft>
              <a:buNone/>
              <a:defRPr sz="1000" b="0">
                <a:solidFill>
                  <a:schemeClr val="tx2"/>
                </a:solidFill>
                <a:latin typeface="+mn-lt"/>
              </a:defRPr>
            </a:lvl2pPr>
          </a:lstStyle>
          <a:p>
            <a:pPr lvl="0"/>
            <a:r>
              <a:rPr lang="en-GB"/>
              <a:t>Click to edit Master text styles</a:t>
            </a:r>
          </a:p>
          <a:p>
            <a:pPr lvl="1"/>
            <a:r>
              <a:rPr lang="en-GB"/>
              <a:t>Second level</a:t>
            </a:r>
          </a:p>
        </p:txBody>
      </p:sp>
      <p:grpSp>
        <p:nvGrpSpPr>
          <p:cNvPr id="73" name="Group 72">
            <a:extLst>
              <a:ext uri="{FF2B5EF4-FFF2-40B4-BE49-F238E27FC236}">
                <a16:creationId xmlns:a16="http://schemas.microsoft.com/office/drawing/2014/main" id="{1904A60C-30FA-CD3C-B771-8C736FF54B54}"/>
              </a:ext>
            </a:extLst>
          </p:cNvPr>
          <p:cNvGrpSpPr>
            <a:grpSpLocks noGrp="1" noUngrp="1" noRot="1" noMove="1" noResize="1"/>
          </p:cNvGrpSpPr>
          <p:nvPr userDrawn="1"/>
        </p:nvGrpSpPr>
        <p:grpSpPr>
          <a:xfrm>
            <a:off x="7464050" y="3927600"/>
            <a:ext cx="2022529" cy="2066765"/>
            <a:chOff x="409083" y="1376999"/>
            <a:chExt cx="2022529" cy="2066765"/>
          </a:xfrm>
        </p:grpSpPr>
        <p:sp>
          <p:nvSpPr>
            <p:cNvPr id="74" name="Rectangle: Rounded Corners 10">
              <a:extLst>
                <a:ext uri="{FF2B5EF4-FFF2-40B4-BE49-F238E27FC236}">
                  <a16:creationId xmlns:a16="http://schemas.microsoft.com/office/drawing/2014/main" id="{5C6E12D0-2304-859F-164C-A89EBD0B4E90}"/>
                </a:ext>
              </a:extLst>
            </p:cNvPr>
            <p:cNvSpPr>
              <a:spLocks noGrp="1" noRot="1" noMove="1" noResize="1" noEditPoints="1" noAdjustHandles="1" noChangeArrowheads="1" noChangeShapeType="1"/>
            </p:cNvSpPr>
            <p:nvPr userDrawn="1"/>
          </p:nvSpPr>
          <p:spPr>
            <a:xfrm>
              <a:off x="409083" y="1820655"/>
              <a:ext cx="2022529" cy="1620733"/>
            </a:xfrm>
            <a:custGeom>
              <a:avLst/>
              <a:gdLst>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0 w 2022270"/>
                <a:gd name="connsiteY8" fmla="*/ 53085 h 2066765"/>
                <a:gd name="connsiteX0" fmla="*/ 0 w 2022270"/>
                <a:gd name="connsiteY0" fmla="*/ 53085 h 2066765"/>
                <a:gd name="connsiteX1" fmla="*/ 53085 w 2022270"/>
                <a:gd name="connsiteY1" fmla="*/ 0 h 2066765"/>
                <a:gd name="connsiteX2" fmla="*/ 1969185 w 2022270"/>
                <a:gd name="connsiteY2" fmla="*/ 0 h 2066765"/>
                <a:gd name="connsiteX3" fmla="*/ 2022270 w 2022270"/>
                <a:gd name="connsiteY3" fmla="*/ 53085 h 2066765"/>
                <a:gd name="connsiteX4" fmla="*/ 2022270 w 2022270"/>
                <a:gd name="connsiteY4" fmla="*/ 2013680 h 2066765"/>
                <a:gd name="connsiteX5" fmla="*/ 1969185 w 2022270"/>
                <a:gd name="connsiteY5" fmla="*/ 2066765 h 2066765"/>
                <a:gd name="connsiteX6" fmla="*/ 53085 w 2022270"/>
                <a:gd name="connsiteY6" fmla="*/ 2066765 h 2066765"/>
                <a:gd name="connsiteX7" fmla="*/ 0 w 2022270"/>
                <a:gd name="connsiteY7" fmla="*/ 2013680 h 2066765"/>
                <a:gd name="connsiteX8" fmla="*/ 259 w 2022270"/>
                <a:gd name="connsiteY8" fmla="*/ 454178 h 2066765"/>
                <a:gd name="connsiteX9" fmla="*/ 0 w 2022270"/>
                <a:gd name="connsiteY9" fmla="*/ 53085 h 2066765"/>
                <a:gd name="connsiteX0" fmla="*/ 0 w 2022529"/>
                <a:gd name="connsiteY0" fmla="*/ 53085 h 2066765"/>
                <a:gd name="connsiteX1" fmla="*/ 53085 w 2022529"/>
                <a:gd name="connsiteY1" fmla="*/ 0 h 2066765"/>
                <a:gd name="connsiteX2" fmla="*/ 1969185 w 2022529"/>
                <a:gd name="connsiteY2" fmla="*/ 0 h 2066765"/>
                <a:gd name="connsiteX3" fmla="*/ 2022270 w 2022529"/>
                <a:gd name="connsiteY3" fmla="*/ 53085 h 2066765"/>
                <a:gd name="connsiteX4" fmla="*/ 2022529 w 2022529"/>
                <a:gd name="connsiteY4" fmla="*/ 446032 h 2066765"/>
                <a:gd name="connsiteX5" fmla="*/ 2022270 w 2022529"/>
                <a:gd name="connsiteY5" fmla="*/ 2013680 h 2066765"/>
                <a:gd name="connsiteX6" fmla="*/ 1969185 w 2022529"/>
                <a:gd name="connsiteY6" fmla="*/ 2066765 h 2066765"/>
                <a:gd name="connsiteX7" fmla="*/ 53085 w 2022529"/>
                <a:gd name="connsiteY7" fmla="*/ 2066765 h 2066765"/>
                <a:gd name="connsiteX8" fmla="*/ 0 w 2022529"/>
                <a:gd name="connsiteY8" fmla="*/ 2013680 h 2066765"/>
                <a:gd name="connsiteX9" fmla="*/ 259 w 2022529"/>
                <a:gd name="connsiteY9" fmla="*/ 454178 h 2066765"/>
                <a:gd name="connsiteX10" fmla="*/ 0 w 2022529"/>
                <a:gd name="connsiteY10" fmla="*/ 53085 h 2066765"/>
                <a:gd name="connsiteX0" fmla="*/ 0 w 2128011"/>
                <a:gd name="connsiteY0" fmla="*/ 53085 h 2066765"/>
                <a:gd name="connsiteX1" fmla="*/ 53085 w 2128011"/>
                <a:gd name="connsiteY1" fmla="*/ 0 h 2066765"/>
                <a:gd name="connsiteX2" fmla="*/ 1969185 w 2128011"/>
                <a:gd name="connsiteY2" fmla="*/ 0 h 2066765"/>
                <a:gd name="connsiteX3" fmla="*/ 2022529 w 2128011"/>
                <a:gd name="connsiteY3" fmla="*/ 446032 h 2066765"/>
                <a:gd name="connsiteX4" fmla="*/ 2022270 w 2128011"/>
                <a:gd name="connsiteY4" fmla="*/ 2013680 h 2066765"/>
                <a:gd name="connsiteX5" fmla="*/ 1969185 w 2128011"/>
                <a:gd name="connsiteY5" fmla="*/ 2066765 h 2066765"/>
                <a:gd name="connsiteX6" fmla="*/ 53085 w 2128011"/>
                <a:gd name="connsiteY6" fmla="*/ 2066765 h 2066765"/>
                <a:gd name="connsiteX7" fmla="*/ 0 w 2128011"/>
                <a:gd name="connsiteY7" fmla="*/ 2013680 h 2066765"/>
                <a:gd name="connsiteX8" fmla="*/ 259 w 2128011"/>
                <a:gd name="connsiteY8" fmla="*/ 454178 h 2066765"/>
                <a:gd name="connsiteX9" fmla="*/ 0 w 2128011"/>
                <a:gd name="connsiteY9" fmla="*/ 53085 h 2066765"/>
                <a:gd name="connsiteX0" fmla="*/ 0 w 2022529"/>
                <a:gd name="connsiteY0" fmla="*/ 53085 h 2066765"/>
                <a:gd name="connsiteX1" fmla="*/ 53085 w 2022529"/>
                <a:gd name="connsiteY1" fmla="*/ 0 h 2066765"/>
                <a:gd name="connsiteX2" fmla="*/ 2022529 w 2022529"/>
                <a:gd name="connsiteY2" fmla="*/ 446032 h 2066765"/>
                <a:gd name="connsiteX3" fmla="*/ 2022270 w 2022529"/>
                <a:gd name="connsiteY3" fmla="*/ 2013680 h 2066765"/>
                <a:gd name="connsiteX4" fmla="*/ 1969185 w 2022529"/>
                <a:gd name="connsiteY4" fmla="*/ 2066765 h 2066765"/>
                <a:gd name="connsiteX5" fmla="*/ 53085 w 2022529"/>
                <a:gd name="connsiteY5" fmla="*/ 2066765 h 2066765"/>
                <a:gd name="connsiteX6" fmla="*/ 0 w 2022529"/>
                <a:gd name="connsiteY6" fmla="*/ 2013680 h 2066765"/>
                <a:gd name="connsiteX7" fmla="*/ 259 w 2022529"/>
                <a:gd name="connsiteY7" fmla="*/ 454178 h 2066765"/>
                <a:gd name="connsiteX8" fmla="*/ 0 w 2022529"/>
                <a:gd name="connsiteY8" fmla="*/ 53085 h 2066765"/>
                <a:gd name="connsiteX0" fmla="*/ 0 w 2022529"/>
                <a:gd name="connsiteY0" fmla="*/ 20 h 2013700"/>
                <a:gd name="connsiteX1" fmla="*/ 2022529 w 2022529"/>
                <a:gd name="connsiteY1" fmla="*/ 392967 h 2013700"/>
                <a:gd name="connsiteX2" fmla="*/ 2022270 w 2022529"/>
                <a:gd name="connsiteY2" fmla="*/ 1960615 h 2013700"/>
                <a:gd name="connsiteX3" fmla="*/ 1969185 w 2022529"/>
                <a:gd name="connsiteY3" fmla="*/ 2013700 h 2013700"/>
                <a:gd name="connsiteX4" fmla="*/ 53085 w 2022529"/>
                <a:gd name="connsiteY4" fmla="*/ 2013700 h 2013700"/>
                <a:gd name="connsiteX5" fmla="*/ 0 w 2022529"/>
                <a:gd name="connsiteY5" fmla="*/ 1960615 h 2013700"/>
                <a:gd name="connsiteX6" fmla="*/ 259 w 2022529"/>
                <a:gd name="connsiteY6" fmla="*/ 401113 h 2013700"/>
                <a:gd name="connsiteX7" fmla="*/ 0 w 2022529"/>
                <a:gd name="connsiteY7" fmla="*/ 20 h 2013700"/>
                <a:gd name="connsiteX0" fmla="*/ 259 w 2022529"/>
                <a:gd name="connsiteY0" fmla="*/ 199561 h 1812148"/>
                <a:gd name="connsiteX1" fmla="*/ 2022529 w 2022529"/>
                <a:gd name="connsiteY1" fmla="*/ 191415 h 1812148"/>
                <a:gd name="connsiteX2" fmla="*/ 2022270 w 2022529"/>
                <a:gd name="connsiteY2" fmla="*/ 1759063 h 1812148"/>
                <a:gd name="connsiteX3" fmla="*/ 1969185 w 2022529"/>
                <a:gd name="connsiteY3" fmla="*/ 1812148 h 1812148"/>
                <a:gd name="connsiteX4" fmla="*/ 53085 w 2022529"/>
                <a:gd name="connsiteY4" fmla="*/ 1812148 h 1812148"/>
                <a:gd name="connsiteX5" fmla="*/ 0 w 2022529"/>
                <a:gd name="connsiteY5" fmla="*/ 1759063 h 1812148"/>
                <a:gd name="connsiteX6" fmla="*/ 259 w 2022529"/>
                <a:gd name="connsiteY6" fmla="*/ 199561 h 1812148"/>
                <a:gd name="connsiteX0" fmla="*/ 259 w 2022529"/>
                <a:gd name="connsiteY0" fmla="*/ 121720 h 1734307"/>
                <a:gd name="connsiteX1" fmla="*/ 2022529 w 2022529"/>
                <a:gd name="connsiteY1" fmla="*/ 113574 h 1734307"/>
                <a:gd name="connsiteX2" fmla="*/ 2022270 w 2022529"/>
                <a:gd name="connsiteY2" fmla="*/ 1681222 h 1734307"/>
                <a:gd name="connsiteX3" fmla="*/ 1969185 w 2022529"/>
                <a:gd name="connsiteY3" fmla="*/ 1734307 h 1734307"/>
                <a:gd name="connsiteX4" fmla="*/ 53085 w 2022529"/>
                <a:gd name="connsiteY4" fmla="*/ 1734307 h 1734307"/>
                <a:gd name="connsiteX5" fmla="*/ 0 w 2022529"/>
                <a:gd name="connsiteY5" fmla="*/ 1681222 h 1734307"/>
                <a:gd name="connsiteX6" fmla="*/ 259 w 2022529"/>
                <a:gd name="connsiteY6" fmla="*/ 121720 h 1734307"/>
                <a:gd name="connsiteX0" fmla="*/ 259 w 2022529"/>
                <a:gd name="connsiteY0" fmla="*/ 8146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146 h 1620733"/>
                <a:gd name="connsiteX0" fmla="*/ 259 w 2022529"/>
                <a:gd name="connsiteY0" fmla="*/ 842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842 h 1620733"/>
                <a:gd name="connsiteX0" fmla="*/ 259 w 2022529"/>
                <a:gd name="connsiteY0" fmla="*/ 0 h 1626241"/>
                <a:gd name="connsiteX1" fmla="*/ 2022529 w 2022529"/>
                <a:gd name="connsiteY1" fmla="*/ 5508 h 1626241"/>
                <a:gd name="connsiteX2" fmla="*/ 2022270 w 2022529"/>
                <a:gd name="connsiteY2" fmla="*/ 1573156 h 1626241"/>
                <a:gd name="connsiteX3" fmla="*/ 1969185 w 2022529"/>
                <a:gd name="connsiteY3" fmla="*/ 1626241 h 1626241"/>
                <a:gd name="connsiteX4" fmla="*/ 53085 w 2022529"/>
                <a:gd name="connsiteY4" fmla="*/ 1626241 h 1626241"/>
                <a:gd name="connsiteX5" fmla="*/ 0 w 2022529"/>
                <a:gd name="connsiteY5" fmla="*/ 1573156 h 1626241"/>
                <a:gd name="connsiteX6" fmla="*/ 259 w 2022529"/>
                <a:gd name="connsiteY6" fmla="*/ 0 h 1626241"/>
                <a:gd name="connsiteX0" fmla="*/ 259 w 2022529"/>
                <a:gd name="connsiteY0" fmla="*/ 1900 h 1620733"/>
                <a:gd name="connsiteX1" fmla="*/ 2022529 w 2022529"/>
                <a:gd name="connsiteY1" fmla="*/ 0 h 1620733"/>
                <a:gd name="connsiteX2" fmla="*/ 2022270 w 2022529"/>
                <a:gd name="connsiteY2" fmla="*/ 1567648 h 1620733"/>
                <a:gd name="connsiteX3" fmla="*/ 1969185 w 2022529"/>
                <a:gd name="connsiteY3" fmla="*/ 1620733 h 1620733"/>
                <a:gd name="connsiteX4" fmla="*/ 53085 w 2022529"/>
                <a:gd name="connsiteY4" fmla="*/ 1620733 h 1620733"/>
                <a:gd name="connsiteX5" fmla="*/ 0 w 2022529"/>
                <a:gd name="connsiteY5" fmla="*/ 1567648 h 1620733"/>
                <a:gd name="connsiteX6" fmla="*/ 259 w 2022529"/>
                <a:gd name="connsiteY6" fmla="*/ 1900 h 1620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2529" h="1620733">
                  <a:moveTo>
                    <a:pt x="259" y="1900"/>
                  </a:moveTo>
                  <a:lnTo>
                    <a:pt x="2022529" y="0"/>
                  </a:lnTo>
                  <a:cubicBezTo>
                    <a:pt x="2022443" y="522549"/>
                    <a:pt x="2022356" y="1045099"/>
                    <a:pt x="2022270" y="1567648"/>
                  </a:cubicBezTo>
                  <a:cubicBezTo>
                    <a:pt x="2022270" y="1596966"/>
                    <a:pt x="1998503" y="1620733"/>
                    <a:pt x="1969185" y="1620733"/>
                  </a:cubicBezTo>
                  <a:lnTo>
                    <a:pt x="53085" y="1620733"/>
                  </a:lnTo>
                  <a:cubicBezTo>
                    <a:pt x="23767" y="1620733"/>
                    <a:pt x="0" y="1596966"/>
                    <a:pt x="0" y="1567648"/>
                  </a:cubicBezTo>
                  <a:cubicBezTo>
                    <a:pt x="86" y="1047814"/>
                    <a:pt x="173" y="521734"/>
                    <a:pt x="259" y="1900"/>
                  </a:cubicBezTo>
                  <a:close/>
                </a:path>
              </a:pathLst>
            </a:cu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0"/>
                </a:spcAft>
              </a:pPr>
              <a:endParaRPr lang="en-GB"/>
            </a:p>
          </p:txBody>
        </p:sp>
        <p:sp>
          <p:nvSpPr>
            <p:cNvPr id="75" name="Rectangle: Rounded Corners 74">
              <a:extLst>
                <a:ext uri="{FF2B5EF4-FFF2-40B4-BE49-F238E27FC236}">
                  <a16:creationId xmlns:a16="http://schemas.microsoft.com/office/drawing/2014/main" id="{7BDA22D8-A201-A54E-55E5-4792EDECDA09}"/>
                </a:ext>
              </a:extLst>
            </p:cNvPr>
            <p:cNvSpPr>
              <a:spLocks noGrp="1" noRot="1" noMove="1" noResize="1" noEditPoints="1" noAdjustHandles="1" noChangeArrowheads="1" noChangeShapeType="1"/>
            </p:cNvSpPr>
            <p:nvPr userDrawn="1"/>
          </p:nvSpPr>
          <p:spPr>
            <a:xfrm>
              <a:off x="409342" y="1376999"/>
              <a:ext cx="2022270" cy="2066765"/>
            </a:xfrm>
            <a:prstGeom prst="roundRect">
              <a:avLst>
                <a:gd name="adj" fmla="val 2625"/>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0"/>
                </a:spcAft>
              </a:pPr>
              <a:endParaRPr lang="en-GB"/>
            </a:p>
          </p:txBody>
        </p:sp>
      </p:grpSp>
      <p:sp>
        <p:nvSpPr>
          <p:cNvPr id="76" name="Text Placeholder 13">
            <a:extLst>
              <a:ext uri="{FF2B5EF4-FFF2-40B4-BE49-F238E27FC236}">
                <a16:creationId xmlns:a16="http://schemas.microsoft.com/office/drawing/2014/main" id="{5A639151-2224-BFF4-7724-4763F4E04753}"/>
              </a:ext>
            </a:extLst>
          </p:cNvPr>
          <p:cNvSpPr>
            <a:spLocks noGrp="1" noRot="1" noMove="1" noResize="1" noEditPoints="1" noAdjustHandles="1" noChangeArrowheads="1" noChangeShapeType="1"/>
          </p:cNvSpPr>
          <p:nvPr>
            <p:ph type="body" sz="quarter" idx="41" hasCustomPrompt="1"/>
          </p:nvPr>
        </p:nvSpPr>
        <p:spPr>
          <a:xfrm>
            <a:off x="7567200" y="3985200"/>
            <a:ext cx="1895305" cy="354356"/>
          </a:xfrm>
        </p:spPr>
        <p:txBody>
          <a:bodyPr/>
          <a:lstStyle>
            <a:lvl1pPr marL="0" indent="0" algn="l">
              <a:lnSpc>
                <a:spcPts val="1920"/>
              </a:lnSpc>
              <a:spcAft>
                <a:spcPts val="0"/>
              </a:spcAft>
              <a:buFont typeface="Arial" panose="020B0604020202020204" pitchFamily="34" charset="0"/>
              <a:buNone/>
              <a:defRPr sz="1600" b="1">
                <a:solidFill>
                  <a:schemeClr val="bg1"/>
                </a:solidFill>
                <a:latin typeface="+mj-lt"/>
              </a:defRPr>
            </a:lvl1pPr>
            <a:lvl2pPr marL="0" indent="0" algn="l">
              <a:lnSpc>
                <a:spcPts val="1400"/>
              </a:lnSpc>
              <a:buNone/>
              <a:defRPr sz="1000">
                <a:solidFill>
                  <a:schemeClr val="accent1"/>
                </a:solidFill>
              </a:defRPr>
            </a:lvl2pPr>
          </a:lstStyle>
          <a:p>
            <a:pPr lvl="0"/>
            <a:r>
              <a:rPr lang="en-US"/>
              <a:t>Click to add heading</a:t>
            </a:r>
          </a:p>
        </p:txBody>
      </p:sp>
      <p:sp>
        <p:nvSpPr>
          <p:cNvPr id="77" name="Text Placeholder 13">
            <a:extLst>
              <a:ext uri="{FF2B5EF4-FFF2-40B4-BE49-F238E27FC236}">
                <a16:creationId xmlns:a16="http://schemas.microsoft.com/office/drawing/2014/main" id="{82EE9C0B-5A5F-BF9F-5D50-5F8903A7B749}"/>
              </a:ext>
            </a:extLst>
          </p:cNvPr>
          <p:cNvSpPr>
            <a:spLocks noGrp="1" noRot="1" noMove="1" noResize="1" noEditPoints="1" noAdjustHandles="1" noChangeArrowheads="1" noChangeShapeType="1"/>
          </p:cNvSpPr>
          <p:nvPr>
            <p:ph type="body" sz="quarter" idx="42"/>
          </p:nvPr>
        </p:nvSpPr>
        <p:spPr>
          <a:xfrm>
            <a:off x="7567200" y="4489200"/>
            <a:ext cx="1895305" cy="1492265"/>
          </a:xfrm>
        </p:spPr>
        <p:txBody>
          <a:bodyPr/>
          <a:lstStyle>
            <a:lvl1pPr marL="0" indent="0" algn="l">
              <a:lnSpc>
                <a:spcPts val="1400"/>
              </a:lnSpc>
              <a:spcAft>
                <a:spcPts val="0"/>
              </a:spcAft>
              <a:buFont typeface="Arial" panose="020B0604020202020204" pitchFamily="34" charset="0"/>
              <a:buNone/>
              <a:defRPr sz="1200" b="0">
                <a:solidFill>
                  <a:schemeClr val="tx2"/>
                </a:solidFill>
                <a:latin typeface="+mn-lt"/>
              </a:defRPr>
            </a:lvl1pPr>
            <a:lvl2pPr marL="0" indent="0" algn="l">
              <a:lnSpc>
                <a:spcPts val="1400"/>
              </a:lnSpc>
              <a:spcAft>
                <a:spcPts val="0"/>
              </a:spcAft>
              <a:buNone/>
              <a:defRPr sz="1000" b="0">
                <a:solidFill>
                  <a:schemeClr val="tx2"/>
                </a:solidFill>
                <a:latin typeface="+mn-lt"/>
              </a:defRPr>
            </a:lvl2pPr>
          </a:lstStyle>
          <a:p>
            <a:pPr lvl="0"/>
            <a:r>
              <a:rPr lang="en-GB"/>
              <a:t>Click to edit Master text styles</a:t>
            </a:r>
          </a:p>
          <a:p>
            <a:pPr lvl="1"/>
            <a:r>
              <a:rPr lang="en-GB"/>
              <a:t>Second level</a:t>
            </a:r>
          </a:p>
        </p:txBody>
      </p:sp>
      <p:pic>
        <p:nvPicPr>
          <p:cNvPr id="79" name="Picture 78">
            <a:extLst>
              <a:ext uri="{FF2B5EF4-FFF2-40B4-BE49-F238E27FC236}">
                <a16:creationId xmlns:a16="http://schemas.microsoft.com/office/drawing/2014/main" id="{2A692D18-F545-1A51-C800-323BF80FDC0B}"/>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rcRect/>
          <a:stretch/>
        </p:blipFill>
        <p:spPr>
          <a:xfrm>
            <a:off x="9764654" y="2969994"/>
            <a:ext cx="896400" cy="896400"/>
          </a:xfrm>
          <a:prstGeom prst="rect">
            <a:avLst/>
          </a:prstGeom>
        </p:spPr>
      </p:pic>
      <p:pic>
        <p:nvPicPr>
          <p:cNvPr id="81" name="Picture 80">
            <a:extLst>
              <a:ext uri="{FF2B5EF4-FFF2-40B4-BE49-F238E27FC236}">
                <a16:creationId xmlns:a16="http://schemas.microsoft.com/office/drawing/2014/main" id="{C7453182-FA8E-4C1F-7528-66F4CDCAF335}"/>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rcRect/>
          <a:stretch/>
        </p:blipFill>
        <p:spPr>
          <a:xfrm>
            <a:off x="10660973" y="4029914"/>
            <a:ext cx="896400" cy="896400"/>
          </a:xfrm>
          <a:prstGeom prst="rect">
            <a:avLst/>
          </a:prstGeom>
        </p:spPr>
      </p:pic>
      <p:sp>
        <p:nvSpPr>
          <p:cNvPr id="2" name="TextBox 1">
            <a:extLst>
              <a:ext uri="{FF2B5EF4-FFF2-40B4-BE49-F238E27FC236}">
                <a16:creationId xmlns:a16="http://schemas.microsoft.com/office/drawing/2014/main" id="{69EF23D3-FAB1-8075-06CE-09ED86D7E1BF}"/>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21274899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 Text Boxes - Gradiient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D021EDE5-BDF3-A8DA-A61E-E68904C02B7F}"/>
              </a:ext>
            </a:extLst>
          </p:cNvPr>
          <p:cNvSpPr>
            <a:spLocks noGrp="1" noRot="1" noMove="1" noResize="1" noEditPoints="1" noAdjustHandles="1" noChangeArrowheads="1" noChangeShapeType="1"/>
          </p:cNvSpPr>
          <p:nvPr userDrawn="1"/>
        </p:nvSpPr>
        <p:spPr>
          <a:xfrm>
            <a:off x="406933" y="1947600"/>
            <a:ext cx="2660807" cy="2962865"/>
          </a:xfrm>
          <a:prstGeom prst="roundRect">
            <a:avLst>
              <a:gd name="adj" fmla="val 1824"/>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17" name="Text Placeholder 13">
            <a:extLst>
              <a:ext uri="{FF2B5EF4-FFF2-40B4-BE49-F238E27FC236}">
                <a16:creationId xmlns:a16="http://schemas.microsoft.com/office/drawing/2014/main" id="{DE11978B-5BB0-82B8-5832-4C56F5630B37}"/>
              </a:ext>
            </a:extLst>
          </p:cNvPr>
          <p:cNvSpPr>
            <a:spLocks noGrp="1" noRot="1" noMove="1" noResize="1" noEditPoints="1" noAdjustHandles="1" noChangeArrowheads="1" noChangeShapeType="1"/>
          </p:cNvSpPr>
          <p:nvPr>
            <p:ph type="body" sz="quarter" idx="18"/>
          </p:nvPr>
        </p:nvSpPr>
        <p:spPr>
          <a:xfrm>
            <a:off x="548700" y="2624400"/>
            <a:ext cx="2386382" cy="2172293"/>
          </a:xfrm>
        </p:spPr>
        <p:txBody>
          <a:bodyPr/>
          <a:lstStyle>
            <a:lvl1pPr marL="0" indent="0" algn="l">
              <a:lnSpc>
                <a:spcPts val="1680"/>
              </a:lnSpc>
              <a:spcAft>
                <a:spcPts val="0"/>
              </a:spcAft>
              <a:buFont typeface="Arial" panose="020B0604020202020204" pitchFamily="34" charset="0"/>
              <a:buNone/>
              <a:defRPr sz="1400" b="0">
                <a:solidFill>
                  <a:schemeClr val="bg1"/>
                </a:solidFill>
                <a:latin typeface="+mn-lt"/>
              </a:defRPr>
            </a:lvl1pPr>
            <a:lvl2pPr marL="0" indent="0" algn="l">
              <a:lnSpc>
                <a:spcPts val="1400"/>
              </a:lnSpc>
              <a:spcAft>
                <a:spcPts val="0"/>
              </a:spcAft>
              <a:buNone/>
              <a:defRPr sz="1200" b="0">
                <a:solidFill>
                  <a:schemeClr val="bg1"/>
                </a:solidFill>
                <a:latin typeface="+mn-lt"/>
              </a:defRPr>
            </a:lvl2pPr>
          </a:lstStyle>
          <a:p>
            <a:pPr lvl="0"/>
            <a:r>
              <a:rPr lang="en-GB"/>
              <a:t>Click to edit Master text styles</a:t>
            </a:r>
          </a:p>
          <a:p>
            <a:pPr lvl="1"/>
            <a:r>
              <a:rPr lang="en-GB"/>
              <a:t>Second level</a:t>
            </a:r>
          </a:p>
        </p:txBody>
      </p:sp>
      <p:pic>
        <p:nvPicPr>
          <p:cNvPr id="16" name="Picture 15" descr="A black and white symbol&#10;&#10;AI-generated content may be incorrect.">
            <a:extLst>
              <a:ext uri="{FF2B5EF4-FFF2-40B4-BE49-F238E27FC236}">
                <a16:creationId xmlns:a16="http://schemas.microsoft.com/office/drawing/2014/main" id="{98358F68-1614-48FB-7369-425B80301A96}"/>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572547" y="2109600"/>
            <a:ext cx="432000" cy="313807"/>
          </a:xfrm>
          <a:prstGeom prst="rect">
            <a:avLst/>
          </a:prstGeom>
        </p:spPr>
      </p:pic>
      <p:sp>
        <p:nvSpPr>
          <p:cNvPr id="18" name="Rectangle: Rounded Corners 17">
            <a:extLst>
              <a:ext uri="{FF2B5EF4-FFF2-40B4-BE49-F238E27FC236}">
                <a16:creationId xmlns:a16="http://schemas.microsoft.com/office/drawing/2014/main" id="{0E8DA074-6F6D-6C4C-9848-9FAD85EA7624}"/>
              </a:ext>
            </a:extLst>
          </p:cNvPr>
          <p:cNvSpPr>
            <a:spLocks noGrp="1" noRot="1" noMove="1" noResize="1" noEditPoints="1" noAdjustHandles="1" noChangeArrowheads="1" noChangeShapeType="1"/>
          </p:cNvSpPr>
          <p:nvPr userDrawn="1"/>
        </p:nvSpPr>
        <p:spPr>
          <a:xfrm>
            <a:off x="3302803" y="1947600"/>
            <a:ext cx="2660807" cy="2962865"/>
          </a:xfrm>
          <a:prstGeom prst="roundRect">
            <a:avLst>
              <a:gd name="adj" fmla="val 1824"/>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 Placeholder 13">
            <a:extLst>
              <a:ext uri="{FF2B5EF4-FFF2-40B4-BE49-F238E27FC236}">
                <a16:creationId xmlns:a16="http://schemas.microsoft.com/office/drawing/2014/main" id="{5253979B-EC5A-2E9B-E2DE-A15124597771}"/>
              </a:ext>
            </a:extLst>
          </p:cNvPr>
          <p:cNvSpPr>
            <a:spLocks noGrp="1" noRot="1" noMove="1" noResize="1" noEditPoints="1" noAdjustHandles="1" noChangeArrowheads="1" noChangeShapeType="1"/>
          </p:cNvSpPr>
          <p:nvPr>
            <p:ph type="body" sz="quarter" idx="19"/>
          </p:nvPr>
        </p:nvSpPr>
        <p:spPr>
          <a:xfrm>
            <a:off x="3444570" y="2624400"/>
            <a:ext cx="2386382" cy="2172293"/>
          </a:xfrm>
        </p:spPr>
        <p:txBody>
          <a:bodyPr/>
          <a:lstStyle>
            <a:lvl1pPr marL="0" indent="0" algn="l">
              <a:lnSpc>
                <a:spcPts val="1680"/>
              </a:lnSpc>
              <a:spcAft>
                <a:spcPts val="0"/>
              </a:spcAft>
              <a:buFont typeface="Arial" panose="020B0604020202020204" pitchFamily="34" charset="0"/>
              <a:buNone/>
              <a:defRPr sz="1400" b="0">
                <a:solidFill>
                  <a:schemeClr val="bg1"/>
                </a:solidFill>
                <a:latin typeface="+mn-lt"/>
              </a:defRPr>
            </a:lvl1pPr>
            <a:lvl2pPr marL="0" indent="0" algn="l">
              <a:lnSpc>
                <a:spcPts val="1400"/>
              </a:lnSpc>
              <a:spcAft>
                <a:spcPts val="0"/>
              </a:spcAft>
              <a:buNone/>
              <a:defRPr sz="1200" b="0">
                <a:solidFill>
                  <a:schemeClr val="bg1"/>
                </a:solidFill>
                <a:latin typeface="+mn-lt"/>
              </a:defRPr>
            </a:lvl2pPr>
          </a:lstStyle>
          <a:p>
            <a:pPr lvl="0"/>
            <a:r>
              <a:rPr lang="en-GB"/>
              <a:t>Click to edit Master text styles</a:t>
            </a:r>
          </a:p>
          <a:p>
            <a:pPr lvl="1"/>
            <a:r>
              <a:rPr lang="en-GB"/>
              <a:t>Second level</a:t>
            </a:r>
          </a:p>
        </p:txBody>
      </p:sp>
      <p:pic>
        <p:nvPicPr>
          <p:cNvPr id="20" name="Picture 19" descr="A black and white symbol&#10;&#10;AI-generated content may be incorrect.">
            <a:extLst>
              <a:ext uri="{FF2B5EF4-FFF2-40B4-BE49-F238E27FC236}">
                <a16:creationId xmlns:a16="http://schemas.microsoft.com/office/drawing/2014/main" id="{EBCA5B87-9C00-1A1A-9CEE-09E0F416F8C3}"/>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3468417" y="2109600"/>
            <a:ext cx="432000" cy="313807"/>
          </a:xfrm>
          <a:prstGeom prst="rect">
            <a:avLst/>
          </a:prstGeom>
        </p:spPr>
      </p:pic>
      <p:sp>
        <p:nvSpPr>
          <p:cNvPr id="21" name="Rectangle: Rounded Corners 20">
            <a:extLst>
              <a:ext uri="{FF2B5EF4-FFF2-40B4-BE49-F238E27FC236}">
                <a16:creationId xmlns:a16="http://schemas.microsoft.com/office/drawing/2014/main" id="{BA0DFCD4-B0EC-0FE1-091C-8DD24DBF727D}"/>
              </a:ext>
            </a:extLst>
          </p:cNvPr>
          <p:cNvSpPr>
            <a:spLocks noGrp="1" noRot="1" noMove="1" noResize="1" noEditPoints="1" noAdjustHandles="1" noChangeArrowheads="1" noChangeShapeType="1"/>
          </p:cNvSpPr>
          <p:nvPr userDrawn="1"/>
        </p:nvSpPr>
        <p:spPr>
          <a:xfrm>
            <a:off x="6206752" y="1947600"/>
            <a:ext cx="2660807" cy="2962865"/>
          </a:xfrm>
          <a:prstGeom prst="roundRect">
            <a:avLst>
              <a:gd name="adj" fmla="val 1824"/>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 Placeholder 13">
            <a:extLst>
              <a:ext uri="{FF2B5EF4-FFF2-40B4-BE49-F238E27FC236}">
                <a16:creationId xmlns:a16="http://schemas.microsoft.com/office/drawing/2014/main" id="{A569C822-FA03-B8FE-8EAD-57ED12D6405E}"/>
              </a:ext>
            </a:extLst>
          </p:cNvPr>
          <p:cNvSpPr>
            <a:spLocks noGrp="1" noRot="1" noMove="1" noResize="1" noEditPoints="1" noAdjustHandles="1" noChangeArrowheads="1" noChangeShapeType="1"/>
          </p:cNvSpPr>
          <p:nvPr>
            <p:ph type="body" sz="quarter" idx="20"/>
          </p:nvPr>
        </p:nvSpPr>
        <p:spPr>
          <a:xfrm>
            <a:off x="6348519" y="2624400"/>
            <a:ext cx="2386382" cy="2172293"/>
          </a:xfrm>
        </p:spPr>
        <p:txBody>
          <a:bodyPr/>
          <a:lstStyle>
            <a:lvl1pPr marL="0" indent="0" algn="l">
              <a:lnSpc>
                <a:spcPts val="1680"/>
              </a:lnSpc>
              <a:spcAft>
                <a:spcPts val="0"/>
              </a:spcAft>
              <a:buFont typeface="Arial" panose="020B0604020202020204" pitchFamily="34" charset="0"/>
              <a:buNone/>
              <a:defRPr sz="1400" b="0">
                <a:solidFill>
                  <a:schemeClr val="bg1"/>
                </a:solidFill>
                <a:latin typeface="+mn-lt"/>
              </a:defRPr>
            </a:lvl1pPr>
            <a:lvl2pPr marL="0" indent="0" algn="l">
              <a:lnSpc>
                <a:spcPts val="1680"/>
              </a:lnSpc>
              <a:spcAft>
                <a:spcPts val="0"/>
              </a:spcAft>
              <a:buNone/>
              <a:defRPr sz="1200" b="0">
                <a:solidFill>
                  <a:schemeClr val="bg1"/>
                </a:solidFill>
                <a:latin typeface="+mn-lt"/>
              </a:defRPr>
            </a:lvl2pPr>
          </a:lstStyle>
          <a:p>
            <a:pPr lvl="0"/>
            <a:r>
              <a:rPr lang="en-GB"/>
              <a:t>Click to edit Master text styles</a:t>
            </a:r>
          </a:p>
          <a:p>
            <a:pPr lvl="1"/>
            <a:r>
              <a:rPr lang="en-GB"/>
              <a:t>Second level</a:t>
            </a:r>
          </a:p>
        </p:txBody>
      </p:sp>
      <p:pic>
        <p:nvPicPr>
          <p:cNvPr id="23" name="Picture 22" descr="A black and white symbol&#10;&#10;AI-generated content may be incorrect.">
            <a:extLst>
              <a:ext uri="{FF2B5EF4-FFF2-40B4-BE49-F238E27FC236}">
                <a16:creationId xmlns:a16="http://schemas.microsoft.com/office/drawing/2014/main" id="{9947035F-BF6A-88B2-32F7-87A2E1EB300D}"/>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6372366" y="2109600"/>
            <a:ext cx="432000" cy="313807"/>
          </a:xfrm>
          <a:prstGeom prst="rect">
            <a:avLst/>
          </a:prstGeom>
        </p:spPr>
      </p:pic>
      <p:sp>
        <p:nvSpPr>
          <p:cNvPr id="24" name="Rectangle: Rounded Corners 23">
            <a:extLst>
              <a:ext uri="{FF2B5EF4-FFF2-40B4-BE49-F238E27FC236}">
                <a16:creationId xmlns:a16="http://schemas.microsoft.com/office/drawing/2014/main" id="{F8997EAD-ADD8-4890-1FD9-EDD3AAAE836E}"/>
              </a:ext>
            </a:extLst>
          </p:cNvPr>
          <p:cNvSpPr>
            <a:spLocks noGrp="1" noRot="1" noMove="1" noResize="1" noEditPoints="1" noAdjustHandles="1" noChangeArrowheads="1" noChangeShapeType="1"/>
          </p:cNvSpPr>
          <p:nvPr userDrawn="1"/>
        </p:nvSpPr>
        <p:spPr>
          <a:xfrm>
            <a:off x="9102622" y="1947600"/>
            <a:ext cx="2660807" cy="2962865"/>
          </a:xfrm>
          <a:prstGeom prst="roundRect">
            <a:avLst>
              <a:gd name="adj" fmla="val 1824"/>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 Placeholder 13">
            <a:extLst>
              <a:ext uri="{FF2B5EF4-FFF2-40B4-BE49-F238E27FC236}">
                <a16:creationId xmlns:a16="http://schemas.microsoft.com/office/drawing/2014/main" id="{3B1CA3A8-945F-40DF-B238-183E5651E9B4}"/>
              </a:ext>
            </a:extLst>
          </p:cNvPr>
          <p:cNvSpPr>
            <a:spLocks noGrp="1" noRot="1" noMove="1" noResize="1" noEditPoints="1" noAdjustHandles="1" noChangeArrowheads="1" noChangeShapeType="1"/>
          </p:cNvSpPr>
          <p:nvPr>
            <p:ph type="body" sz="quarter" idx="21"/>
          </p:nvPr>
        </p:nvSpPr>
        <p:spPr>
          <a:xfrm>
            <a:off x="9244389" y="2624400"/>
            <a:ext cx="2386382" cy="2172293"/>
          </a:xfrm>
        </p:spPr>
        <p:txBody>
          <a:bodyPr/>
          <a:lstStyle>
            <a:lvl1pPr marL="0" indent="0" algn="l">
              <a:lnSpc>
                <a:spcPts val="1680"/>
              </a:lnSpc>
              <a:spcAft>
                <a:spcPts val="0"/>
              </a:spcAft>
              <a:buFont typeface="Arial" panose="020B0604020202020204" pitchFamily="34" charset="0"/>
              <a:buNone/>
              <a:defRPr sz="1400" b="0">
                <a:solidFill>
                  <a:schemeClr val="bg1"/>
                </a:solidFill>
                <a:latin typeface="+mn-lt"/>
              </a:defRPr>
            </a:lvl1pPr>
            <a:lvl2pPr marL="0" indent="0" algn="l">
              <a:lnSpc>
                <a:spcPts val="1400"/>
              </a:lnSpc>
              <a:spcAft>
                <a:spcPts val="0"/>
              </a:spcAft>
              <a:buNone/>
              <a:defRPr sz="1200" b="0">
                <a:solidFill>
                  <a:schemeClr val="bg1"/>
                </a:solidFill>
                <a:latin typeface="+mn-lt"/>
              </a:defRPr>
            </a:lvl2pPr>
          </a:lstStyle>
          <a:p>
            <a:pPr lvl="0"/>
            <a:r>
              <a:rPr lang="en-GB"/>
              <a:t>Click to edit Master text styles</a:t>
            </a:r>
          </a:p>
          <a:p>
            <a:pPr lvl="1"/>
            <a:r>
              <a:rPr lang="en-GB"/>
              <a:t>Second level</a:t>
            </a:r>
          </a:p>
        </p:txBody>
      </p:sp>
      <p:pic>
        <p:nvPicPr>
          <p:cNvPr id="26" name="Picture 25" descr="A black and white symbol&#10;&#10;AI-generated content may be incorrect.">
            <a:extLst>
              <a:ext uri="{FF2B5EF4-FFF2-40B4-BE49-F238E27FC236}">
                <a16:creationId xmlns:a16="http://schemas.microsoft.com/office/drawing/2014/main" id="{EFEE8E61-56C4-2056-F3D4-B29F13BB4D7C}"/>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9268236" y="2109600"/>
            <a:ext cx="432000" cy="313807"/>
          </a:xfrm>
          <a:prstGeom prst="rect">
            <a:avLst/>
          </a:prstGeom>
        </p:spPr>
      </p:pic>
      <p:sp>
        <p:nvSpPr>
          <p:cNvPr id="2" name="TextBox 1">
            <a:extLst>
              <a:ext uri="{FF2B5EF4-FFF2-40B4-BE49-F238E27FC236}">
                <a16:creationId xmlns:a16="http://schemas.microsoft.com/office/drawing/2014/main" id="{742256D7-67DB-24AA-401C-21284B564BC6}"/>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39365325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only - Gradiient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2" name="TextBox 1">
            <a:extLst>
              <a:ext uri="{FF2B5EF4-FFF2-40B4-BE49-F238E27FC236}">
                <a16:creationId xmlns:a16="http://schemas.microsoft.com/office/drawing/2014/main" id="{0BC8EBE2-D014-ED55-884B-74D5D79336BE}"/>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
        <p:nvSpPr>
          <p:cNvPr id="3" name="Rectangle: Folded Corner 2">
            <a:extLst>
              <a:ext uri="{FF2B5EF4-FFF2-40B4-BE49-F238E27FC236}">
                <a16:creationId xmlns:a16="http://schemas.microsoft.com/office/drawing/2014/main" id="{B2C547B1-1073-B533-D175-28C73FF86940}"/>
              </a:ext>
            </a:extLst>
          </p:cNvPr>
          <p:cNvSpPr>
            <a:spLocks noGrp="1" noRot="1" noMove="1" noResize="1" noEditPoints="1" noAdjustHandles="1" noChangeArrowheads="1" noChangeShapeType="1"/>
          </p:cNvSpPr>
          <p:nvPr userDrawn="1"/>
        </p:nvSpPr>
        <p:spPr>
          <a:xfrm>
            <a:off x="12525600" y="0"/>
            <a:ext cx="4377600" cy="6858000"/>
          </a:xfrm>
          <a:prstGeom prst="foldedCorner">
            <a:avLst/>
          </a:prstGeom>
          <a:solidFill>
            <a:schemeClr val="bg1"/>
          </a:solidFill>
          <a:ln>
            <a:noFill/>
          </a:ln>
          <a:effectLst>
            <a:outerShdw blurRad="254000" dist="127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60000" tIns="360000" rIns="180000" rtlCol="0" anchor="t"/>
          <a:lstStyle/>
          <a:p>
            <a:pPr algn="l"/>
            <a:r>
              <a:rPr lang="en-GB" sz="2000" b="1">
                <a:solidFill>
                  <a:schemeClr val="tx2"/>
                </a:solidFill>
                <a:latin typeface="+mj-lt"/>
              </a:rPr>
              <a:t>Blank Slide</a:t>
            </a:r>
          </a:p>
          <a:p>
            <a:pPr algn="l"/>
            <a:r>
              <a:rPr lang="en-GB" sz="1600">
                <a:solidFill>
                  <a:schemeClr val="tx2"/>
                </a:solidFill>
              </a:rPr>
              <a:t>This slide is available for you to create </a:t>
            </a:r>
          </a:p>
          <a:p>
            <a:pPr algn="l"/>
            <a:r>
              <a:rPr lang="en-GB" sz="1600">
                <a:solidFill>
                  <a:schemeClr val="tx2"/>
                </a:solidFill>
              </a:rPr>
              <a:t>new slides using elements from the </a:t>
            </a:r>
          </a:p>
          <a:p>
            <a:pPr algn="l"/>
            <a:r>
              <a:rPr lang="en-GB" sz="1600">
                <a:solidFill>
                  <a:schemeClr val="tx2"/>
                </a:solidFill>
              </a:rPr>
              <a:t>existing slides in this template and/or </a:t>
            </a:r>
          </a:p>
          <a:p>
            <a:pPr algn="l"/>
            <a:r>
              <a:rPr lang="en-GB" sz="1600">
                <a:solidFill>
                  <a:schemeClr val="tx2"/>
                </a:solidFill>
              </a:rPr>
              <a:t>in certain situations, enabling  you to confidently adapt your layout to help maintain consistency throughout </a:t>
            </a:r>
          </a:p>
          <a:p>
            <a:pPr algn="l"/>
            <a:r>
              <a:rPr lang="en-GB" sz="1600">
                <a:solidFill>
                  <a:schemeClr val="tx2"/>
                </a:solidFill>
              </a:rPr>
              <a:t>your presentation.</a:t>
            </a:r>
          </a:p>
        </p:txBody>
      </p:sp>
    </p:spTree>
    <p:extLst>
      <p:ext uri="{BB962C8B-B14F-4D97-AF65-F5344CB8AC3E}">
        <p14:creationId xmlns:p14="http://schemas.microsoft.com/office/powerpoint/2010/main" val="28311371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4 Text Boxes with Images - Gradiient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D021EDE5-BDF3-A8DA-A61E-E68904C02B7F}"/>
              </a:ext>
            </a:extLst>
          </p:cNvPr>
          <p:cNvSpPr>
            <a:spLocks noGrp="1" noRot="1" noMove="1" noResize="1" noEditPoints="1" noAdjustHandles="1" noChangeArrowheads="1" noChangeShapeType="1"/>
          </p:cNvSpPr>
          <p:nvPr userDrawn="1"/>
        </p:nvSpPr>
        <p:spPr>
          <a:xfrm>
            <a:off x="406934" y="1515600"/>
            <a:ext cx="1930997" cy="2464196"/>
          </a:xfrm>
          <a:prstGeom prst="roundRect">
            <a:avLst>
              <a:gd name="adj" fmla="val 2991"/>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17" name="Text Placeholder 13">
            <a:extLst>
              <a:ext uri="{FF2B5EF4-FFF2-40B4-BE49-F238E27FC236}">
                <a16:creationId xmlns:a16="http://schemas.microsoft.com/office/drawing/2014/main" id="{DE11978B-5BB0-82B8-5832-4C56F5630B37}"/>
              </a:ext>
            </a:extLst>
          </p:cNvPr>
          <p:cNvSpPr>
            <a:spLocks noGrp="1" noRot="1" noMove="1" noResize="1" noEditPoints="1" noAdjustHandles="1" noChangeArrowheads="1" noChangeShapeType="1"/>
          </p:cNvSpPr>
          <p:nvPr>
            <p:ph type="body" sz="quarter" idx="18"/>
          </p:nvPr>
        </p:nvSpPr>
        <p:spPr>
          <a:xfrm>
            <a:off x="548700" y="2199600"/>
            <a:ext cx="1716900" cy="1709999"/>
          </a:xfrm>
        </p:spPr>
        <p:txBody>
          <a:bodyPr/>
          <a:lstStyle>
            <a:lvl1pPr marL="0" indent="0" algn="l">
              <a:lnSpc>
                <a:spcPts val="1448"/>
              </a:lnSpc>
              <a:spcAft>
                <a:spcPts val="0"/>
              </a:spcAft>
              <a:buFont typeface="Arial" panose="020B0604020202020204" pitchFamily="34" charset="0"/>
              <a:buNone/>
              <a:defRPr sz="1200" b="0">
                <a:solidFill>
                  <a:schemeClr val="bg1"/>
                </a:solidFill>
                <a:latin typeface="+mn-lt"/>
              </a:defRPr>
            </a:lvl1pPr>
            <a:lvl2pPr marL="0" indent="0" algn="l">
              <a:lnSpc>
                <a:spcPts val="1200"/>
              </a:lnSpc>
              <a:spcAft>
                <a:spcPts val="0"/>
              </a:spcAft>
              <a:buNone/>
              <a:defRPr sz="1000" b="0">
                <a:solidFill>
                  <a:schemeClr val="bg1"/>
                </a:solidFill>
                <a:latin typeface="+mn-lt"/>
              </a:defRPr>
            </a:lvl2pPr>
          </a:lstStyle>
          <a:p>
            <a:pPr lvl="0"/>
            <a:r>
              <a:rPr lang="en-GB"/>
              <a:t>Click to edit Master text styles</a:t>
            </a:r>
          </a:p>
          <a:p>
            <a:pPr lvl="1"/>
            <a:r>
              <a:rPr lang="en-GB"/>
              <a:t>Second level</a:t>
            </a:r>
          </a:p>
        </p:txBody>
      </p:sp>
      <p:pic>
        <p:nvPicPr>
          <p:cNvPr id="16" name="Picture 15" descr="A black and white symbol&#10;&#10;AI-generated content may be incorrect.">
            <a:extLst>
              <a:ext uri="{FF2B5EF4-FFF2-40B4-BE49-F238E27FC236}">
                <a16:creationId xmlns:a16="http://schemas.microsoft.com/office/drawing/2014/main" id="{98358F68-1614-48FB-7369-425B80301A96}"/>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566003" y="1681200"/>
            <a:ext cx="432000" cy="313807"/>
          </a:xfrm>
          <a:prstGeom prst="rect">
            <a:avLst/>
          </a:prstGeom>
        </p:spPr>
      </p:pic>
      <p:sp>
        <p:nvSpPr>
          <p:cNvPr id="19" name="Text Placeholder 13">
            <a:extLst>
              <a:ext uri="{FF2B5EF4-FFF2-40B4-BE49-F238E27FC236}">
                <a16:creationId xmlns:a16="http://schemas.microsoft.com/office/drawing/2014/main" id="{5253979B-EC5A-2E9B-E2DE-A15124597771}"/>
              </a:ext>
            </a:extLst>
          </p:cNvPr>
          <p:cNvSpPr>
            <a:spLocks noGrp="1" noRot="1" noMove="1" noResize="1" noEditPoints="1" noAdjustHandles="1" noChangeArrowheads="1" noChangeShapeType="1"/>
          </p:cNvSpPr>
          <p:nvPr>
            <p:ph type="body" sz="quarter" idx="19"/>
          </p:nvPr>
        </p:nvSpPr>
        <p:spPr>
          <a:xfrm>
            <a:off x="4810012" y="2199600"/>
            <a:ext cx="4417274" cy="1701338"/>
          </a:xfrm>
        </p:spPr>
        <p:txBody>
          <a:bodyPr/>
          <a:lstStyle>
            <a:lvl1pPr marL="0" indent="0" algn="l">
              <a:lnSpc>
                <a:spcPts val="2160"/>
              </a:lnSpc>
              <a:spcAft>
                <a:spcPts val="0"/>
              </a:spcAft>
              <a:buFont typeface="Arial" panose="020B0604020202020204" pitchFamily="34" charset="0"/>
              <a:buNone/>
              <a:defRPr sz="1800" b="0">
                <a:solidFill>
                  <a:schemeClr val="bg1"/>
                </a:solidFill>
                <a:latin typeface="+mn-lt"/>
              </a:defRPr>
            </a:lvl1pPr>
            <a:lvl2pPr marL="0" indent="0" algn="l">
              <a:lnSpc>
                <a:spcPts val="1200"/>
              </a:lnSpc>
              <a:spcAft>
                <a:spcPts val="0"/>
              </a:spcAft>
              <a:buNone/>
              <a:defRPr sz="1000" b="0">
                <a:solidFill>
                  <a:schemeClr val="bg1"/>
                </a:solidFill>
                <a:latin typeface="+mn-lt"/>
              </a:defRPr>
            </a:lvl2pPr>
          </a:lstStyle>
          <a:p>
            <a:pPr lvl="0"/>
            <a:r>
              <a:rPr lang="en-GB"/>
              <a:t>Click to edit Master text styles</a:t>
            </a:r>
          </a:p>
          <a:p>
            <a:pPr lvl="1"/>
            <a:r>
              <a:rPr lang="en-GB"/>
              <a:t>Second level</a:t>
            </a:r>
          </a:p>
        </p:txBody>
      </p:sp>
      <p:pic>
        <p:nvPicPr>
          <p:cNvPr id="20" name="Picture 19" descr="A black and white symbol&#10;&#10;AI-generated content may be incorrect.">
            <a:extLst>
              <a:ext uri="{FF2B5EF4-FFF2-40B4-BE49-F238E27FC236}">
                <a16:creationId xmlns:a16="http://schemas.microsoft.com/office/drawing/2014/main" id="{EBCA5B87-9C00-1A1A-9CEE-09E0F416F8C3}"/>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4836188" y="1681200"/>
            <a:ext cx="432000" cy="313807"/>
          </a:xfrm>
          <a:prstGeom prst="rect">
            <a:avLst/>
          </a:prstGeom>
        </p:spPr>
      </p:pic>
      <p:pic>
        <p:nvPicPr>
          <p:cNvPr id="23" name="Picture 22" descr="A black and white symbol&#10;&#10;AI-generated content may be incorrect.">
            <a:extLst>
              <a:ext uri="{FF2B5EF4-FFF2-40B4-BE49-F238E27FC236}">
                <a16:creationId xmlns:a16="http://schemas.microsoft.com/office/drawing/2014/main" id="{9947035F-BF6A-88B2-32F7-87A2E1EB300D}"/>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2714848" y="4356676"/>
            <a:ext cx="432000" cy="313807"/>
          </a:xfrm>
          <a:prstGeom prst="rect">
            <a:avLst/>
          </a:prstGeom>
        </p:spPr>
      </p:pic>
      <p:pic>
        <p:nvPicPr>
          <p:cNvPr id="26" name="Picture 25" descr="A black and white symbol&#10;&#10;AI-generated content may be incorrect.">
            <a:extLst>
              <a:ext uri="{FF2B5EF4-FFF2-40B4-BE49-F238E27FC236}">
                <a16:creationId xmlns:a16="http://schemas.microsoft.com/office/drawing/2014/main" id="{EFEE8E61-56C4-2056-F3D4-B29F13BB4D7C}"/>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9660637" y="1681200"/>
            <a:ext cx="432000" cy="313807"/>
          </a:xfrm>
          <a:prstGeom prst="rect">
            <a:avLst/>
          </a:prstGeom>
        </p:spPr>
      </p:pic>
      <p:sp>
        <p:nvSpPr>
          <p:cNvPr id="11" name="Text Placeholder 13">
            <a:extLst>
              <a:ext uri="{FF2B5EF4-FFF2-40B4-BE49-F238E27FC236}">
                <a16:creationId xmlns:a16="http://schemas.microsoft.com/office/drawing/2014/main" id="{4A906E6C-35A3-B03F-785E-1F6E1FF09D6A}"/>
              </a:ext>
            </a:extLst>
          </p:cNvPr>
          <p:cNvSpPr>
            <a:spLocks noGrp="1" noRot="1" noMove="1" noResize="1" noEditPoints="1" noAdjustHandles="1" noChangeArrowheads="1" noChangeShapeType="1"/>
          </p:cNvSpPr>
          <p:nvPr>
            <p:ph type="body" sz="quarter" idx="20"/>
          </p:nvPr>
        </p:nvSpPr>
        <p:spPr>
          <a:xfrm>
            <a:off x="2711167" y="4903203"/>
            <a:ext cx="3314978" cy="1181749"/>
          </a:xfrm>
        </p:spPr>
        <p:txBody>
          <a:bodyPr/>
          <a:lstStyle>
            <a:lvl1pPr marL="0" indent="0" algn="l">
              <a:lnSpc>
                <a:spcPts val="1448"/>
              </a:lnSpc>
              <a:spcAft>
                <a:spcPts val="0"/>
              </a:spcAft>
              <a:buFont typeface="Arial" panose="020B0604020202020204" pitchFamily="34" charset="0"/>
              <a:buNone/>
              <a:defRPr sz="1200" b="0">
                <a:solidFill>
                  <a:schemeClr val="bg1"/>
                </a:solidFill>
                <a:latin typeface="+mn-lt"/>
              </a:defRPr>
            </a:lvl1pPr>
            <a:lvl2pPr marL="0" indent="0" algn="l">
              <a:lnSpc>
                <a:spcPts val="1200"/>
              </a:lnSpc>
              <a:spcAft>
                <a:spcPts val="0"/>
              </a:spcAft>
              <a:buNone/>
              <a:defRPr sz="1000" b="0">
                <a:solidFill>
                  <a:schemeClr val="bg1"/>
                </a:solidFill>
                <a:latin typeface="+mn-lt"/>
              </a:defRPr>
            </a:lvl2pPr>
          </a:lstStyle>
          <a:p>
            <a:pPr lvl="0"/>
            <a:r>
              <a:rPr lang="en-GB"/>
              <a:t>Click to edit Master text styles</a:t>
            </a:r>
          </a:p>
          <a:p>
            <a:pPr lvl="1"/>
            <a:r>
              <a:rPr lang="en-GB"/>
              <a:t>Second level</a:t>
            </a:r>
          </a:p>
        </p:txBody>
      </p:sp>
      <p:sp>
        <p:nvSpPr>
          <p:cNvPr id="12" name="Text Placeholder 13">
            <a:extLst>
              <a:ext uri="{FF2B5EF4-FFF2-40B4-BE49-F238E27FC236}">
                <a16:creationId xmlns:a16="http://schemas.microsoft.com/office/drawing/2014/main" id="{254CDBDC-7B98-3E5C-8608-F48D30D90993}"/>
              </a:ext>
            </a:extLst>
          </p:cNvPr>
          <p:cNvSpPr>
            <a:spLocks noGrp="1" noRot="1" noMove="1" noResize="1" noEditPoints="1" noAdjustHandles="1" noChangeArrowheads="1" noChangeShapeType="1"/>
          </p:cNvSpPr>
          <p:nvPr>
            <p:ph type="body" sz="quarter" idx="21"/>
          </p:nvPr>
        </p:nvSpPr>
        <p:spPr>
          <a:xfrm>
            <a:off x="9652799" y="2199600"/>
            <a:ext cx="1967075" cy="3897960"/>
          </a:xfrm>
        </p:spPr>
        <p:txBody>
          <a:bodyPr/>
          <a:lstStyle>
            <a:lvl1pPr marL="0" indent="0" algn="l">
              <a:lnSpc>
                <a:spcPts val="1680"/>
              </a:lnSpc>
              <a:spcAft>
                <a:spcPts val="0"/>
              </a:spcAft>
              <a:buFont typeface="Arial" panose="020B0604020202020204" pitchFamily="34" charset="0"/>
              <a:buNone/>
              <a:defRPr sz="1400" b="0">
                <a:solidFill>
                  <a:schemeClr val="bg1"/>
                </a:solidFill>
                <a:latin typeface="+mn-lt"/>
              </a:defRPr>
            </a:lvl1pPr>
            <a:lvl2pPr marL="0" indent="0" algn="l">
              <a:lnSpc>
                <a:spcPts val="1200"/>
              </a:lnSpc>
              <a:spcAft>
                <a:spcPts val="0"/>
              </a:spcAft>
              <a:buNone/>
              <a:defRPr sz="1000" b="0">
                <a:solidFill>
                  <a:schemeClr val="bg1"/>
                </a:solidFill>
                <a:latin typeface="+mn-lt"/>
              </a:defRPr>
            </a:lvl2pPr>
          </a:lstStyle>
          <a:p>
            <a:pPr lvl="0"/>
            <a:r>
              <a:rPr lang="en-GB"/>
              <a:t>Click to edit Master text styles</a:t>
            </a:r>
          </a:p>
          <a:p>
            <a:pPr lvl="1"/>
            <a:r>
              <a:rPr lang="en-GB"/>
              <a:t>Second level</a:t>
            </a:r>
          </a:p>
        </p:txBody>
      </p:sp>
      <p:sp>
        <p:nvSpPr>
          <p:cNvPr id="13" name="Rectangle: Rounded Corners 12">
            <a:extLst>
              <a:ext uri="{FF2B5EF4-FFF2-40B4-BE49-F238E27FC236}">
                <a16:creationId xmlns:a16="http://schemas.microsoft.com/office/drawing/2014/main" id="{3CE67253-DA5D-C598-D2FB-A7E5660098B4}"/>
              </a:ext>
            </a:extLst>
          </p:cNvPr>
          <p:cNvSpPr>
            <a:spLocks noGrp="1" noRot="1" noMove="1" noResize="1" noEditPoints="1" noAdjustHandles="1" noChangeArrowheads="1" noChangeShapeType="1"/>
          </p:cNvSpPr>
          <p:nvPr userDrawn="1"/>
        </p:nvSpPr>
        <p:spPr>
          <a:xfrm>
            <a:off x="4681001" y="1515600"/>
            <a:ext cx="4584112" cy="2467392"/>
          </a:xfrm>
          <a:prstGeom prst="roundRect">
            <a:avLst>
              <a:gd name="adj" fmla="val 2991"/>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578BC2E5-82B8-9286-3A1D-0E3069754E53}"/>
              </a:ext>
            </a:extLst>
          </p:cNvPr>
          <p:cNvSpPr>
            <a:spLocks noGrp="1" noRot="1" noMove="1" noResize="1" noEditPoints="1" noAdjustHandles="1" noChangeArrowheads="1" noChangeShapeType="1"/>
          </p:cNvSpPr>
          <p:nvPr userDrawn="1"/>
        </p:nvSpPr>
        <p:spPr>
          <a:xfrm>
            <a:off x="2553840" y="4190400"/>
            <a:ext cx="4040143" cy="1975109"/>
          </a:xfrm>
          <a:prstGeom prst="roundRect">
            <a:avLst>
              <a:gd name="adj" fmla="val 2991"/>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C118126B-55F8-FDDE-43D1-C02CF9B2C119}"/>
              </a:ext>
            </a:extLst>
          </p:cNvPr>
          <p:cNvSpPr>
            <a:spLocks noGrp="1" noRot="1" noMove="1" noResize="1" noEditPoints="1" noAdjustHandles="1" noChangeArrowheads="1" noChangeShapeType="1"/>
          </p:cNvSpPr>
          <p:nvPr userDrawn="1"/>
        </p:nvSpPr>
        <p:spPr>
          <a:xfrm>
            <a:off x="9491729" y="1515600"/>
            <a:ext cx="2279561" cy="4651768"/>
          </a:xfrm>
          <a:prstGeom prst="roundRect">
            <a:avLst>
              <a:gd name="adj" fmla="val 2991"/>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Picture Placeholder 10">
            <a:extLst>
              <a:ext uri="{FF2B5EF4-FFF2-40B4-BE49-F238E27FC236}">
                <a16:creationId xmlns:a16="http://schemas.microsoft.com/office/drawing/2014/main" id="{E9B34EEC-75E5-675F-D4CC-72E3D4E64B42}"/>
              </a:ext>
            </a:extLst>
          </p:cNvPr>
          <p:cNvSpPr>
            <a:spLocks noGrp="1" noRot="1" noMove="1" noResize="1" noEditPoints="1" noAdjustHandles="1" noChangeArrowheads="1" noChangeShapeType="1"/>
          </p:cNvSpPr>
          <p:nvPr>
            <p:ph type="pic" sz="quarter" idx="14"/>
          </p:nvPr>
        </p:nvSpPr>
        <p:spPr>
          <a:xfrm>
            <a:off x="2543908" y="1515600"/>
            <a:ext cx="1927795" cy="2467608"/>
          </a:xfrm>
          <a:prstGeom prst="roundRect">
            <a:avLst>
              <a:gd name="adj" fmla="val 1802"/>
            </a:avLst>
          </a:prstGeom>
          <a:solidFill>
            <a:schemeClr val="bg1"/>
          </a:solidFill>
        </p:spPr>
        <p:txBody>
          <a:bodyPr anchor="ctr"/>
          <a:lstStyle>
            <a:lvl1pPr algn="ctr">
              <a:defRPr sz="1600">
                <a:solidFill>
                  <a:schemeClr val="bg1"/>
                </a:solidFill>
              </a:defRPr>
            </a:lvl1pPr>
          </a:lstStyle>
          <a:p>
            <a:r>
              <a:rPr lang="en-GB"/>
              <a:t>Click icon to add picture</a:t>
            </a:r>
          </a:p>
        </p:txBody>
      </p:sp>
      <p:sp>
        <p:nvSpPr>
          <p:cNvPr id="28" name="Picture Placeholder 10">
            <a:extLst>
              <a:ext uri="{FF2B5EF4-FFF2-40B4-BE49-F238E27FC236}">
                <a16:creationId xmlns:a16="http://schemas.microsoft.com/office/drawing/2014/main" id="{8342C352-93F0-75ED-A2A8-D5D3A2879B70}"/>
              </a:ext>
            </a:extLst>
          </p:cNvPr>
          <p:cNvSpPr>
            <a:spLocks noGrp="1" noRot="1" noMove="1" noResize="1" noEditPoints="1" noAdjustHandles="1" noChangeArrowheads="1" noChangeShapeType="1"/>
          </p:cNvSpPr>
          <p:nvPr>
            <p:ph type="pic" sz="quarter" idx="22"/>
          </p:nvPr>
        </p:nvSpPr>
        <p:spPr>
          <a:xfrm>
            <a:off x="405049" y="4190400"/>
            <a:ext cx="1942632" cy="1983955"/>
          </a:xfrm>
          <a:prstGeom prst="roundRect">
            <a:avLst>
              <a:gd name="adj" fmla="val 1802"/>
            </a:avLst>
          </a:prstGeom>
          <a:solidFill>
            <a:schemeClr val="bg1"/>
          </a:solidFill>
        </p:spPr>
        <p:txBody>
          <a:bodyPr anchor="ctr"/>
          <a:lstStyle>
            <a:lvl1pPr algn="ctr">
              <a:defRPr sz="1600">
                <a:solidFill>
                  <a:schemeClr val="bg1"/>
                </a:solidFill>
              </a:defRPr>
            </a:lvl1pPr>
          </a:lstStyle>
          <a:p>
            <a:r>
              <a:rPr lang="en-GB"/>
              <a:t>Click icon to add picture</a:t>
            </a:r>
          </a:p>
        </p:txBody>
      </p:sp>
      <p:sp>
        <p:nvSpPr>
          <p:cNvPr id="29" name="Picture Placeholder 10">
            <a:extLst>
              <a:ext uri="{FF2B5EF4-FFF2-40B4-BE49-F238E27FC236}">
                <a16:creationId xmlns:a16="http://schemas.microsoft.com/office/drawing/2014/main" id="{6185AF51-A444-B997-70D1-6FDE3F614C79}"/>
              </a:ext>
            </a:extLst>
          </p:cNvPr>
          <p:cNvSpPr>
            <a:spLocks noGrp="1" noRot="1" noMove="1" noResize="1" noEditPoints="1" noAdjustHandles="1" noChangeArrowheads="1" noChangeShapeType="1"/>
          </p:cNvSpPr>
          <p:nvPr>
            <p:ph type="pic" sz="quarter" idx="23"/>
          </p:nvPr>
        </p:nvSpPr>
        <p:spPr>
          <a:xfrm>
            <a:off x="6783819" y="4190400"/>
            <a:ext cx="2493405" cy="1987760"/>
          </a:xfrm>
          <a:prstGeom prst="roundRect">
            <a:avLst>
              <a:gd name="adj" fmla="val 2564"/>
            </a:avLst>
          </a:prstGeom>
          <a:solidFill>
            <a:schemeClr val="bg1"/>
          </a:solidFill>
        </p:spPr>
        <p:txBody>
          <a:bodyPr anchor="ctr"/>
          <a:lstStyle>
            <a:lvl1pPr algn="ctr">
              <a:defRPr sz="1600">
                <a:solidFill>
                  <a:schemeClr val="bg1"/>
                </a:solidFill>
              </a:defRPr>
            </a:lvl1pPr>
          </a:lstStyle>
          <a:p>
            <a:r>
              <a:rPr lang="en-GB"/>
              <a:t>Click icon to add picture</a:t>
            </a:r>
          </a:p>
        </p:txBody>
      </p:sp>
      <p:sp>
        <p:nvSpPr>
          <p:cNvPr id="2" name="TextBox 1">
            <a:extLst>
              <a:ext uri="{FF2B5EF4-FFF2-40B4-BE49-F238E27FC236}">
                <a16:creationId xmlns:a16="http://schemas.microsoft.com/office/drawing/2014/main" id="{4D8B14FC-6B1B-36FB-BA80-5C1196FF00EC}"/>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4968208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3 Text Boxes with Images - Gradiient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0A09290-58BB-9865-B269-6CCBF0B08462}"/>
              </a:ext>
            </a:extLst>
          </p:cNvPr>
          <p:cNvSpPr>
            <a:spLocks noGrp="1" noRot="1" noMove="1" noResize="1" noEditPoints="1" noAdjustHandles="1" noChangeArrowheads="1" noChangeShapeType="1"/>
          </p:cNvSpPr>
          <p:nvPr>
            <p:ph type="dt" sz="half" idx="10"/>
          </p:nvPr>
        </p:nvSpPr>
        <p:spPr/>
        <p:txBody>
          <a:bodyPr/>
          <a:lstStyle/>
          <a:p>
            <a:r>
              <a:rPr lang="en-GB"/>
              <a:t>Month DD 2025</a:t>
            </a:r>
          </a:p>
        </p:txBody>
      </p:sp>
      <p:sp>
        <p:nvSpPr>
          <p:cNvPr id="5" name="Footer Placeholder 4">
            <a:extLst>
              <a:ext uri="{FF2B5EF4-FFF2-40B4-BE49-F238E27FC236}">
                <a16:creationId xmlns:a16="http://schemas.microsoft.com/office/drawing/2014/main" id="{4364628E-8AFC-8EF6-8786-AD9F0ADE6941}"/>
              </a:ext>
            </a:extLst>
          </p:cNvPr>
          <p:cNvSpPr>
            <a:spLocks noGrp="1" noRot="1" noMove="1" noResize="1" noEditPoints="1" noAdjustHandles="1" noChangeArrowheads="1" noChangeShapeType="1"/>
          </p:cNvSpPr>
          <p:nvPr>
            <p:ph type="ftr" sz="quarter" idx="11"/>
          </p:nvPr>
        </p:nvSpPr>
        <p:spPr/>
        <p:txBody>
          <a:bodyPr/>
          <a:lstStyle/>
          <a:p>
            <a:r>
              <a:rPr lang="en-GB"/>
              <a:t>Presentation title</a:t>
            </a:r>
          </a:p>
        </p:txBody>
      </p:sp>
      <p:sp>
        <p:nvSpPr>
          <p:cNvPr id="6" name="Slide Number Placeholder 5">
            <a:extLst>
              <a:ext uri="{FF2B5EF4-FFF2-40B4-BE49-F238E27FC236}">
                <a16:creationId xmlns:a16="http://schemas.microsoft.com/office/drawing/2014/main" id="{B02A9DED-5BBB-EDBA-B606-2F78ABA4B0AB}"/>
              </a:ext>
            </a:extLst>
          </p:cNvPr>
          <p:cNvSpPr>
            <a:spLocks noGrp="1" noRot="1" noMove="1" noResize="1" noEditPoints="1" noAdjustHandles="1" noChangeArrowheads="1" noChangeShapeType="1"/>
          </p:cNvSpPr>
          <p:nvPr>
            <p:ph type="sldNum" sz="quarter" idx="12"/>
          </p:nvPr>
        </p:nvSpPr>
        <p:spPr/>
        <p:txBody>
          <a:bodyPr/>
          <a:lstStyle/>
          <a:p>
            <a:fld id="{7DD8F28C-E404-44CF-9F42-4614D03DA8C2}" type="slidenum">
              <a:rPr lang="en-GB" smtClean="0"/>
              <a:t>‹#›</a:t>
            </a:fld>
            <a:endParaRPr lang="en-GB"/>
          </a:p>
        </p:txBody>
      </p:sp>
      <p:sp>
        <p:nvSpPr>
          <p:cNvPr id="10" name="Text Placeholder 9">
            <a:extLst>
              <a:ext uri="{FF2B5EF4-FFF2-40B4-BE49-F238E27FC236}">
                <a16:creationId xmlns:a16="http://schemas.microsoft.com/office/drawing/2014/main" id="{88FE2289-9AB1-DE08-36C0-7CFA759DAC97}"/>
              </a:ext>
            </a:extLst>
          </p:cNvPr>
          <p:cNvSpPr>
            <a:spLocks noGrp="1" noRot="1" noMove="1" noResize="1" noEditPoints="1" noAdjustHandles="1" noChangeArrowheads="1" noChangeShapeType="1"/>
          </p:cNvSpPr>
          <p:nvPr>
            <p:ph type="body" sz="quarter" idx="13"/>
          </p:nvPr>
        </p:nvSpPr>
        <p:spPr>
          <a:xfrm>
            <a:off x="418800" y="282602"/>
            <a:ext cx="9234000" cy="1025998"/>
          </a:xfrm>
        </p:spPr>
        <p:txBody>
          <a:bodyPr/>
          <a:lstStyle>
            <a:lvl1pPr>
              <a:lnSpc>
                <a:spcPts val="3000"/>
              </a:lnSpc>
              <a:spcAft>
                <a:spcPts val="0"/>
              </a:spcAft>
              <a:defRPr sz="2800" b="1">
                <a:solidFill>
                  <a:schemeClr val="bg1"/>
                </a:solidFill>
                <a:latin typeface="+mj-lt"/>
              </a:defRPr>
            </a:lvl1pPr>
            <a:lvl2pPr marL="0" indent="0">
              <a:lnSpc>
                <a:spcPts val="2800"/>
              </a:lnSpc>
              <a:buNone/>
              <a:defRPr sz="2600" b="0">
                <a:solidFill>
                  <a:schemeClr val="bg1"/>
                </a:solidFill>
                <a:latin typeface="Aptos Light" panose="020B0004020202020204" pitchFamily="34" charset="0"/>
              </a:defRPr>
            </a:lvl2pPr>
          </a:lstStyle>
          <a:p>
            <a:pPr lvl="0"/>
            <a:r>
              <a:rPr lang="en-GB"/>
              <a:t>Click to edit Master text styles</a:t>
            </a:r>
          </a:p>
          <a:p>
            <a:pPr lvl="1"/>
            <a:r>
              <a:rPr lang="en-GB"/>
              <a:t>Second level</a:t>
            </a:r>
          </a:p>
        </p:txBody>
      </p:sp>
      <p:sp>
        <p:nvSpPr>
          <p:cNvPr id="17" name="Text Placeholder 13">
            <a:extLst>
              <a:ext uri="{FF2B5EF4-FFF2-40B4-BE49-F238E27FC236}">
                <a16:creationId xmlns:a16="http://schemas.microsoft.com/office/drawing/2014/main" id="{DE11978B-5BB0-82B8-5832-4C56F5630B37}"/>
              </a:ext>
            </a:extLst>
          </p:cNvPr>
          <p:cNvSpPr>
            <a:spLocks noGrp="1" noRot="1" noMove="1" noResize="1" noEditPoints="1" noAdjustHandles="1" noChangeArrowheads="1" noChangeShapeType="1"/>
          </p:cNvSpPr>
          <p:nvPr>
            <p:ph type="body" sz="quarter" idx="18"/>
          </p:nvPr>
        </p:nvSpPr>
        <p:spPr>
          <a:xfrm>
            <a:off x="941650" y="2504003"/>
            <a:ext cx="3170750" cy="1882597"/>
          </a:xfrm>
        </p:spPr>
        <p:txBody>
          <a:bodyPr/>
          <a:lstStyle>
            <a:lvl1pPr marL="0" indent="0" algn="l">
              <a:lnSpc>
                <a:spcPts val="1920"/>
              </a:lnSpc>
              <a:spcAft>
                <a:spcPts val="0"/>
              </a:spcAft>
              <a:buFont typeface="Arial" panose="020B0604020202020204" pitchFamily="34" charset="0"/>
              <a:buNone/>
              <a:defRPr sz="1600" b="0">
                <a:solidFill>
                  <a:schemeClr val="bg1"/>
                </a:solidFill>
                <a:latin typeface="+mn-lt"/>
              </a:defRPr>
            </a:lvl1pPr>
            <a:lvl2pPr marL="0" indent="0" algn="l">
              <a:lnSpc>
                <a:spcPts val="1400"/>
              </a:lnSpc>
              <a:spcAft>
                <a:spcPts val="0"/>
              </a:spcAft>
              <a:buNone/>
              <a:defRPr sz="1200" b="0">
                <a:solidFill>
                  <a:schemeClr val="bg1"/>
                </a:solidFill>
                <a:latin typeface="+mn-lt"/>
              </a:defRPr>
            </a:lvl2pPr>
          </a:lstStyle>
          <a:p>
            <a:pPr lvl="0"/>
            <a:r>
              <a:rPr lang="en-GB"/>
              <a:t>Click to edit Master text styles</a:t>
            </a:r>
          </a:p>
          <a:p>
            <a:pPr lvl="1"/>
            <a:r>
              <a:rPr lang="en-GB"/>
              <a:t>Second level</a:t>
            </a:r>
          </a:p>
        </p:txBody>
      </p:sp>
      <p:pic>
        <p:nvPicPr>
          <p:cNvPr id="16" name="Picture 15" descr="A black and white symbol&#10;&#10;AI-generated content may be incorrect.">
            <a:extLst>
              <a:ext uri="{FF2B5EF4-FFF2-40B4-BE49-F238E27FC236}">
                <a16:creationId xmlns:a16="http://schemas.microsoft.com/office/drawing/2014/main" id="{98358F68-1614-48FB-7369-425B80301A96}"/>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tretch>
            <a:fillRect/>
          </a:stretch>
        </p:blipFill>
        <p:spPr>
          <a:xfrm>
            <a:off x="410732" y="1661358"/>
            <a:ext cx="432000" cy="313807"/>
          </a:xfrm>
          <a:prstGeom prst="rect">
            <a:avLst/>
          </a:prstGeom>
        </p:spPr>
      </p:pic>
      <p:sp>
        <p:nvSpPr>
          <p:cNvPr id="18" name="Text Placeholder 13">
            <a:extLst>
              <a:ext uri="{FF2B5EF4-FFF2-40B4-BE49-F238E27FC236}">
                <a16:creationId xmlns:a16="http://schemas.microsoft.com/office/drawing/2014/main" id="{0E9BE643-00EC-120D-BFDF-090558E9BDA2}"/>
              </a:ext>
            </a:extLst>
          </p:cNvPr>
          <p:cNvSpPr>
            <a:spLocks noGrp="1" noRot="1" noMove="1" noResize="1" noEditPoints="1" noAdjustHandles="1" noChangeArrowheads="1" noChangeShapeType="1"/>
          </p:cNvSpPr>
          <p:nvPr>
            <p:ph type="body" sz="quarter" idx="19"/>
          </p:nvPr>
        </p:nvSpPr>
        <p:spPr>
          <a:xfrm>
            <a:off x="1915633" y="4737600"/>
            <a:ext cx="2196767" cy="883841"/>
          </a:xfrm>
        </p:spPr>
        <p:txBody>
          <a:bodyPr/>
          <a:lstStyle>
            <a:lvl1pPr marL="0" indent="0" algn="l">
              <a:lnSpc>
                <a:spcPts val="1400"/>
              </a:lnSpc>
              <a:spcAft>
                <a:spcPts val="0"/>
              </a:spcAft>
              <a:buFont typeface="Arial" panose="020B0604020202020204" pitchFamily="34" charset="0"/>
              <a:buNone/>
              <a:defRPr sz="1200" b="0">
                <a:solidFill>
                  <a:schemeClr val="bg1"/>
                </a:solidFill>
                <a:latin typeface="+mn-lt"/>
              </a:defRPr>
            </a:lvl1pPr>
            <a:lvl2pPr marL="0" indent="0" algn="l">
              <a:lnSpc>
                <a:spcPts val="1400"/>
              </a:lnSpc>
              <a:spcAft>
                <a:spcPts val="0"/>
              </a:spcAft>
              <a:buNone/>
              <a:defRPr sz="1200" b="0">
                <a:solidFill>
                  <a:schemeClr val="bg1"/>
                </a:solidFill>
                <a:latin typeface="+mn-lt"/>
              </a:defRPr>
            </a:lvl2pPr>
          </a:lstStyle>
          <a:p>
            <a:pPr lvl="0"/>
            <a:r>
              <a:rPr lang="en-GB"/>
              <a:t>Click to edit Master text styles</a:t>
            </a:r>
          </a:p>
          <a:p>
            <a:pPr lvl="1"/>
            <a:r>
              <a:rPr lang="en-GB"/>
              <a:t>Second level</a:t>
            </a:r>
          </a:p>
        </p:txBody>
      </p:sp>
      <p:sp>
        <p:nvSpPr>
          <p:cNvPr id="21" name="Picture Placeholder 14">
            <a:extLst>
              <a:ext uri="{FF2B5EF4-FFF2-40B4-BE49-F238E27FC236}">
                <a16:creationId xmlns:a16="http://schemas.microsoft.com/office/drawing/2014/main" id="{37E57E87-9CFD-0AE3-E3F0-5C3E8F51F59D}"/>
              </a:ext>
            </a:extLst>
          </p:cNvPr>
          <p:cNvSpPr>
            <a:spLocks noGrp="1" noRot="1" noMove="1" noResize="1" noEditPoints="1" noAdjustHandles="1" noChangeArrowheads="1" noChangeShapeType="1"/>
          </p:cNvSpPr>
          <p:nvPr>
            <p:ph type="pic" sz="quarter" idx="29"/>
          </p:nvPr>
        </p:nvSpPr>
        <p:spPr>
          <a:xfrm>
            <a:off x="965338" y="4525200"/>
            <a:ext cx="801342" cy="805069"/>
          </a:xfrm>
          <a:prstGeom prst="ellipse">
            <a:avLst/>
          </a:prstGeom>
          <a:noFill/>
          <a:ln w="50800">
            <a:gradFill flip="none" rotWithShape="1">
              <a:gsLst>
                <a:gs pos="0">
                  <a:schemeClr val="tx2"/>
                </a:gs>
                <a:gs pos="85000">
                  <a:schemeClr val="accent1"/>
                </a:gs>
              </a:gsLst>
              <a:lin ang="10800000" scaled="1"/>
              <a:tileRect/>
            </a:gradFill>
          </a:ln>
        </p:spPr>
        <p:txBody>
          <a:bodyPr anchor="ctr"/>
          <a:lstStyle>
            <a:lvl1pPr algn="ctr">
              <a:defRPr sz="1050">
                <a:solidFill>
                  <a:schemeClr val="bg1"/>
                </a:solidFill>
              </a:defRPr>
            </a:lvl1pPr>
          </a:lstStyle>
          <a:p>
            <a:r>
              <a:rPr lang="en-GB"/>
              <a:t>Click icon to add picture</a:t>
            </a:r>
          </a:p>
        </p:txBody>
      </p:sp>
      <p:sp>
        <p:nvSpPr>
          <p:cNvPr id="22" name="Text Placeholder 13">
            <a:extLst>
              <a:ext uri="{FF2B5EF4-FFF2-40B4-BE49-F238E27FC236}">
                <a16:creationId xmlns:a16="http://schemas.microsoft.com/office/drawing/2014/main" id="{5FA1E384-185C-03D5-1F22-D0681A66BF9D}"/>
              </a:ext>
            </a:extLst>
          </p:cNvPr>
          <p:cNvSpPr>
            <a:spLocks noGrp="1" noRot="1" noMove="1" noResize="1" noEditPoints="1" noAdjustHandles="1" noChangeArrowheads="1" noChangeShapeType="1"/>
          </p:cNvSpPr>
          <p:nvPr>
            <p:ph type="body" sz="quarter" idx="30"/>
          </p:nvPr>
        </p:nvSpPr>
        <p:spPr>
          <a:xfrm>
            <a:off x="4522138" y="2504003"/>
            <a:ext cx="3147062" cy="1875245"/>
          </a:xfrm>
        </p:spPr>
        <p:txBody>
          <a:bodyPr/>
          <a:lstStyle>
            <a:lvl1pPr marL="0" indent="0" algn="l">
              <a:lnSpc>
                <a:spcPts val="1920"/>
              </a:lnSpc>
              <a:spcAft>
                <a:spcPts val="0"/>
              </a:spcAft>
              <a:buFont typeface="Arial" panose="020B0604020202020204" pitchFamily="34" charset="0"/>
              <a:buNone/>
              <a:defRPr sz="1600" b="0">
                <a:solidFill>
                  <a:schemeClr val="bg1"/>
                </a:solidFill>
                <a:latin typeface="+mn-lt"/>
              </a:defRPr>
            </a:lvl1pPr>
            <a:lvl2pPr marL="0" indent="0" algn="l">
              <a:lnSpc>
                <a:spcPts val="1400"/>
              </a:lnSpc>
              <a:spcAft>
                <a:spcPts val="0"/>
              </a:spcAft>
              <a:buNone/>
              <a:defRPr sz="1200" b="0">
                <a:solidFill>
                  <a:schemeClr val="bg1"/>
                </a:solidFill>
                <a:latin typeface="+mn-lt"/>
              </a:defRPr>
            </a:lvl2pPr>
          </a:lstStyle>
          <a:p>
            <a:pPr lvl="0"/>
            <a:r>
              <a:rPr lang="en-GB"/>
              <a:t>Click to edit Master text styles</a:t>
            </a:r>
          </a:p>
          <a:p>
            <a:pPr lvl="1"/>
            <a:r>
              <a:rPr lang="en-GB"/>
              <a:t>Second level</a:t>
            </a:r>
          </a:p>
        </p:txBody>
      </p:sp>
      <p:sp>
        <p:nvSpPr>
          <p:cNvPr id="24" name="Text Placeholder 13">
            <a:extLst>
              <a:ext uri="{FF2B5EF4-FFF2-40B4-BE49-F238E27FC236}">
                <a16:creationId xmlns:a16="http://schemas.microsoft.com/office/drawing/2014/main" id="{1CD226A6-2CF3-C2C1-03C9-23B99EA86A1B}"/>
              </a:ext>
            </a:extLst>
          </p:cNvPr>
          <p:cNvSpPr>
            <a:spLocks noGrp="1" noRot="1" noMove="1" noResize="1" noEditPoints="1" noAdjustHandles="1" noChangeArrowheads="1" noChangeShapeType="1"/>
          </p:cNvSpPr>
          <p:nvPr>
            <p:ph type="body" sz="quarter" idx="31"/>
          </p:nvPr>
        </p:nvSpPr>
        <p:spPr>
          <a:xfrm>
            <a:off x="5472433" y="4737600"/>
            <a:ext cx="2196767" cy="883841"/>
          </a:xfrm>
        </p:spPr>
        <p:txBody>
          <a:bodyPr/>
          <a:lstStyle>
            <a:lvl1pPr marL="0" indent="0" algn="l">
              <a:lnSpc>
                <a:spcPts val="1400"/>
              </a:lnSpc>
              <a:spcAft>
                <a:spcPts val="0"/>
              </a:spcAft>
              <a:buFont typeface="Arial" panose="020B0604020202020204" pitchFamily="34" charset="0"/>
              <a:buNone/>
              <a:defRPr sz="1200" b="0">
                <a:solidFill>
                  <a:schemeClr val="bg1"/>
                </a:solidFill>
                <a:latin typeface="+mn-lt"/>
              </a:defRPr>
            </a:lvl1pPr>
            <a:lvl2pPr marL="0" indent="0" algn="l">
              <a:lnSpc>
                <a:spcPts val="1400"/>
              </a:lnSpc>
              <a:spcAft>
                <a:spcPts val="0"/>
              </a:spcAft>
              <a:buNone/>
              <a:defRPr sz="1200" b="0">
                <a:solidFill>
                  <a:schemeClr val="bg1"/>
                </a:solidFill>
                <a:latin typeface="+mn-lt"/>
              </a:defRPr>
            </a:lvl2pPr>
          </a:lstStyle>
          <a:p>
            <a:pPr lvl="0"/>
            <a:r>
              <a:rPr lang="en-GB"/>
              <a:t>Click to edit Master text styles</a:t>
            </a:r>
          </a:p>
          <a:p>
            <a:pPr lvl="1"/>
            <a:r>
              <a:rPr lang="en-GB"/>
              <a:t>Second level</a:t>
            </a:r>
          </a:p>
        </p:txBody>
      </p:sp>
      <p:sp>
        <p:nvSpPr>
          <p:cNvPr id="25" name="Picture Placeholder 14">
            <a:extLst>
              <a:ext uri="{FF2B5EF4-FFF2-40B4-BE49-F238E27FC236}">
                <a16:creationId xmlns:a16="http://schemas.microsoft.com/office/drawing/2014/main" id="{ECD832BF-7580-AEFE-7E2A-598F7740DA0A}"/>
              </a:ext>
            </a:extLst>
          </p:cNvPr>
          <p:cNvSpPr>
            <a:spLocks noGrp="1" noRot="1" noMove="1" noResize="1" noEditPoints="1" noAdjustHandles="1" noChangeArrowheads="1" noChangeShapeType="1"/>
          </p:cNvSpPr>
          <p:nvPr>
            <p:ph type="pic" sz="quarter" idx="32"/>
          </p:nvPr>
        </p:nvSpPr>
        <p:spPr>
          <a:xfrm>
            <a:off x="4522138" y="4525200"/>
            <a:ext cx="801342" cy="805069"/>
          </a:xfrm>
          <a:prstGeom prst="ellipse">
            <a:avLst/>
          </a:prstGeom>
          <a:noFill/>
          <a:ln w="50800">
            <a:gradFill flip="none" rotWithShape="1">
              <a:gsLst>
                <a:gs pos="0">
                  <a:schemeClr val="tx2"/>
                </a:gs>
                <a:gs pos="85000">
                  <a:schemeClr val="accent1"/>
                </a:gs>
              </a:gsLst>
              <a:lin ang="10800000" scaled="1"/>
              <a:tileRect/>
            </a:gradFill>
          </a:ln>
        </p:spPr>
        <p:txBody>
          <a:bodyPr anchor="ctr"/>
          <a:lstStyle>
            <a:lvl1pPr algn="ctr">
              <a:defRPr sz="1050">
                <a:solidFill>
                  <a:schemeClr val="bg1"/>
                </a:solidFill>
              </a:defRPr>
            </a:lvl1pPr>
          </a:lstStyle>
          <a:p>
            <a:r>
              <a:rPr lang="en-GB"/>
              <a:t>Click icon to add picture</a:t>
            </a:r>
          </a:p>
        </p:txBody>
      </p:sp>
      <p:sp>
        <p:nvSpPr>
          <p:cNvPr id="30" name="Text Placeholder 13">
            <a:extLst>
              <a:ext uri="{FF2B5EF4-FFF2-40B4-BE49-F238E27FC236}">
                <a16:creationId xmlns:a16="http://schemas.microsoft.com/office/drawing/2014/main" id="{16661961-5505-0052-D4BF-4BE9A6D45FD0}"/>
              </a:ext>
            </a:extLst>
          </p:cNvPr>
          <p:cNvSpPr>
            <a:spLocks noGrp="1" noRot="1" noMove="1" noResize="1" noEditPoints="1" noAdjustHandles="1" noChangeArrowheads="1" noChangeShapeType="1"/>
          </p:cNvSpPr>
          <p:nvPr>
            <p:ph type="body" sz="quarter" idx="33"/>
          </p:nvPr>
        </p:nvSpPr>
        <p:spPr>
          <a:xfrm>
            <a:off x="8115436" y="2504003"/>
            <a:ext cx="3146400" cy="1882597"/>
          </a:xfrm>
        </p:spPr>
        <p:txBody>
          <a:bodyPr/>
          <a:lstStyle>
            <a:lvl1pPr marL="0" indent="0" algn="l">
              <a:lnSpc>
                <a:spcPts val="1920"/>
              </a:lnSpc>
              <a:spcAft>
                <a:spcPts val="0"/>
              </a:spcAft>
              <a:buFont typeface="Arial" panose="020B0604020202020204" pitchFamily="34" charset="0"/>
              <a:buNone/>
              <a:defRPr sz="1600" b="0">
                <a:solidFill>
                  <a:schemeClr val="bg1"/>
                </a:solidFill>
                <a:latin typeface="+mn-lt"/>
              </a:defRPr>
            </a:lvl1pPr>
            <a:lvl2pPr marL="0" indent="0" algn="l">
              <a:lnSpc>
                <a:spcPts val="1400"/>
              </a:lnSpc>
              <a:spcAft>
                <a:spcPts val="0"/>
              </a:spcAft>
              <a:buNone/>
              <a:defRPr sz="1200" b="0">
                <a:solidFill>
                  <a:schemeClr val="bg1"/>
                </a:solidFill>
                <a:latin typeface="+mn-lt"/>
              </a:defRPr>
            </a:lvl2pPr>
          </a:lstStyle>
          <a:p>
            <a:pPr lvl="0"/>
            <a:r>
              <a:rPr lang="en-GB"/>
              <a:t>Click to edit Master text styles</a:t>
            </a:r>
          </a:p>
          <a:p>
            <a:pPr lvl="1"/>
            <a:r>
              <a:rPr lang="en-GB"/>
              <a:t>Second level</a:t>
            </a:r>
          </a:p>
        </p:txBody>
      </p:sp>
      <p:sp>
        <p:nvSpPr>
          <p:cNvPr id="31" name="Text Placeholder 13">
            <a:extLst>
              <a:ext uri="{FF2B5EF4-FFF2-40B4-BE49-F238E27FC236}">
                <a16:creationId xmlns:a16="http://schemas.microsoft.com/office/drawing/2014/main" id="{B9B5E752-A54D-E671-3A00-EA9B34012433}"/>
              </a:ext>
            </a:extLst>
          </p:cNvPr>
          <p:cNvSpPr>
            <a:spLocks noGrp="1" noRot="1" noMove="1" noResize="1" noEditPoints="1" noAdjustHandles="1" noChangeArrowheads="1" noChangeShapeType="1"/>
          </p:cNvSpPr>
          <p:nvPr>
            <p:ph type="body" sz="quarter" idx="34"/>
          </p:nvPr>
        </p:nvSpPr>
        <p:spPr>
          <a:xfrm>
            <a:off x="9065069" y="4737600"/>
            <a:ext cx="2196767" cy="883841"/>
          </a:xfrm>
        </p:spPr>
        <p:txBody>
          <a:bodyPr/>
          <a:lstStyle>
            <a:lvl1pPr marL="0" indent="0" algn="l">
              <a:lnSpc>
                <a:spcPts val="1400"/>
              </a:lnSpc>
              <a:spcAft>
                <a:spcPts val="0"/>
              </a:spcAft>
              <a:buFont typeface="Arial" panose="020B0604020202020204" pitchFamily="34" charset="0"/>
              <a:buNone/>
              <a:defRPr sz="1200" b="0">
                <a:solidFill>
                  <a:schemeClr val="bg1"/>
                </a:solidFill>
                <a:latin typeface="+mn-lt"/>
              </a:defRPr>
            </a:lvl1pPr>
            <a:lvl2pPr marL="0" indent="0" algn="l">
              <a:lnSpc>
                <a:spcPts val="1400"/>
              </a:lnSpc>
              <a:spcAft>
                <a:spcPts val="0"/>
              </a:spcAft>
              <a:buNone/>
              <a:defRPr sz="1200" b="0">
                <a:solidFill>
                  <a:schemeClr val="bg1"/>
                </a:solidFill>
                <a:latin typeface="+mn-lt"/>
              </a:defRPr>
            </a:lvl2pPr>
          </a:lstStyle>
          <a:p>
            <a:pPr lvl="0"/>
            <a:r>
              <a:rPr lang="en-GB"/>
              <a:t>Click to edit Master text styles</a:t>
            </a:r>
          </a:p>
          <a:p>
            <a:pPr lvl="1"/>
            <a:r>
              <a:rPr lang="en-GB"/>
              <a:t>Second level</a:t>
            </a:r>
          </a:p>
        </p:txBody>
      </p:sp>
      <p:sp>
        <p:nvSpPr>
          <p:cNvPr id="32" name="Picture Placeholder 14">
            <a:extLst>
              <a:ext uri="{FF2B5EF4-FFF2-40B4-BE49-F238E27FC236}">
                <a16:creationId xmlns:a16="http://schemas.microsoft.com/office/drawing/2014/main" id="{BBB7AF46-46D2-3665-91B9-331D0DAD6128}"/>
              </a:ext>
            </a:extLst>
          </p:cNvPr>
          <p:cNvSpPr>
            <a:spLocks noGrp="1" noRot="1" noMove="1" noResize="1" noEditPoints="1" noAdjustHandles="1" noChangeArrowheads="1" noChangeShapeType="1"/>
          </p:cNvSpPr>
          <p:nvPr>
            <p:ph type="pic" sz="quarter" idx="35"/>
          </p:nvPr>
        </p:nvSpPr>
        <p:spPr>
          <a:xfrm>
            <a:off x="8114774" y="4525200"/>
            <a:ext cx="801342" cy="805069"/>
          </a:xfrm>
          <a:prstGeom prst="ellipse">
            <a:avLst/>
          </a:prstGeom>
          <a:noFill/>
          <a:ln w="50800">
            <a:gradFill flip="none" rotWithShape="1">
              <a:gsLst>
                <a:gs pos="0">
                  <a:schemeClr val="tx2"/>
                </a:gs>
                <a:gs pos="85000">
                  <a:schemeClr val="accent1"/>
                </a:gs>
              </a:gsLst>
              <a:lin ang="10800000" scaled="1"/>
              <a:tileRect/>
            </a:gradFill>
          </a:ln>
        </p:spPr>
        <p:txBody>
          <a:bodyPr anchor="ctr"/>
          <a:lstStyle>
            <a:lvl1pPr algn="ctr">
              <a:defRPr sz="1050">
                <a:solidFill>
                  <a:schemeClr val="bg1"/>
                </a:solidFill>
              </a:defRPr>
            </a:lvl1pPr>
          </a:lstStyle>
          <a:p>
            <a:r>
              <a:rPr lang="en-GB"/>
              <a:t>Click icon to add picture</a:t>
            </a:r>
          </a:p>
        </p:txBody>
      </p:sp>
      <p:pic>
        <p:nvPicPr>
          <p:cNvPr id="35" name="Picture 34">
            <a:extLst>
              <a:ext uri="{FF2B5EF4-FFF2-40B4-BE49-F238E27FC236}">
                <a16:creationId xmlns:a16="http://schemas.microsoft.com/office/drawing/2014/main" id="{42A3E9E3-AFD7-1061-0C57-5D27DDE93CAF}"/>
              </a:ext>
            </a:extLst>
          </p:cNvPr>
          <p:cNvPicPr>
            <a:picLocks noGrp="1" noRot="1" noChangeAspect="1" noMove="1" noResize="1" noEditPoints="1" noAdjustHandles="1" noChangeArrowheads="1" noChangeShapeType="1" noCrop="1"/>
          </p:cNvPicPr>
          <p:nvPr userDrawn="1"/>
        </p:nvPicPr>
        <p:blipFill rotWithShape="1">
          <a:blip r:embed="rId4">
            <a:extLst>
              <a:ext uri="{96DAC541-7B7A-43D3-8B79-37D633B846F1}">
                <asvg:svgBlip xmlns:asvg="http://schemas.microsoft.com/office/drawing/2016/SVG/main" r:embed="rId5"/>
              </a:ext>
            </a:extLst>
          </a:blip>
          <a:srcRect l="-4015" r="-4015"/>
          <a:stretch/>
        </p:blipFill>
        <p:spPr>
          <a:xfrm>
            <a:off x="11150444" y="5590589"/>
            <a:ext cx="630767" cy="583874"/>
          </a:xfrm>
          <a:prstGeom prst="rect">
            <a:avLst/>
          </a:prstGeom>
        </p:spPr>
      </p:pic>
      <p:pic>
        <p:nvPicPr>
          <p:cNvPr id="36" name="Picture 35">
            <a:extLst>
              <a:ext uri="{FF2B5EF4-FFF2-40B4-BE49-F238E27FC236}">
                <a16:creationId xmlns:a16="http://schemas.microsoft.com/office/drawing/2014/main" id="{E4A350B0-2864-FD13-84BB-245B2A43D8D1}"/>
              </a:ext>
            </a:extLst>
          </p:cNvPr>
          <p:cNvPicPr>
            <a:picLocks noGrp="1" noRot="1" noChangeAspect="1" noMove="1" noResize="1" noEditPoints="1" noAdjustHandles="1" noChangeArrowheads="1" noChangeShapeType="1" noCrop="1"/>
          </p:cNvPicPr>
          <p:nvPr userDrawn="1"/>
        </p:nvPicPr>
        <p:blipFill rotWithShape="1">
          <a:blip r:embed="rId4">
            <a:extLst>
              <a:ext uri="{96DAC541-7B7A-43D3-8B79-37D633B846F1}">
                <asvg:svgBlip xmlns:asvg="http://schemas.microsoft.com/office/drawing/2016/SVG/main" r:embed="rId5"/>
              </a:ext>
            </a:extLst>
          </a:blip>
          <a:srcRect t="-5251" b="-5251"/>
          <a:stretch/>
        </p:blipFill>
        <p:spPr>
          <a:xfrm rot="5400000">
            <a:off x="393616" y="5481747"/>
            <a:ext cx="630767" cy="697008"/>
          </a:xfrm>
          <a:prstGeom prst="rect">
            <a:avLst/>
          </a:prstGeom>
        </p:spPr>
      </p:pic>
      <p:sp>
        <p:nvSpPr>
          <p:cNvPr id="2" name="TextBox 1">
            <a:extLst>
              <a:ext uri="{FF2B5EF4-FFF2-40B4-BE49-F238E27FC236}">
                <a16:creationId xmlns:a16="http://schemas.microsoft.com/office/drawing/2014/main" id="{66D39B3D-A251-605D-07A3-F7303B815CC3}"/>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16042610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End Slide - Op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D84EFC0-7824-61EB-6CD0-E1F103F0B5E3}"/>
              </a:ext>
            </a:extLst>
          </p:cNvPr>
          <p:cNvPicPr>
            <a:picLocks noGrp="1" noRot="1" noChangeAspect="1" noMove="1" noResize="1" noEditPoints="1" noAdjustHandles="1" noChangeArrowheads="1" noChangeShapeType="1" noCrop="1"/>
          </p:cNvPicPr>
          <p:nvPr userDrawn="1"/>
        </p:nvPicPr>
        <p:blipFill>
          <a:blip r:embed="rId3" cstate="hqprint">
            <a:extLst>
              <a:ext uri="{28A0092B-C50C-407E-A947-70E740481C1C}">
                <a14:useLocalDpi xmlns:a14="http://schemas.microsoft.com/office/drawing/2010/main"/>
              </a:ext>
            </a:extLst>
          </a:blip>
          <a:srcRect t="-417" r="-78"/>
          <a:stretch/>
        </p:blipFill>
        <p:spPr>
          <a:xfrm>
            <a:off x="5280564" y="1903643"/>
            <a:ext cx="6911436" cy="4954357"/>
          </a:xfrm>
          <a:prstGeom prst="rect">
            <a:avLst/>
          </a:prstGeom>
        </p:spPr>
      </p:pic>
      <p:sp>
        <p:nvSpPr>
          <p:cNvPr id="6" name="Text Placeholder 5">
            <a:extLst>
              <a:ext uri="{FF2B5EF4-FFF2-40B4-BE49-F238E27FC236}">
                <a16:creationId xmlns:a16="http://schemas.microsoft.com/office/drawing/2014/main" id="{6211CAD9-06E6-EC40-2506-C1DBE5DE6A77}"/>
              </a:ext>
            </a:extLst>
          </p:cNvPr>
          <p:cNvSpPr>
            <a:spLocks noGrp="1" noRot="1" noMove="1" noResize="1" noEditPoints="1" noAdjustHandles="1" noChangeArrowheads="1" noChangeShapeType="1"/>
          </p:cNvSpPr>
          <p:nvPr>
            <p:ph type="body" sz="quarter" idx="10" hasCustomPrompt="1"/>
          </p:nvPr>
        </p:nvSpPr>
        <p:spPr>
          <a:xfrm>
            <a:off x="864111" y="1982407"/>
            <a:ext cx="4240799" cy="1299599"/>
          </a:xfrm>
        </p:spPr>
        <p:txBody>
          <a:bodyPr/>
          <a:lstStyle>
            <a:lvl1pPr marL="0" indent="0">
              <a:lnSpc>
                <a:spcPct val="100000"/>
              </a:lnSpc>
              <a:buFont typeface="Arial" panose="020B0604020202020204" pitchFamily="34" charset="0"/>
              <a:buNone/>
              <a:defRPr sz="7200" b="1" spc="-50" baseline="0">
                <a:solidFill>
                  <a:schemeClr val="bg1"/>
                </a:solidFill>
              </a:defRPr>
            </a:lvl1pPr>
            <a:lvl2pPr marL="0" indent="0">
              <a:lnSpc>
                <a:spcPts val="3000"/>
              </a:lnSpc>
              <a:buNone/>
              <a:defRPr sz="3000">
                <a:solidFill>
                  <a:schemeClr val="bg1"/>
                </a:solidFill>
              </a:defRPr>
            </a:lvl2pPr>
            <a:lvl3pPr marL="0" indent="0">
              <a:lnSpc>
                <a:spcPts val="4800"/>
              </a:lnSpc>
              <a:buNone/>
              <a:defRPr sz="4800">
                <a:solidFill>
                  <a:schemeClr val="accent1"/>
                </a:solidFill>
              </a:defRPr>
            </a:lvl3pPr>
            <a:lvl4pPr marL="0" indent="0">
              <a:lnSpc>
                <a:spcPts val="4800"/>
              </a:lnSpc>
              <a:buNone/>
              <a:defRPr sz="4800">
                <a:solidFill>
                  <a:schemeClr val="accent1"/>
                </a:solidFill>
              </a:defRPr>
            </a:lvl4pPr>
            <a:lvl5pPr marL="0" indent="0">
              <a:lnSpc>
                <a:spcPts val="4800"/>
              </a:lnSpc>
              <a:buFont typeface="Arial" panose="020B0604020202020204" pitchFamily="34" charset="0"/>
              <a:buNone/>
              <a:defRPr sz="4800">
                <a:solidFill>
                  <a:schemeClr val="accent1"/>
                </a:solidFill>
              </a:defRPr>
            </a:lvl5pPr>
          </a:lstStyle>
          <a:p>
            <a:pPr lvl="0"/>
            <a:r>
              <a:rPr lang="en-US"/>
              <a:t>Thank you </a:t>
            </a:r>
          </a:p>
        </p:txBody>
      </p:sp>
      <p:sp>
        <p:nvSpPr>
          <p:cNvPr id="4" name="Text Placeholder 13">
            <a:extLst>
              <a:ext uri="{FF2B5EF4-FFF2-40B4-BE49-F238E27FC236}">
                <a16:creationId xmlns:a16="http://schemas.microsoft.com/office/drawing/2014/main" id="{17A4C075-C136-5F4C-BAD9-CDF4D756EDE6}"/>
              </a:ext>
            </a:extLst>
          </p:cNvPr>
          <p:cNvSpPr>
            <a:spLocks noGrp="1" noRot="1" noMove="1" noResize="1" noEditPoints="1" noAdjustHandles="1" noChangeArrowheads="1" noChangeShapeType="1"/>
          </p:cNvSpPr>
          <p:nvPr>
            <p:ph type="body" sz="quarter" idx="18"/>
          </p:nvPr>
        </p:nvSpPr>
        <p:spPr>
          <a:xfrm>
            <a:off x="864111" y="3514864"/>
            <a:ext cx="4274289" cy="2308136"/>
          </a:xfrm>
        </p:spPr>
        <p:txBody>
          <a:bodyPr/>
          <a:lstStyle>
            <a:lvl1pPr marL="0" indent="0" algn="l">
              <a:lnSpc>
                <a:spcPts val="3000"/>
              </a:lnSpc>
              <a:spcAft>
                <a:spcPts val="0"/>
              </a:spcAft>
              <a:buFont typeface="Arial" panose="020B0604020202020204" pitchFamily="34" charset="0"/>
              <a:buNone/>
              <a:defRPr sz="2600" b="1">
                <a:solidFill>
                  <a:schemeClr val="bg1"/>
                </a:solidFill>
                <a:latin typeface="+mj-lt"/>
              </a:defRPr>
            </a:lvl1pPr>
            <a:lvl2pPr marL="0" indent="0" algn="l">
              <a:lnSpc>
                <a:spcPts val="1920"/>
              </a:lnSpc>
              <a:spcAft>
                <a:spcPts val="0"/>
              </a:spcAft>
              <a:buNone/>
              <a:defRPr sz="1600" b="0">
                <a:solidFill>
                  <a:schemeClr val="bg1"/>
                </a:solidFill>
                <a:latin typeface="+mn-lt"/>
              </a:defRPr>
            </a:lvl2pPr>
          </a:lstStyle>
          <a:p>
            <a:pPr lvl="0"/>
            <a:r>
              <a:rPr lang="en-GB"/>
              <a:t>Click to edit Master text styles</a:t>
            </a:r>
          </a:p>
          <a:p>
            <a:pPr lvl="1"/>
            <a:r>
              <a:rPr lang="en-GB"/>
              <a:t>Second level</a:t>
            </a:r>
          </a:p>
        </p:txBody>
      </p:sp>
      <p:sp>
        <p:nvSpPr>
          <p:cNvPr id="9" name="Picture Placeholder 10">
            <a:extLst>
              <a:ext uri="{FF2B5EF4-FFF2-40B4-BE49-F238E27FC236}">
                <a16:creationId xmlns:a16="http://schemas.microsoft.com/office/drawing/2014/main" id="{4023A6ED-73A4-1932-777A-48F3D22DCE80}"/>
              </a:ext>
            </a:extLst>
          </p:cNvPr>
          <p:cNvSpPr>
            <a:spLocks noGrp="1" noRot="1" noMove="1" noResize="1" noEditPoints="1" noAdjustHandles="1" noChangeArrowheads="1" noChangeShapeType="1"/>
          </p:cNvSpPr>
          <p:nvPr>
            <p:ph type="pic" sz="quarter" idx="14"/>
          </p:nvPr>
        </p:nvSpPr>
        <p:spPr>
          <a:xfrm>
            <a:off x="6916801" y="1103401"/>
            <a:ext cx="4787998" cy="5754170"/>
          </a:xfrm>
        </p:spPr>
        <p:txBody>
          <a:bodyPr anchor="ctr"/>
          <a:lstStyle>
            <a:lvl1pPr algn="ctr">
              <a:defRPr sz="2400" b="0">
                <a:solidFill>
                  <a:schemeClr val="bg1"/>
                </a:solidFill>
              </a:defRPr>
            </a:lvl1pPr>
          </a:lstStyle>
          <a:p>
            <a:r>
              <a:rPr lang="en-GB"/>
              <a:t>Click icon to add picture</a:t>
            </a:r>
          </a:p>
        </p:txBody>
      </p:sp>
      <p:sp>
        <p:nvSpPr>
          <p:cNvPr id="2" name="TextBox 1">
            <a:extLst>
              <a:ext uri="{FF2B5EF4-FFF2-40B4-BE49-F238E27FC236}">
                <a16:creationId xmlns:a16="http://schemas.microsoft.com/office/drawing/2014/main" id="{75C87AC9-0910-C0BF-9DD1-701A73F4DE3E}"/>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
        <p:nvSpPr>
          <p:cNvPr id="3" name="Date Placeholder 3">
            <a:extLst>
              <a:ext uri="{FF2B5EF4-FFF2-40B4-BE49-F238E27FC236}">
                <a16:creationId xmlns:a16="http://schemas.microsoft.com/office/drawing/2014/main" id="{30E534FC-7B4F-0F7E-5344-1FC23BBAAA03}"/>
              </a:ext>
            </a:extLst>
          </p:cNvPr>
          <p:cNvSpPr>
            <a:spLocks noGrp="1" noRot="1" noMove="1" noResize="1" noEditPoints="1" noAdjustHandles="1" noChangeArrowheads="1" noChangeShapeType="1"/>
          </p:cNvSpPr>
          <p:nvPr>
            <p:ph type="dt" sz="half" idx="19"/>
          </p:nvPr>
        </p:nvSpPr>
        <p:spPr>
          <a:xfrm>
            <a:off x="8148000" y="6538913"/>
            <a:ext cx="2394000" cy="190046"/>
          </a:xfrm>
        </p:spPr>
        <p:txBody>
          <a:bodyPr/>
          <a:lstStyle/>
          <a:p>
            <a:r>
              <a:rPr lang="en-GB"/>
              <a:t>Month DD 2025</a:t>
            </a:r>
          </a:p>
        </p:txBody>
      </p:sp>
      <p:sp>
        <p:nvSpPr>
          <p:cNvPr id="5" name="Footer Placeholder 4">
            <a:extLst>
              <a:ext uri="{FF2B5EF4-FFF2-40B4-BE49-F238E27FC236}">
                <a16:creationId xmlns:a16="http://schemas.microsoft.com/office/drawing/2014/main" id="{414A6F26-4D79-C859-EEDF-E86CB25086D5}"/>
              </a:ext>
            </a:extLst>
          </p:cNvPr>
          <p:cNvSpPr>
            <a:spLocks noGrp="1" noRot="1" noMove="1" noResize="1" noEditPoints="1" noAdjustHandles="1" noChangeArrowheads="1" noChangeShapeType="1"/>
          </p:cNvSpPr>
          <p:nvPr>
            <p:ph type="ftr" sz="quarter" idx="11"/>
          </p:nvPr>
        </p:nvSpPr>
        <p:spPr>
          <a:xfrm>
            <a:off x="3322655" y="6534778"/>
            <a:ext cx="4414946" cy="241160"/>
          </a:xfrm>
        </p:spPr>
        <p:txBody>
          <a:bodyPr/>
          <a:lstStyle/>
          <a:p>
            <a:r>
              <a:rPr lang="en-GB"/>
              <a:t>Presentation title</a:t>
            </a:r>
          </a:p>
        </p:txBody>
      </p:sp>
      <p:sp>
        <p:nvSpPr>
          <p:cNvPr id="10" name="Slide Number Placeholder 5">
            <a:extLst>
              <a:ext uri="{FF2B5EF4-FFF2-40B4-BE49-F238E27FC236}">
                <a16:creationId xmlns:a16="http://schemas.microsoft.com/office/drawing/2014/main" id="{08B70212-0341-2DCD-B46C-A9A51DFDB1A3}"/>
              </a:ext>
            </a:extLst>
          </p:cNvPr>
          <p:cNvSpPr>
            <a:spLocks noGrp="1" noRot="1" noMove="1" noResize="1" noEditPoints="1" noAdjustHandles="1" noChangeArrowheads="1" noChangeShapeType="1"/>
          </p:cNvSpPr>
          <p:nvPr>
            <p:ph type="sldNum" sz="quarter" idx="12"/>
          </p:nvPr>
        </p:nvSpPr>
        <p:spPr>
          <a:xfrm>
            <a:off x="11020800" y="6531429"/>
            <a:ext cx="764242" cy="190046"/>
          </a:xfrm>
        </p:spPr>
        <p:txBody>
          <a:bodyPr/>
          <a:lstStyle/>
          <a:p>
            <a:fld id="{7DD8F28C-E404-44CF-9F42-4614D03DA8C2}" type="slidenum">
              <a:rPr lang="en-GB" smtClean="0"/>
              <a:t>‹#›</a:t>
            </a:fld>
            <a:endParaRPr lang="en-GB"/>
          </a:p>
        </p:txBody>
      </p:sp>
    </p:spTree>
    <p:extLst>
      <p:ext uri="{BB962C8B-B14F-4D97-AF65-F5344CB8AC3E}">
        <p14:creationId xmlns:p14="http://schemas.microsoft.com/office/powerpoint/2010/main" val="183545694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96E2A-3BEE-4DF4-A947-3D3E3AE6582D}"/>
              </a:ext>
            </a:extLst>
          </p:cNvPr>
          <p:cNvSpPr>
            <a:spLocks noGrp="1"/>
          </p:cNvSpPr>
          <p:nvPr>
            <p:ph type="title" hasCustomPrompt="1"/>
          </p:nvPr>
        </p:nvSpPr>
        <p:spPr>
          <a:xfrm>
            <a:off x="452852" y="469089"/>
            <a:ext cx="9816909" cy="549275"/>
          </a:xfrm>
        </p:spPr>
        <p:txBody>
          <a:bodyPr>
            <a:noAutofit/>
          </a:bodyPr>
          <a:lstStyle>
            <a:lvl1pPr>
              <a:defRPr sz="3200"/>
            </a:lvl1pPr>
          </a:lstStyle>
          <a:p>
            <a:r>
              <a:rPr lang="en-US"/>
              <a:t>CLICK TO EDIT MASTER TITLE STYLE</a:t>
            </a:r>
            <a:endParaRPr lang="en-GB"/>
          </a:p>
        </p:txBody>
      </p:sp>
      <p:sp>
        <p:nvSpPr>
          <p:cNvPr id="3" name="Text Placeholder 3">
            <a:extLst>
              <a:ext uri="{FF2B5EF4-FFF2-40B4-BE49-F238E27FC236}">
                <a16:creationId xmlns:a16="http://schemas.microsoft.com/office/drawing/2014/main" id="{F7597AEE-7234-4567-A408-881EF00223A1}"/>
              </a:ext>
            </a:extLst>
          </p:cNvPr>
          <p:cNvSpPr>
            <a:spLocks noGrp="1"/>
          </p:cNvSpPr>
          <p:nvPr>
            <p:ph type="body" sz="half" idx="2"/>
          </p:nvPr>
        </p:nvSpPr>
        <p:spPr>
          <a:xfrm>
            <a:off x="1367691" y="907328"/>
            <a:ext cx="8902072" cy="418832"/>
          </a:xfrm>
        </p:spPr>
        <p:txBody>
          <a:bodyPr tIns="0">
            <a:noAutofit/>
          </a:bodyPr>
          <a:lstStyle>
            <a:lvl1pPr marL="0" indent="0">
              <a:lnSpc>
                <a:spcPct val="100000"/>
              </a:lnSpc>
              <a:buNone/>
              <a:defRPr sz="14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Tree>
    <p:extLst>
      <p:ext uri="{BB962C8B-B14F-4D97-AF65-F5344CB8AC3E}">
        <p14:creationId xmlns:p14="http://schemas.microsoft.com/office/powerpoint/2010/main" val="296120601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Andy_White_High">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F245AB-4727-794A-434D-99BB0821398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19125"/>
          </a:xfrm>
          <a:prstGeom prst="rect">
            <a:avLst/>
          </a:prstGeom>
        </p:spPr>
      </p:pic>
      <p:sp>
        <p:nvSpPr>
          <p:cNvPr id="6" name="Text Placeholder 9">
            <a:extLst>
              <a:ext uri="{FF2B5EF4-FFF2-40B4-BE49-F238E27FC236}">
                <a16:creationId xmlns:a16="http://schemas.microsoft.com/office/drawing/2014/main" id="{DA5EC180-E8DD-3539-5E4F-B9AEBB8C4437}"/>
              </a:ext>
            </a:extLst>
          </p:cNvPr>
          <p:cNvSpPr>
            <a:spLocks noGrp="1"/>
          </p:cNvSpPr>
          <p:nvPr>
            <p:ph type="body" sz="quarter" idx="13"/>
          </p:nvPr>
        </p:nvSpPr>
        <p:spPr>
          <a:xfrm>
            <a:off x="428324" y="0"/>
            <a:ext cx="11649375" cy="619126"/>
          </a:xfrm>
        </p:spPr>
        <p:txBody>
          <a:bodyPr anchor="ctr"/>
          <a:lstStyle>
            <a:lvl1pPr>
              <a:lnSpc>
                <a:spcPts val="3000"/>
              </a:lnSpc>
              <a:spcAft>
                <a:spcPts val="0"/>
              </a:spcAft>
              <a:defRPr sz="2800" b="1">
                <a:solidFill>
                  <a:schemeClr val="bg1"/>
                </a:solidFill>
                <a:latin typeface="+mj-lt"/>
              </a:defRPr>
            </a:lvl1pPr>
            <a:lvl2pPr marL="0" indent="0">
              <a:lnSpc>
                <a:spcPts val="2800"/>
              </a:lnSpc>
              <a:spcAft>
                <a:spcPts val="0"/>
              </a:spcAft>
              <a:buNone/>
              <a:defRPr sz="2600" b="0">
                <a:solidFill>
                  <a:schemeClr val="bg1"/>
                </a:solidFill>
                <a:latin typeface="Aptos Light" panose="020B0004020202020204" pitchFamily="34" charset="0"/>
              </a:defRPr>
            </a:lvl2pPr>
          </a:lstStyle>
          <a:p>
            <a:pPr lvl="0"/>
            <a:r>
              <a:rPr lang="en-GB"/>
              <a:t>Click to edit Master text styles</a:t>
            </a:r>
          </a:p>
        </p:txBody>
      </p:sp>
      <p:sp>
        <p:nvSpPr>
          <p:cNvPr id="5" name="Slide Number Placeholder 5">
            <a:extLst>
              <a:ext uri="{FF2B5EF4-FFF2-40B4-BE49-F238E27FC236}">
                <a16:creationId xmlns:a16="http://schemas.microsoft.com/office/drawing/2014/main" id="{776AE0CF-87EE-D125-7EF0-2F1FDD871A5D}"/>
              </a:ext>
            </a:extLst>
          </p:cNvPr>
          <p:cNvSpPr>
            <a:spLocks noGrp="1"/>
          </p:cNvSpPr>
          <p:nvPr>
            <p:ph type="sldNum" sz="quarter" idx="4"/>
          </p:nvPr>
        </p:nvSpPr>
        <p:spPr>
          <a:xfrm>
            <a:off x="11020800" y="6531429"/>
            <a:ext cx="764242" cy="190046"/>
          </a:xfrm>
          <a:prstGeom prst="rect">
            <a:avLst/>
          </a:prstGeom>
        </p:spPr>
        <p:txBody>
          <a:bodyPr vert="horz" lIns="0" tIns="0" rIns="0" bIns="0" rtlCol="0" anchor="t" anchorCtr="0">
            <a:noAutofit/>
          </a:bodyPr>
          <a:lstStyle>
            <a:lvl1pPr algn="r">
              <a:defRPr sz="1200">
                <a:solidFill>
                  <a:schemeClr val="tx1"/>
                </a:solidFill>
              </a:defRPr>
            </a:lvl1pPr>
          </a:lstStyle>
          <a:p>
            <a:fld id="{7DD8F28C-E404-44CF-9F42-4614D03DA8C2}" type="slidenum">
              <a:rPr lang="en-GB" smtClean="0"/>
              <a:pPr/>
              <a:t>‹#›</a:t>
            </a:fld>
            <a:endParaRPr lang="en-GB"/>
          </a:p>
        </p:txBody>
      </p:sp>
    </p:spTree>
    <p:extLst>
      <p:ext uri="{BB962C8B-B14F-4D97-AF65-F5344CB8AC3E}">
        <p14:creationId xmlns:p14="http://schemas.microsoft.com/office/powerpoint/2010/main" val="47061488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382025" y="244687"/>
            <a:ext cx="8632532" cy="68262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600" b="1" i="0">
                <a:solidFill>
                  <a:srgbClr val="1A2746"/>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1358549" y="1349755"/>
            <a:ext cx="6800850" cy="322897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15000" b="1" i="0">
                <a:solidFill>
                  <a:schemeClr val="lt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572273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Blank_Light">
    <p:spTree>
      <p:nvGrpSpPr>
        <p:cNvPr id="1" name=""/>
        <p:cNvGrpSpPr/>
        <p:nvPr/>
      </p:nvGrpSpPr>
      <p:grpSpPr>
        <a:xfrm>
          <a:off x="0" y="0"/>
          <a:ext cx="0" cy="0"/>
          <a:chOff x="0" y="0"/>
          <a:chExt cx="0" cy="0"/>
        </a:xfrm>
      </p:grpSpPr>
      <p:sp>
        <p:nvSpPr>
          <p:cNvPr id="2" name="Freeform: Shape 8">
            <a:extLst>
              <a:ext uri="{FF2B5EF4-FFF2-40B4-BE49-F238E27FC236}">
                <a16:creationId xmlns:a16="http://schemas.microsoft.com/office/drawing/2014/main" id="{A478ECB3-BD49-287E-C4D6-3081208B9433}"/>
              </a:ext>
            </a:extLst>
          </p:cNvPr>
          <p:cNvSpPr/>
          <p:nvPr userDrawn="1"/>
        </p:nvSpPr>
        <p:spPr>
          <a:xfrm>
            <a:off x="1" y="6515266"/>
            <a:ext cx="11107293" cy="342735"/>
          </a:xfrm>
          <a:custGeom>
            <a:avLst/>
            <a:gdLst>
              <a:gd name="connsiteX0" fmla="*/ 0 w 11107293"/>
              <a:gd name="connsiteY0" fmla="*/ 0 h 342735"/>
              <a:gd name="connsiteX1" fmla="*/ 10838690 w 11107293"/>
              <a:gd name="connsiteY1" fmla="*/ 0 h 342735"/>
              <a:gd name="connsiteX2" fmla="*/ 11107293 w 11107293"/>
              <a:gd name="connsiteY2" fmla="*/ 268602 h 342735"/>
              <a:gd name="connsiteX3" fmla="*/ 11107293 w 11107293"/>
              <a:gd name="connsiteY3" fmla="*/ 342735 h 342735"/>
              <a:gd name="connsiteX4" fmla="*/ 0 w 11107293"/>
              <a:gd name="connsiteY4" fmla="*/ 342735 h 342735"/>
              <a:gd name="connsiteX5" fmla="*/ 0 w 11107293"/>
              <a:gd name="connsiteY5" fmla="*/ 0 h 342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107293" h="342735">
                <a:moveTo>
                  <a:pt x="0" y="0"/>
                </a:moveTo>
                <a:lnTo>
                  <a:pt x="10838690" y="0"/>
                </a:lnTo>
                <a:cubicBezTo>
                  <a:pt x="10986950" y="0"/>
                  <a:pt x="11107293" y="120207"/>
                  <a:pt x="11107293" y="268602"/>
                </a:cubicBezTo>
                <a:lnTo>
                  <a:pt x="11107293" y="342735"/>
                </a:lnTo>
                <a:lnTo>
                  <a:pt x="0" y="342735"/>
                </a:lnTo>
                <a:lnTo>
                  <a:pt x="0" y="0"/>
                </a:lnTo>
                <a:close/>
              </a:path>
            </a:pathLst>
          </a:custGeom>
          <a:solidFill>
            <a:srgbClr val="182237"/>
          </a:solidFill>
          <a:ln w="13549" cap="flat">
            <a:noFill/>
            <a:prstDash val="solid"/>
            <a:miter/>
          </a:ln>
        </p:spPr>
        <p:txBody>
          <a:bodyPr wrap="square" rtlCol="0" anchor="ctr">
            <a:noAutofit/>
          </a:bodyPr>
          <a:lstStyle/>
          <a:p>
            <a:endParaRPr lang="en-GB"/>
          </a:p>
        </p:txBody>
      </p:sp>
      <p:sp>
        <p:nvSpPr>
          <p:cNvPr id="3" name="Slide Number Placeholder 5">
            <a:extLst>
              <a:ext uri="{FF2B5EF4-FFF2-40B4-BE49-F238E27FC236}">
                <a16:creationId xmlns:a16="http://schemas.microsoft.com/office/drawing/2014/main" id="{B486D6CC-D46B-F8FD-7CD1-A4EBE59EAEE4}"/>
              </a:ext>
            </a:extLst>
          </p:cNvPr>
          <p:cNvSpPr>
            <a:spLocks noGrp="1"/>
          </p:cNvSpPr>
          <p:nvPr>
            <p:ph type="sldNum" sz="quarter" idx="4"/>
          </p:nvPr>
        </p:nvSpPr>
        <p:spPr>
          <a:xfrm>
            <a:off x="9948041" y="6563361"/>
            <a:ext cx="1014746" cy="247342"/>
          </a:xfrm>
          <a:prstGeom prst="rect">
            <a:avLst/>
          </a:prstGeom>
        </p:spPr>
        <p:txBody>
          <a:bodyPr vert="horz" lIns="91440" tIns="45720" rIns="91440" bIns="45720" rtlCol="0" anchor="ctr"/>
          <a:lstStyle>
            <a:lvl1pPr algn="r">
              <a:defRPr sz="800">
                <a:solidFill>
                  <a:schemeClr val="tx1">
                    <a:tint val="75000"/>
                  </a:schemeClr>
                </a:solidFill>
              </a:defRPr>
            </a:lvl1pPr>
          </a:lstStyle>
          <a:p>
            <a:fld id="{93814408-5831-49B7-BF84-9D4EB0FEE077}" type="slidenum">
              <a:rPr lang="en-GB" smtClean="0"/>
              <a:pPr/>
              <a:t>‹#›</a:t>
            </a:fld>
            <a:endParaRPr lang="en-GB"/>
          </a:p>
        </p:txBody>
      </p:sp>
      <p:sp>
        <p:nvSpPr>
          <p:cNvPr id="4" name="Freeform: Shape 9">
            <a:extLst>
              <a:ext uri="{FF2B5EF4-FFF2-40B4-BE49-F238E27FC236}">
                <a16:creationId xmlns:a16="http://schemas.microsoft.com/office/drawing/2014/main" id="{E992B59B-C5A9-1E58-79E9-3AD45A7DE53C}"/>
              </a:ext>
            </a:extLst>
          </p:cNvPr>
          <p:cNvSpPr/>
          <p:nvPr userDrawn="1"/>
        </p:nvSpPr>
        <p:spPr>
          <a:xfrm>
            <a:off x="11106343" y="6515266"/>
            <a:ext cx="1085657" cy="365604"/>
          </a:xfrm>
          <a:custGeom>
            <a:avLst/>
            <a:gdLst>
              <a:gd name="connsiteX0" fmla="*/ 273887 w 1085657"/>
              <a:gd name="connsiteY0" fmla="*/ 0 h 365604"/>
              <a:gd name="connsiteX1" fmla="*/ 1085657 w 1085657"/>
              <a:gd name="connsiteY1" fmla="*/ 0 h 365604"/>
              <a:gd name="connsiteX2" fmla="*/ 1085657 w 1085657"/>
              <a:gd name="connsiteY2" fmla="*/ 342734 h 365604"/>
              <a:gd name="connsiteX3" fmla="*/ 950 w 1085657"/>
              <a:gd name="connsiteY3" fmla="*/ 342734 h 365604"/>
              <a:gd name="connsiteX4" fmla="*/ 950 w 1085657"/>
              <a:gd name="connsiteY4" fmla="*/ 365604 h 365604"/>
              <a:gd name="connsiteX5" fmla="*/ 0 w 1085657"/>
              <a:gd name="connsiteY5" fmla="*/ 365604 h 365604"/>
              <a:gd name="connsiteX6" fmla="*/ 0 w 1085657"/>
              <a:gd name="connsiteY6" fmla="*/ 273887 h 365604"/>
              <a:gd name="connsiteX7" fmla="*/ 273887 w 1085657"/>
              <a:gd name="connsiteY7" fmla="*/ 0 h 365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657" h="365604">
                <a:moveTo>
                  <a:pt x="273887" y="0"/>
                </a:moveTo>
                <a:lnTo>
                  <a:pt x="1085657" y="0"/>
                </a:lnTo>
                <a:lnTo>
                  <a:pt x="1085657" y="342734"/>
                </a:lnTo>
                <a:lnTo>
                  <a:pt x="950" y="342734"/>
                </a:lnTo>
                <a:lnTo>
                  <a:pt x="950" y="365604"/>
                </a:lnTo>
                <a:lnTo>
                  <a:pt x="0" y="365604"/>
                </a:lnTo>
                <a:lnTo>
                  <a:pt x="0" y="273887"/>
                </a:lnTo>
                <a:cubicBezTo>
                  <a:pt x="0" y="122646"/>
                  <a:pt x="122646" y="0"/>
                  <a:pt x="273887" y="0"/>
                </a:cubicBezTo>
                <a:close/>
              </a:path>
            </a:pathLst>
          </a:custGeom>
          <a:solidFill>
            <a:srgbClr val="182237"/>
          </a:solidFill>
          <a:ln w="13549" cap="flat">
            <a:noFill/>
            <a:prstDash val="solid"/>
            <a:miter/>
          </a:ln>
        </p:spPr>
        <p:txBody>
          <a:bodyPr wrap="square" rtlCol="0" anchor="ctr">
            <a:noAutofit/>
          </a:bodyPr>
          <a:lstStyle/>
          <a:p>
            <a:endParaRPr lang="en-GB"/>
          </a:p>
        </p:txBody>
      </p:sp>
      <p:pic>
        <p:nvPicPr>
          <p:cNvPr id="7" name="Graphic 6">
            <a:extLst>
              <a:ext uri="{FF2B5EF4-FFF2-40B4-BE49-F238E27FC236}">
                <a16:creationId xmlns:a16="http://schemas.microsoft.com/office/drawing/2014/main" id="{46E5F71E-6090-492B-20AB-8F37E7FE45E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392068" y="6602145"/>
            <a:ext cx="626225" cy="130532"/>
          </a:xfrm>
          <a:prstGeom prst="rect">
            <a:avLst/>
          </a:prstGeom>
        </p:spPr>
      </p:pic>
      <p:sp>
        <p:nvSpPr>
          <p:cNvPr id="10" name="Freeform: Shape 47">
            <a:extLst>
              <a:ext uri="{FF2B5EF4-FFF2-40B4-BE49-F238E27FC236}">
                <a16:creationId xmlns:a16="http://schemas.microsoft.com/office/drawing/2014/main" id="{064604FA-FB0E-E5B5-2FD4-63FAE5892EAE}"/>
              </a:ext>
            </a:extLst>
          </p:cNvPr>
          <p:cNvSpPr/>
          <p:nvPr userDrawn="1"/>
        </p:nvSpPr>
        <p:spPr>
          <a:xfrm>
            <a:off x="0" y="526630"/>
            <a:ext cx="4189377" cy="2334373"/>
          </a:xfrm>
          <a:custGeom>
            <a:avLst/>
            <a:gdLst>
              <a:gd name="connsiteX0" fmla="*/ 0 w 4635321"/>
              <a:gd name="connsiteY0" fmla="*/ 0 h 2582859"/>
              <a:gd name="connsiteX1" fmla="*/ 4635321 w 4635321"/>
              <a:gd name="connsiteY1" fmla="*/ 0 h 2582859"/>
              <a:gd name="connsiteX2" fmla="*/ 4635321 w 4635321"/>
              <a:gd name="connsiteY2" fmla="*/ 999718 h 2582859"/>
              <a:gd name="connsiteX3" fmla="*/ 4342189 w 4635321"/>
              <a:gd name="connsiteY3" fmla="*/ 1507355 h 2582859"/>
              <a:gd name="connsiteX4" fmla="*/ 2610793 w 4635321"/>
              <a:gd name="connsiteY4" fmla="*/ 2507027 h 2582859"/>
              <a:gd name="connsiteX5" fmla="*/ 2024651 w 4635321"/>
              <a:gd name="connsiteY5" fmla="*/ 2507027 h 2582859"/>
              <a:gd name="connsiteX6" fmla="*/ 293132 w 4635321"/>
              <a:gd name="connsiteY6" fmla="*/ 1507233 h 2582859"/>
              <a:gd name="connsiteX7" fmla="*/ 0 w 4635321"/>
              <a:gd name="connsiteY7" fmla="*/ 999595 h 2582859"/>
              <a:gd name="connsiteX8" fmla="*/ 0 w 4635321"/>
              <a:gd name="connsiteY8" fmla="*/ 0 h 2582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35321" h="2582859">
                <a:moveTo>
                  <a:pt x="0" y="0"/>
                </a:moveTo>
                <a:lnTo>
                  <a:pt x="4635321" y="0"/>
                </a:lnTo>
                <a:lnTo>
                  <a:pt x="4635321" y="999718"/>
                </a:lnTo>
                <a:cubicBezTo>
                  <a:pt x="4635321" y="1202060"/>
                  <a:pt x="4517503" y="1406123"/>
                  <a:pt x="4342189" y="1507355"/>
                </a:cubicBezTo>
                <a:lnTo>
                  <a:pt x="2610793" y="2507027"/>
                </a:lnTo>
                <a:cubicBezTo>
                  <a:pt x="2435356" y="2608137"/>
                  <a:pt x="2199842" y="2608137"/>
                  <a:pt x="2024651" y="2507027"/>
                </a:cubicBezTo>
                <a:lnTo>
                  <a:pt x="293132" y="1507233"/>
                </a:lnTo>
                <a:cubicBezTo>
                  <a:pt x="117818" y="1406000"/>
                  <a:pt x="0" y="1201938"/>
                  <a:pt x="0" y="999595"/>
                </a:cubicBezTo>
                <a:lnTo>
                  <a:pt x="0" y="0"/>
                </a:lnTo>
                <a:close/>
              </a:path>
            </a:pathLst>
          </a:custGeom>
          <a:solidFill>
            <a:srgbClr val="EDEEF0"/>
          </a:solidFill>
          <a:ln w="22266" cap="flat">
            <a:solidFill>
              <a:schemeClr val="accent1">
                <a:alpha val="9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rial"/>
              <a:ea typeface="+mn-ea"/>
              <a:cs typeface="+mn-cs"/>
            </a:endParaRPr>
          </a:p>
        </p:txBody>
      </p:sp>
      <p:pic>
        <p:nvPicPr>
          <p:cNvPr id="11" name="Graphic 10">
            <a:extLst>
              <a:ext uri="{FF2B5EF4-FFF2-40B4-BE49-F238E27FC236}">
                <a16:creationId xmlns:a16="http://schemas.microsoft.com/office/drawing/2014/main" id="{E96632E6-9AF7-CE61-6D70-1B04A65718A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43037" y="3486304"/>
            <a:ext cx="2645424" cy="2946359"/>
          </a:xfrm>
          <a:prstGeom prst="rect">
            <a:avLst/>
          </a:prstGeom>
        </p:spPr>
      </p:pic>
      <p:pic>
        <p:nvPicPr>
          <p:cNvPr id="12" name="Graphic 11">
            <a:extLst>
              <a:ext uri="{FF2B5EF4-FFF2-40B4-BE49-F238E27FC236}">
                <a16:creationId xmlns:a16="http://schemas.microsoft.com/office/drawing/2014/main" id="{FBAC7230-E3B6-07C0-615B-47B3AC395B2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82468" y="268596"/>
            <a:ext cx="2645424" cy="2946359"/>
          </a:xfrm>
          <a:prstGeom prst="rect">
            <a:avLst/>
          </a:prstGeom>
        </p:spPr>
      </p:pic>
      <p:sp>
        <p:nvSpPr>
          <p:cNvPr id="17" name="Round Single Corner of Rectangle 16">
            <a:extLst>
              <a:ext uri="{FF2B5EF4-FFF2-40B4-BE49-F238E27FC236}">
                <a16:creationId xmlns:a16="http://schemas.microsoft.com/office/drawing/2014/main" id="{5AC07DF9-FA5D-627B-E81C-E496ADCA924D}"/>
              </a:ext>
            </a:extLst>
          </p:cNvPr>
          <p:cNvSpPr/>
          <p:nvPr userDrawn="1"/>
        </p:nvSpPr>
        <p:spPr>
          <a:xfrm flipH="1">
            <a:off x="0" y="-5341"/>
            <a:ext cx="12213386" cy="919742"/>
          </a:xfrm>
          <a:prstGeom prst="round1Rect">
            <a:avLst>
              <a:gd name="adj" fmla="val 0"/>
            </a:avLst>
          </a:prstGeom>
          <a:solidFill>
            <a:srgbClr val="243A5E"/>
          </a:solidFill>
          <a:ln w="1079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mj-lt"/>
              <a:ea typeface="+mn-ea"/>
              <a:cs typeface="+mn-cs"/>
            </a:endParaRPr>
          </a:p>
        </p:txBody>
      </p:sp>
      <p:pic>
        <p:nvPicPr>
          <p:cNvPr id="18" name="Graphic 17">
            <a:extLst>
              <a:ext uri="{FF2B5EF4-FFF2-40B4-BE49-F238E27FC236}">
                <a16:creationId xmlns:a16="http://schemas.microsoft.com/office/drawing/2014/main" id="{83ED6E44-E2CC-3560-3914-912D86BDB502}"/>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9675" y="292878"/>
            <a:ext cx="1106223" cy="230826"/>
          </a:xfrm>
          <a:prstGeom prst="rect">
            <a:avLst/>
          </a:prstGeom>
        </p:spPr>
      </p:pic>
      <p:cxnSp>
        <p:nvCxnSpPr>
          <p:cNvPr id="19" name="Straight Connector 18">
            <a:extLst>
              <a:ext uri="{FF2B5EF4-FFF2-40B4-BE49-F238E27FC236}">
                <a16:creationId xmlns:a16="http://schemas.microsoft.com/office/drawing/2014/main" id="{67A094F2-9862-12D4-A12B-C86DDE8F68C1}"/>
              </a:ext>
            </a:extLst>
          </p:cNvPr>
          <p:cNvCxnSpPr>
            <a:cxnSpLocks/>
          </p:cNvCxnSpPr>
          <p:nvPr userDrawn="1"/>
        </p:nvCxnSpPr>
        <p:spPr>
          <a:xfrm>
            <a:off x="1405908" y="296337"/>
            <a:ext cx="0" cy="275387"/>
          </a:xfrm>
          <a:prstGeom prst="line">
            <a:avLst/>
          </a:prstGeom>
          <a:ln>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0" name="Title Placeholder 1">
            <a:extLst>
              <a:ext uri="{FF2B5EF4-FFF2-40B4-BE49-F238E27FC236}">
                <a16:creationId xmlns:a16="http://schemas.microsoft.com/office/drawing/2014/main" id="{5840DA59-60C4-CD91-F637-39CC05F589B3}"/>
              </a:ext>
            </a:extLst>
          </p:cNvPr>
          <p:cNvSpPr>
            <a:spLocks noGrp="1"/>
          </p:cNvSpPr>
          <p:nvPr>
            <p:ph type="title"/>
          </p:nvPr>
        </p:nvSpPr>
        <p:spPr>
          <a:xfrm>
            <a:off x="1525456" y="224956"/>
            <a:ext cx="9580887" cy="549275"/>
          </a:xfrm>
          <a:prstGeom prst="rect">
            <a:avLst/>
          </a:prstGeom>
        </p:spPr>
        <p:txBody>
          <a:bodyPr vert="horz" lIns="91440" tIns="45720" rIns="91440" bIns="45720" rtlCol="0" anchor="t">
            <a:normAutofit/>
          </a:bodyPr>
          <a:lstStyle>
            <a:lvl1pPr>
              <a:defRPr>
                <a:solidFill>
                  <a:schemeClr val="bg1"/>
                </a:solidFill>
              </a:defRPr>
            </a:lvl1pPr>
          </a:lstStyle>
          <a:p>
            <a:endParaRPr lang="en-GB"/>
          </a:p>
        </p:txBody>
      </p:sp>
      <p:sp>
        <p:nvSpPr>
          <p:cNvPr id="21" name="Content Placeholder 3">
            <a:extLst>
              <a:ext uri="{FF2B5EF4-FFF2-40B4-BE49-F238E27FC236}">
                <a16:creationId xmlns:a16="http://schemas.microsoft.com/office/drawing/2014/main" id="{7F3CE031-B299-3C5A-0E69-8D2CC7E6CDE2}"/>
              </a:ext>
            </a:extLst>
          </p:cNvPr>
          <p:cNvSpPr>
            <a:spLocks noGrp="1"/>
          </p:cNvSpPr>
          <p:nvPr>
            <p:ph sz="quarter" idx="10"/>
          </p:nvPr>
        </p:nvSpPr>
        <p:spPr>
          <a:xfrm>
            <a:off x="584200" y="1435100"/>
            <a:ext cx="11018838"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88666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_Defaul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31603113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Default Slide">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0"/>
            <a:ext cx="11582400" cy="5588000"/>
          </a:xfrm>
        </p:spPr>
        <p:txBody>
          <a:bodyPr>
            <a:normAutofit/>
          </a:bodyPr>
          <a:lstStyle>
            <a:lvl1pPr>
              <a:defRPr sz="2133"/>
            </a:lvl1pPr>
            <a:lvl2pPr>
              <a:defRPr sz="1867"/>
            </a:lvl2pPr>
            <a:lvl3pPr>
              <a:defRPr sz="1600"/>
            </a:lvl3pPr>
            <a:lvl4pPr>
              <a:defRPr sz="1467"/>
            </a:lvl4pPr>
            <a:lvl5pPr>
              <a:defRPr sz="1467"/>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itle Placeholder 1"/>
          <p:cNvSpPr>
            <a:spLocks noGrp="1"/>
          </p:cNvSpPr>
          <p:nvPr>
            <p:ph type="title"/>
          </p:nvPr>
        </p:nvSpPr>
        <p:spPr>
          <a:xfrm>
            <a:off x="203200" y="136356"/>
            <a:ext cx="10261600" cy="312880"/>
          </a:xfrm>
          <a:prstGeom prst="rect">
            <a:avLst/>
          </a:prstGeom>
        </p:spPr>
        <p:txBody>
          <a:bodyPr vert="horz" lIns="91440" tIns="45720" rIns="91440" bIns="45720" rtlCol="0" anchor="ctr">
            <a:noAutofit/>
          </a:bodyPr>
          <a:lstStyle/>
          <a:p>
            <a:r>
              <a:rPr lang="en-GB"/>
              <a:t>Click to edit Master title style</a:t>
            </a:r>
            <a:endParaRPr lang="en-US"/>
          </a:p>
        </p:txBody>
      </p:sp>
    </p:spTree>
    <p:extLst>
      <p:ext uri="{BB962C8B-B14F-4D97-AF65-F5344CB8AC3E}">
        <p14:creationId xmlns:p14="http://schemas.microsoft.com/office/powerpoint/2010/main" val="301038006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68C72A8-9EBA-AAE2-EF10-9884B92F8C6A}"/>
              </a:ext>
            </a:extLst>
          </p:cNvPr>
          <p:cNvPicPr>
            <a:picLocks noGrp="1" noRot="1" noChangeAspect="1" noMove="1" noResize="1" noEditPoints="1" noAdjustHandles="1" noChangeArrowheads="1" noChangeShapeType="1" noCrop="1"/>
          </p:cNvPicPr>
          <p:nvPr userDrawn="1"/>
        </p:nvPicPr>
        <p:blipFill>
          <a:blip r:embed="rId44" cstate="hqprint">
            <a:extLst>
              <a:ext uri="{28A0092B-C50C-407E-A947-70E740481C1C}">
                <a14:useLocalDpi xmlns:a14="http://schemas.microsoft.com/office/drawing/2010/main"/>
              </a:ext>
            </a:extLst>
          </a:blip>
          <a:srcRect t="299" b="299"/>
          <a:stretch/>
        </p:blipFill>
        <p:spPr>
          <a:xfrm>
            <a:off x="0" y="6403538"/>
            <a:ext cx="12192000" cy="454462"/>
          </a:xfrm>
          <a:prstGeom prst="rect">
            <a:avLst/>
          </a:prstGeom>
        </p:spPr>
      </p:pic>
      <p:sp>
        <p:nvSpPr>
          <p:cNvPr id="2" name="Title Placeholder 1">
            <a:extLst>
              <a:ext uri="{FF2B5EF4-FFF2-40B4-BE49-F238E27FC236}">
                <a16:creationId xmlns:a16="http://schemas.microsoft.com/office/drawing/2014/main" id="{B8FEAC07-BE10-A26A-3FC4-BD174ACF9E66}"/>
              </a:ext>
            </a:extLst>
          </p:cNvPr>
          <p:cNvSpPr>
            <a:spLocks noGrp="1" noRot="1" noMove="1" noResize="1" noEditPoints="1" noAdjustHandles="1" noChangeArrowheads="1" noChangeShapeType="1"/>
          </p:cNvSpPr>
          <p:nvPr>
            <p:ph type="title"/>
          </p:nvPr>
        </p:nvSpPr>
        <p:spPr>
          <a:xfrm>
            <a:off x="418800" y="282601"/>
            <a:ext cx="9234000" cy="1187261"/>
          </a:xfrm>
          <a:prstGeom prst="rect">
            <a:avLst/>
          </a:prstGeom>
        </p:spPr>
        <p:txBody>
          <a:bodyPr vert="horz" lIns="0" tIns="0" rIns="0" bIns="0" rtlCol="0" anchor="t" anchorCtr="0">
            <a:noAutofit/>
          </a:bodyPr>
          <a:lstStyle/>
          <a:p>
            <a:r>
              <a:rPr lang="en-GB"/>
              <a:t>Click to edit Master title style</a:t>
            </a:r>
          </a:p>
        </p:txBody>
      </p:sp>
      <p:sp>
        <p:nvSpPr>
          <p:cNvPr id="3" name="Text Placeholder 2">
            <a:extLst>
              <a:ext uri="{FF2B5EF4-FFF2-40B4-BE49-F238E27FC236}">
                <a16:creationId xmlns:a16="http://schemas.microsoft.com/office/drawing/2014/main" id="{E0B1D4D7-86E3-F576-0712-267D640A8F37}"/>
              </a:ext>
            </a:extLst>
          </p:cNvPr>
          <p:cNvSpPr>
            <a:spLocks noGrp="1" noRot="1" noMove="1" noResize="1" noEditPoints="1" noAdjustHandles="1" noChangeArrowheads="1" noChangeShapeType="1"/>
          </p:cNvSpPr>
          <p:nvPr>
            <p:ph type="body" idx="1"/>
          </p:nvPr>
        </p:nvSpPr>
        <p:spPr>
          <a:xfrm>
            <a:off x="418800" y="1598474"/>
            <a:ext cx="9234000" cy="4578490"/>
          </a:xfrm>
          <a:prstGeom prst="rect">
            <a:avLst/>
          </a:prstGeom>
        </p:spPr>
        <p:txBody>
          <a:bodyPr vert="horz" lIns="0" tIns="0" rIns="0" bIns="0" rtlCol="0" anchor="t" anchorCtr="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2DD3A29-3A62-06D4-220F-31DE73F6BB98}"/>
              </a:ext>
            </a:extLst>
          </p:cNvPr>
          <p:cNvSpPr>
            <a:spLocks noGrp="1" noRot="1" noMove="1" noResize="1" noEditPoints="1" noAdjustHandles="1" noChangeArrowheads="1" noChangeShapeType="1"/>
          </p:cNvSpPr>
          <p:nvPr>
            <p:ph type="dt" sz="half" idx="2"/>
          </p:nvPr>
        </p:nvSpPr>
        <p:spPr>
          <a:xfrm>
            <a:off x="8148000" y="6538913"/>
            <a:ext cx="2394000" cy="190046"/>
          </a:xfrm>
          <a:prstGeom prst="rect">
            <a:avLst/>
          </a:prstGeom>
        </p:spPr>
        <p:txBody>
          <a:bodyPr vert="horz" lIns="0" tIns="0" rIns="0" bIns="0" rtlCol="0" anchor="t" anchorCtr="0">
            <a:noAutofit/>
          </a:bodyPr>
          <a:lstStyle>
            <a:lvl1pPr algn="l">
              <a:defRPr sz="1200">
                <a:solidFill>
                  <a:schemeClr val="bg1"/>
                </a:solidFill>
              </a:defRPr>
            </a:lvl1pPr>
          </a:lstStyle>
          <a:p>
            <a:r>
              <a:rPr lang="en-GB"/>
              <a:t>Month DD 2025</a:t>
            </a:r>
          </a:p>
        </p:txBody>
      </p:sp>
      <p:sp>
        <p:nvSpPr>
          <p:cNvPr id="5" name="Footer Placeholder 4">
            <a:extLst>
              <a:ext uri="{FF2B5EF4-FFF2-40B4-BE49-F238E27FC236}">
                <a16:creationId xmlns:a16="http://schemas.microsoft.com/office/drawing/2014/main" id="{D5ADFEE1-D228-F989-0DB6-0474BF47AC00}"/>
              </a:ext>
            </a:extLst>
          </p:cNvPr>
          <p:cNvSpPr>
            <a:spLocks noGrp="1" noRot="1" noMove="1" noResize="1" noEditPoints="1" noAdjustHandles="1" noChangeArrowheads="1" noChangeShapeType="1"/>
          </p:cNvSpPr>
          <p:nvPr>
            <p:ph type="ftr" sz="quarter" idx="3"/>
          </p:nvPr>
        </p:nvSpPr>
        <p:spPr>
          <a:xfrm>
            <a:off x="3322655" y="6534778"/>
            <a:ext cx="4414946" cy="241160"/>
          </a:xfrm>
          <a:prstGeom prst="rect">
            <a:avLst/>
          </a:prstGeom>
        </p:spPr>
        <p:txBody>
          <a:bodyPr vert="horz" lIns="0" tIns="0" rIns="0" bIns="0" rtlCol="0" anchor="t" anchorCtr="0">
            <a:noAutofit/>
          </a:bodyPr>
          <a:lstStyle>
            <a:lvl1pPr algn="l">
              <a:defRPr sz="1200">
                <a:solidFill>
                  <a:schemeClr val="bg1"/>
                </a:solidFill>
              </a:defRPr>
            </a:lvl1pPr>
          </a:lstStyle>
          <a:p>
            <a:r>
              <a:rPr lang="en-GB"/>
              <a:t>Presentation title</a:t>
            </a:r>
          </a:p>
        </p:txBody>
      </p:sp>
      <p:sp>
        <p:nvSpPr>
          <p:cNvPr id="6" name="Slide Number Placeholder 5">
            <a:extLst>
              <a:ext uri="{FF2B5EF4-FFF2-40B4-BE49-F238E27FC236}">
                <a16:creationId xmlns:a16="http://schemas.microsoft.com/office/drawing/2014/main" id="{A82731DC-D737-DCC5-DB49-BF5555986C23}"/>
              </a:ext>
            </a:extLst>
          </p:cNvPr>
          <p:cNvSpPr>
            <a:spLocks noGrp="1" noRot="1" noMove="1" noResize="1" noEditPoints="1" noAdjustHandles="1" noChangeArrowheads="1" noChangeShapeType="1"/>
          </p:cNvSpPr>
          <p:nvPr>
            <p:ph type="sldNum" sz="quarter" idx="4"/>
          </p:nvPr>
        </p:nvSpPr>
        <p:spPr>
          <a:xfrm>
            <a:off x="11020800" y="6531429"/>
            <a:ext cx="764242" cy="190046"/>
          </a:xfrm>
          <a:prstGeom prst="rect">
            <a:avLst/>
          </a:prstGeom>
        </p:spPr>
        <p:txBody>
          <a:bodyPr vert="horz" lIns="0" tIns="0" rIns="0" bIns="0" rtlCol="0" anchor="t" anchorCtr="0">
            <a:noAutofit/>
          </a:bodyPr>
          <a:lstStyle>
            <a:lvl1pPr algn="r">
              <a:defRPr sz="1200">
                <a:solidFill>
                  <a:schemeClr val="bg1"/>
                </a:solidFill>
              </a:defRPr>
            </a:lvl1pPr>
          </a:lstStyle>
          <a:p>
            <a:fld id="{7DD8F28C-E404-44CF-9F42-4614D03DA8C2}" type="slidenum">
              <a:rPr lang="en-GB" smtClean="0"/>
              <a:pPr/>
              <a:t>‹#›</a:t>
            </a:fld>
            <a:endParaRPr lang="en-GB"/>
          </a:p>
        </p:txBody>
      </p:sp>
      <p:sp>
        <p:nvSpPr>
          <p:cNvPr id="9" name="TextBox 8">
            <a:extLst>
              <a:ext uri="{FF2B5EF4-FFF2-40B4-BE49-F238E27FC236}">
                <a16:creationId xmlns:a16="http://schemas.microsoft.com/office/drawing/2014/main" id="{AA326ABD-D0FC-63A7-1FA1-DE8977616D58}"/>
              </a:ext>
            </a:extLst>
          </p:cNvPr>
          <p:cNvSpPr txBox="1">
            <a:spLocks noGrp="1" noRot="1" noMove="1" noResize="1" noEditPoints="1" noAdjustHandles="1" noChangeArrowheads="1" noChangeShapeType="1"/>
          </p:cNvSpPr>
          <p:nvPr userDrawn="1"/>
        </p:nvSpPr>
        <p:spPr>
          <a:xfrm>
            <a:off x="438036" y="6538912"/>
            <a:ext cx="1964364" cy="237025"/>
          </a:xfrm>
          <a:prstGeom prst="rect">
            <a:avLst/>
          </a:prstGeom>
          <a:noFill/>
        </p:spPr>
        <p:txBody>
          <a:bodyPr wrap="square" lIns="0" tIns="0" rIns="0" bIns="0" rtlCol="0">
            <a:noAutofit/>
          </a:bodyPr>
          <a:lstStyle/>
          <a:p>
            <a:r>
              <a:rPr lang="en-GB" sz="1200">
                <a:solidFill>
                  <a:schemeClr val="bg1"/>
                </a:solidFill>
              </a:rPr>
              <a:t>© 2025 TM Forum</a:t>
            </a:r>
          </a:p>
        </p:txBody>
      </p:sp>
    </p:spTree>
    <p:extLst>
      <p:ext uri="{BB962C8B-B14F-4D97-AF65-F5344CB8AC3E}">
        <p14:creationId xmlns:p14="http://schemas.microsoft.com/office/powerpoint/2010/main" val="3859114948"/>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79" r:id="rId3"/>
    <p:sldLayoutId id="2147483662" r:id="rId4"/>
    <p:sldLayoutId id="2147483690" r:id="rId5"/>
    <p:sldLayoutId id="2147483693" r:id="rId6"/>
    <p:sldLayoutId id="2147483683" r:id="rId7"/>
    <p:sldLayoutId id="2147483684" r:id="rId8"/>
    <p:sldLayoutId id="2147483685" r:id="rId9"/>
    <p:sldLayoutId id="2147483686" r:id="rId10"/>
    <p:sldLayoutId id="2147483687" r:id="rId11"/>
    <p:sldLayoutId id="2147483688" r:id="rId12"/>
    <p:sldLayoutId id="2147483650" r:id="rId13"/>
    <p:sldLayoutId id="2147483651" r:id="rId14"/>
    <p:sldLayoutId id="2147483652" r:id="rId15"/>
    <p:sldLayoutId id="2147483653" r:id="rId16"/>
    <p:sldLayoutId id="2147483654" r:id="rId17"/>
    <p:sldLayoutId id="2147483655" r:id="rId18"/>
    <p:sldLayoutId id="2147483656" r:id="rId19"/>
    <p:sldLayoutId id="2147483658" r:id="rId20"/>
    <p:sldLayoutId id="2147483680" r:id="rId21"/>
    <p:sldLayoutId id="2147483681" r:id="rId22"/>
    <p:sldLayoutId id="2147483682" r:id="rId23"/>
    <p:sldLayoutId id="2147483657" r:id="rId24"/>
    <p:sldLayoutId id="2147483666" r:id="rId25"/>
    <p:sldLayoutId id="2147483675" r:id="rId26"/>
    <p:sldLayoutId id="2147483667" r:id="rId27"/>
    <p:sldLayoutId id="2147483668" r:id="rId28"/>
    <p:sldLayoutId id="2147483669" r:id="rId29"/>
    <p:sldLayoutId id="2147483670" r:id="rId30"/>
    <p:sldLayoutId id="2147483671" r:id="rId31"/>
    <p:sldLayoutId id="2147483672" r:id="rId32"/>
    <p:sldLayoutId id="2147483678" r:id="rId33"/>
    <p:sldLayoutId id="2147483673" r:id="rId34"/>
    <p:sldLayoutId id="2147483674" r:id="rId35"/>
    <p:sldLayoutId id="2147483676" r:id="rId36"/>
    <p:sldLayoutId id="2147483695" r:id="rId37"/>
    <p:sldLayoutId id="2147483696" r:id="rId38"/>
    <p:sldLayoutId id="2147483697" r:id="rId39"/>
    <p:sldLayoutId id="2147483698" r:id="rId40"/>
    <p:sldLayoutId id="2147483699" r:id="rId41"/>
    <p:sldLayoutId id="2147483700" r:id="rId42"/>
  </p:sldLayoutIdLst>
  <p:hf hdr="0"/>
  <p:txStyles>
    <p:titleStyle>
      <a:lvl1pPr algn="l" defTabSz="914400" rtl="0" eaLnBrk="1" latinLnBrk="0" hangingPunct="1">
        <a:lnSpc>
          <a:spcPts val="3000"/>
        </a:lnSpc>
        <a:spcBef>
          <a:spcPct val="0"/>
        </a:spcBef>
        <a:buNone/>
        <a:defRPr sz="2800" b="1" kern="1200">
          <a:solidFill>
            <a:schemeClr val="tx2"/>
          </a:solidFill>
          <a:latin typeface="+mj-lt"/>
          <a:ea typeface="+mj-ea"/>
          <a:cs typeface="+mj-cs"/>
        </a:defRPr>
      </a:lvl1pPr>
    </p:titleStyle>
    <p:bodyStyle>
      <a:lvl1pPr marL="0" indent="0" algn="l" defTabSz="914400" rtl="0" eaLnBrk="1" latinLnBrk="0" hangingPunct="1">
        <a:lnSpc>
          <a:spcPts val="2400"/>
        </a:lnSpc>
        <a:spcBef>
          <a:spcPts val="0"/>
        </a:spcBef>
        <a:spcAft>
          <a:spcPts val="1000"/>
        </a:spcAft>
        <a:buFont typeface="Arial" panose="020B0604020202020204" pitchFamily="34" charset="0"/>
        <a:buNone/>
        <a:defRPr sz="2000" b="1" kern="1200">
          <a:solidFill>
            <a:schemeClr val="tx2"/>
          </a:solidFill>
          <a:latin typeface="+mn-lt"/>
          <a:ea typeface="+mn-ea"/>
          <a:cs typeface="+mn-cs"/>
        </a:defRPr>
      </a:lvl1pPr>
      <a:lvl2pPr marL="0" indent="0" algn="l" defTabSz="914400" rtl="0" eaLnBrk="1" latinLnBrk="0" hangingPunct="1">
        <a:lnSpc>
          <a:spcPts val="1920"/>
        </a:lnSpc>
        <a:spcBef>
          <a:spcPts val="0"/>
        </a:spcBef>
        <a:buClr>
          <a:schemeClr val="accent6"/>
        </a:buClr>
        <a:buFont typeface="Arial" panose="020B0604020202020204" pitchFamily="34" charset="0"/>
        <a:buNone/>
        <a:defRPr sz="1600" kern="1200">
          <a:solidFill>
            <a:schemeClr val="tx2"/>
          </a:solidFill>
          <a:latin typeface="+mn-lt"/>
          <a:ea typeface="+mn-ea"/>
          <a:cs typeface="+mn-cs"/>
        </a:defRPr>
      </a:lvl2pPr>
      <a:lvl3pPr marL="216000" indent="-215900" algn="l" defTabSz="914400" rtl="0" eaLnBrk="1" latinLnBrk="0" hangingPunct="1">
        <a:lnSpc>
          <a:spcPts val="1920"/>
        </a:lnSpc>
        <a:spcBef>
          <a:spcPts val="0"/>
        </a:spcBef>
        <a:buClr>
          <a:schemeClr val="accent1"/>
        </a:buClr>
        <a:buFont typeface="Arial" panose="020B0604020202020204" pitchFamily="34" charset="0"/>
        <a:buChar char="•"/>
        <a:defRPr sz="1600" kern="1200">
          <a:solidFill>
            <a:schemeClr val="tx2"/>
          </a:solidFill>
          <a:latin typeface="+mn-lt"/>
          <a:ea typeface="+mn-ea"/>
          <a:cs typeface="+mn-cs"/>
        </a:defRPr>
      </a:lvl3pPr>
      <a:lvl4pPr marL="468000" indent="-215900" algn="l" defTabSz="914400" rtl="0" eaLnBrk="1" latinLnBrk="0" hangingPunct="1">
        <a:lnSpc>
          <a:spcPts val="1920"/>
        </a:lnSpc>
        <a:spcBef>
          <a:spcPts val="0"/>
        </a:spcBef>
        <a:buClr>
          <a:schemeClr val="accent1"/>
        </a:buClr>
        <a:buFont typeface="Symbol" panose="05050102010706020507" pitchFamily="18" charset="2"/>
        <a:buChar char="-"/>
        <a:defRPr sz="1600" kern="1200">
          <a:solidFill>
            <a:schemeClr val="tx2"/>
          </a:solidFill>
          <a:latin typeface="+mn-lt"/>
          <a:ea typeface="+mn-ea"/>
          <a:cs typeface="+mn-cs"/>
        </a:defRPr>
      </a:lvl4pPr>
      <a:lvl5pPr marL="216000" indent="-215900" algn="l" defTabSz="914400" rtl="0" eaLnBrk="1" latinLnBrk="0" hangingPunct="1">
        <a:lnSpc>
          <a:spcPts val="1920"/>
        </a:lnSpc>
        <a:spcBef>
          <a:spcPts val="0"/>
        </a:spcBef>
        <a:buClr>
          <a:schemeClr val="accent1"/>
        </a:buClr>
        <a:buFont typeface="+mj-lt"/>
        <a:buAutoNum type="arabicPeriod"/>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1.xml"/><Relationship Id="rId1" Type="http://schemas.openxmlformats.org/officeDocument/2006/relationships/slideLayout" Target="../slideLayouts/slideLayout38.xml"/><Relationship Id="rId6" Type="http://schemas.openxmlformats.org/officeDocument/2006/relationships/image" Target="../media/image46.png"/><Relationship Id="rId5" Type="http://schemas.openxmlformats.org/officeDocument/2006/relationships/image" Target="../media/image45.png"/><Relationship Id="rId10" Type="http://schemas.openxmlformats.org/officeDocument/2006/relationships/image" Target="../media/image50.emf"/><Relationship Id="rId4" Type="http://schemas.openxmlformats.org/officeDocument/2006/relationships/image" Target="../media/image44.png"/><Relationship Id="rId9" Type="http://schemas.openxmlformats.org/officeDocument/2006/relationships/image" Target="../media/image49.png"/></Relationships>
</file>

<file path=ppt/slides/_rels/slide3.xml.rels><?xml version="1.0" encoding="UTF-8" standalone="yes"?>
<Relationships xmlns="http://schemas.openxmlformats.org/package/2006/relationships"><Relationship Id="rId3" Type="http://schemas.openxmlformats.org/officeDocument/2006/relationships/hyperlink" Target="https://www.tmforum.org/oda/directory" TargetMode="External"/><Relationship Id="rId2" Type="http://schemas.openxmlformats.org/officeDocument/2006/relationships/notesSlide" Target="../notesSlides/notesSlide2.xml"/><Relationship Id="rId1" Type="http://schemas.openxmlformats.org/officeDocument/2006/relationships/slideLayout" Target="../slideLayouts/slideLayout38.xml"/><Relationship Id="rId6" Type="http://schemas.openxmlformats.org/officeDocument/2006/relationships/image" Target="../media/image50.emf"/><Relationship Id="rId5" Type="http://schemas.openxmlformats.org/officeDocument/2006/relationships/image" Target="../media/image52.png"/><Relationship Id="rId4" Type="http://schemas.openxmlformats.org/officeDocument/2006/relationships/image" Target="../media/image51.png"/></Relationships>
</file>

<file path=ppt/slides/_rels/slide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xml"/><Relationship Id="rId1" Type="http://schemas.openxmlformats.org/officeDocument/2006/relationships/slideLayout" Target="../slideLayouts/slideLayout37.xml"/><Relationship Id="rId4" Type="http://schemas.openxmlformats.org/officeDocument/2006/relationships/image" Target="../media/image55.png"/></Relationships>
</file>

<file path=ppt/slides/_rels/slide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xml"/><Relationship Id="rId1" Type="http://schemas.openxmlformats.org/officeDocument/2006/relationships/slideLayout" Target="../slideLayouts/slideLayout37.xml"/><Relationship Id="rId4" Type="http://schemas.openxmlformats.org/officeDocument/2006/relationships/image" Target="../media/image56.png"/></Relationships>
</file>

<file path=ppt/slides/_rels/slide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xml"/><Relationship Id="rId1" Type="http://schemas.openxmlformats.org/officeDocument/2006/relationships/slideLayout" Target="../slideLayouts/slideLayout37.xml"/><Relationship Id="rId5" Type="http://schemas.openxmlformats.org/officeDocument/2006/relationships/image" Target="../media/image57.png"/><Relationship Id="rId4" Type="http://schemas.openxmlformats.org/officeDocument/2006/relationships/image" Target="../media/image56.png"/></Relationships>
</file>

<file path=ppt/slides/_rels/slide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xml"/><Relationship Id="rId1" Type="http://schemas.openxmlformats.org/officeDocument/2006/relationships/slideLayout" Target="../slideLayouts/slideLayout37.xml"/><Relationship Id="rId4" Type="http://schemas.openxmlformats.org/officeDocument/2006/relationships/image" Target="../media/image56.png"/></Relationships>
</file>

<file path=ppt/slides/_rels/slide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xml"/><Relationship Id="rId1" Type="http://schemas.openxmlformats.org/officeDocument/2006/relationships/slideLayout" Target="../slideLayouts/slideLayout37.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0.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9.png"/><Relationship Id="rId2" Type="http://schemas.openxmlformats.org/officeDocument/2006/relationships/notesSlide" Target="../notesSlides/notesSlide9.xml"/><Relationship Id="rId1" Type="http://schemas.openxmlformats.org/officeDocument/2006/relationships/slideLayout" Target="../slideLayouts/slideLayout37.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xml"/><Relationship Id="rId1" Type="http://schemas.openxmlformats.org/officeDocument/2006/relationships/slideLayout" Target="../slideLayouts/slideLayout37.xml"/><Relationship Id="rId4" Type="http://schemas.openxmlformats.org/officeDocument/2006/relationships/image" Target="../media/image56.png"/></Relationships>
</file>

<file path=ppt/slides/_rels/slide1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1.xml"/><Relationship Id="rId1" Type="http://schemas.openxmlformats.org/officeDocument/2006/relationships/slideLayout" Target="../slideLayouts/slideLayout37.xml"/><Relationship Id="rId5" Type="http://schemas.openxmlformats.org/officeDocument/2006/relationships/image" Target="../media/image60.png"/><Relationship Id="rId4" Type="http://schemas.openxmlformats.org/officeDocument/2006/relationships/image" Target="../media/image56.png"/></Relationships>
</file>

<file path=ppt/slides/_rels/slide1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2.xml"/><Relationship Id="rId1" Type="http://schemas.openxmlformats.org/officeDocument/2006/relationships/slideLayout" Target="../slideLayouts/slideLayout37.xml"/><Relationship Id="rId4" Type="http://schemas.openxmlformats.org/officeDocument/2006/relationships/image" Target="../media/image56.png"/></Relationships>
</file>

<file path=ppt/slides/_rels/slide1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3.xml"/><Relationship Id="rId1" Type="http://schemas.openxmlformats.org/officeDocument/2006/relationships/slideLayout" Target="../slideLayouts/slideLayout37.xml"/><Relationship Id="rId5" Type="http://schemas.openxmlformats.org/officeDocument/2006/relationships/image" Target="../media/image61.png"/><Relationship Id="rId4" Type="http://schemas.openxmlformats.org/officeDocument/2006/relationships/image" Target="../media/image56.png"/></Relationships>
</file>

<file path=ppt/slides/_rels/slide15.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54.png"/><Relationship Id="rId1" Type="http://schemas.openxmlformats.org/officeDocument/2006/relationships/slideLayout" Target="../slideLayouts/slideLayout37.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16.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54.png"/><Relationship Id="rId1" Type="http://schemas.openxmlformats.org/officeDocument/2006/relationships/slideLayout" Target="../slideLayouts/slideLayout37.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tmforum-oda/oda-canvas/tree/main/source/operators/api-management" TargetMode="External"/><Relationship Id="rId2" Type="http://schemas.openxmlformats.org/officeDocument/2006/relationships/image" Target="../media/image64.png"/><Relationship Id="rId1" Type="http://schemas.openxmlformats.org/officeDocument/2006/relationships/slideLayout" Target="../slideLayouts/slideLayout37.xml"/><Relationship Id="rId4" Type="http://schemas.openxmlformats.org/officeDocument/2006/relationships/image" Target="../media/image68.png"/></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tmforum-oda/oda-canvas/tree/main/source/operators/api-management" TargetMode="External"/><Relationship Id="rId2" Type="http://schemas.openxmlformats.org/officeDocument/2006/relationships/image" Target="../media/image64.png"/><Relationship Id="rId1" Type="http://schemas.openxmlformats.org/officeDocument/2006/relationships/slideLayout" Target="../slideLayouts/slideLayout37.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tmforum-oda/oda-canvas/tree/main/source/operators/api-management/kong" TargetMode="External"/><Relationship Id="rId2" Type="http://schemas.openxmlformats.org/officeDocument/2006/relationships/image" Target="../media/image64.png"/><Relationship Id="rId1" Type="http://schemas.openxmlformats.org/officeDocument/2006/relationships/slideLayout" Target="../slideLayouts/slideLayout37.xml"/><Relationship Id="rId4" Type="http://schemas.openxmlformats.org/officeDocument/2006/relationships/image" Target="../media/image69.png"/></Relationships>
</file>

<file path=ppt/slides/_rels/slide2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70.png"/><Relationship Id="rId1" Type="http://schemas.openxmlformats.org/officeDocument/2006/relationships/slideLayout" Target="../slideLayouts/slideLayout37.xml"/><Relationship Id="rId4" Type="http://schemas.openxmlformats.org/officeDocument/2006/relationships/image" Target="../media/image71.png"/></Relationships>
</file>

<file path=ppt/slides/_rels/slide2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2.png"/><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75.png"/><Relationship Id="rId2" Type="http://schemas.openxmlformats.org/officeDocument/2006/relationships/image" Target="../media/image70.png"/><Relationship Id="rId1" Type="http://schemas.openxmlformats.org/officeDocument/2006/relationships/slideLayout" Target="../slideLayouts/slideLayout37.xml"/><Relationship Id="rId6" Type="http://schemas.openxmlformats.org/officeDocument/2006/relationships/image" Target="../media/image74.png"/><Relationship Id="rId5" Type="http://schemas.openxmlformats.org/officeDocument/2006/relationships/image" Target="../media/image63.png"/><Relationship Id="rId4" Type="http://schemas.openxmlformats.org/officeDocument/2006/relationships/image" Target="../media/image73.png"/></Relationships>
</file>

<file path=ppt/slides/_rels/slide2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3.png"/><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3.png"/><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3.png"/><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3.png"/><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42.xml"/></Relationships>
</file>

<file path=ppt/slides/_rels/slide3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42.xml"/></Relationships>
</file>

<file path=ppt/slides/_rels/slide3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42.xml"/></Relationships>
</file>

<file path=ppt/slides/_rels/slide3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8.png"/><Relationship Id="rId1" Type="http://schemas.openxmlformats.org/officeDocument/2006/relationships/slideLayout" Target="../slideLayouts/slideLayout42.xml"/><Relationship Id="rId4" Type="http://schemas.openxmlformats.org/officeDocument/2006/relationships/image" Target="../media/image54.png"/></Relationships>
</file>

<file path=ppt/slides/_rels/slide3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8.png"/><Relationship Id="rId1" Type="http://schemas.openxmlformats.org/officeDocument/2006/relationships/slideLayout" Target="../slideLayouts/slideLayout42.xml"/><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42.xml"/><Relationship Id="rId4" Type="http://schemas.openxmlformats.org/officeDocument/2006/relationships/hyperlink" Target="https://www.tmforum.org/oda/directory" TargetMode="External"/></Relationships>
</file>

<file path=ppt/slides/_rels/slide3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38.xml"/></Relationships>
</file>

<file path=ppt/slides/_rels/slide3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3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slideLayout" Target="../slideLayouts/slideLayout38.xml"/><Relationship Id="rId1" Type="http://schemas.openxmlformats.org/officeDocument/2006/relationships/video" Target="https://www.youtube.com/embed/GsQAjvEFf8M?feature=oembed"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slideLayout" Target="../slideLayouts/slideLayout38.xml"/><Relationship Id="rId1" Type="http://schemas.openxmlformats.org/officeDocument/2006/relationships/video" Target="https://www.youtube.com/embed/xTfJCaO_2gc?feature=oembed"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image" Target="../media/image85.png"/><Relationship Id="rId1" Type="http://schemas.openxmlformats.org/officeDocument/2006/relationships/slideLayout" Target="../slideLayouts/slideLayout39.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emf"/></Relationships>
</file>

<file path=ppt/slides/_rels/slide41.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92.png"/><Relationship Id="rId7" Type="http://schemas.openxmlformats.org/officeDocument/2006/relationships/image" Target="../media/image66.png"/><Relationship Id="rId2" Type="http://schemas.openxmlformats.org/officeDocument/2006/relationships/image" Target="../media/image91.png"/><Relationship Id="rId1" Type="http://schemas.openxmlformats.org/officeDocument/2006/relationships/slideLayout" Target="../slideLayouts/slideLayout37.xml"/><Relationship Id="rId6" Type="http://schemas.openxmlformats.org/officeDocument/2006/relationships/image" Target="../media/image94.png"/><Relationship Id="rId5" Type="http://schemas.openxmlformats.org/officeDocument/2006/relationships/image" Target="../media/image63.png"/><Relationship Id="rId4" Type="http://schemas.openxmlformats.org/officeDocument/2006/relationships/image" Target="../media/image93.png"/></Relationships>
</file>

<file path=ppt/slides/_rels/slide4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70.png"/><Relationship Id="rId1" Type="http://schemas.openxmlformats.org/officeDocument/2006/relationships/slideLayout" Target="../slideLayouts/slideLayout37.xml"/><Relationship Id="rId4" Type="http://schemas.openxmlformats.org/officeDocument/2006/relationships/image" Target="../media/image95.png"/></Relationships>
</file>

<file path=ppt/slides/_rels/slide4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70.png"/><Relationship Id="rId1" Type="http://schemas.openxmlformats.org/officeDocument/2006/relationships/slideLayout" Target="../slideLayouts/slideLayout37.xml"/><Relationship Id="rId6" Type="http://schemas.openxmlformats.org/officeDocument/2006/relationships/image" Target="../media/image74.png"/><Relationship Id="rId5" Type="http://schemas.openxmlformats.org/officeDocument/2006/relationships/image" Target="../media/image63.png"/><Relationship Id="rId4" Type="http://schemas.openxmlformats.org/officeDocument/2006/relationships/image" Target="../media/image73.png"/></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hyperlink" Target="https://www.tmforum.org/oda/directory" TargetMode="External"/><Relationship Id="rId2" Type="http://schemas.openxmlformats.org/officeDocument/2006/relationships/notesSlide" Target="../notesSlides/notesSlide14.xml"/><Relationship Id="rId1" Type="http://schemas.openxmlformats.org/officeDocument/2006/relationships/slideLayout" Target="../slideLayouts/slideLayout40.xml"/><Relationship Id="rId6" Type="http://schemas.openxmlformats.org/officeDocument/2006/relationships/image" Target="../media/image97.png"/><Relationship Id="rId5" Type="http://schemas.openxmlformats.org/officeDocument/2006/relationships/image" Target="../media/image87.emf"/><Relationship Id="rId4" Type="http://schemas.openxmlformats.org/officeDocument/2006/relationships/image" Target="../media/image96.png"/></Relationships>
</file>

<file path=ppt/slides/_rels/slide45.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hyperlink" Target="https://github.com/tmforum-oda/oda-canvas" TargetMode="External"/><Relationship Id="rId7" Type="http://schemas.openxmlformats.org/officeDocument/2006/relationships/image" Target="../media/image98.png"/><Relationship Id="rId2" Type="http://schemas.openxmlformats.org/officeDocument/2006/relationships/notesSlide" Target="../notesSlides/notesSlide15.xml"/><Relationship Id="rId1" Type="http://schemas.openxmlformats.org/officeDocument/2006/relationships/slideLayout" Target="../slideLayouts/slideLayout40.xml"/><Relationship Id="rId6" Type="http://schemas.openxmlformats.org/officeDocument/2006/relationships/image" Target="../media/image87.emf"/><Relationship Id="rId5" Type="http://schemas.openxmlformats.org/officeDocument/2006/relationships/image" Target="../media/image96.png"/><Relationship Id="rId4" Type="http://schemas.openxmlformats.org/officeDocument/2006/relationships/image" Target="../media/image51.png"/></Relationships>
</file>

<file path=ppt/slides/_rels/slide4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40.xml"/><Relationship Id="rId5" Type="http://schemas.openxmlformats.org/officeDocument/2006/relationships/image" Target="../media/image87.emf"/><Relationship Id="rId4" Type="http://schemas.openxmlformats.org/officeDocument/2006/relationships/image" Target="../media/image96.png"/></Relationships>
</file>

<file path=ppt/slides/_rels/slide47.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1.png"/><Relationship Id="rId7" Type="http://schemas.openxmlformats.org/officeDocument/2006/relationships/image" Target="../media/image63.png"/><Relationship Id="rId2" Type="http://schemas.openxmlformats.org/officeDocument/2006/relationships/notesSlide" Target="../notesSlides/notesSlide17.xml"/><Relationship Id="rId1" Type="http://schemas.openxmlformats.org/officeDocument/2006/relationships/slideLayout" Target="../slideLayouts/slideLayout40.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87.emf"/><Relationship Id="rId10" Type="http://schemas.openxmlformats.org/officeDocument/2006/relationships/image" Target="../media/image66.png"/><Relationship Id="rId4" Type="http://schemas.openxmlformats.org/officeDocument/2006/relationships/image" Target="../media/image96.png"/><Relationship Id="rId9" Type="http://schemas.openxmlformats.org/officeDocument/2006/relationships/image" Target="../media/image65.png"/></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40.xml"/><Relationship Id="rId5" Type="http://schemas.openxmlformats.org/officeDocument/2006/relationships/image" Target="../media/image87.emf"/><Relationship Id="rId4" Type="http://schemas.openxmlformats.org/officeDocument/2006/relationships/image" Target="../media/image96.png"/></Relationships>
</file>

<file path=ppt/slides/_rels/slide49.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51.png"/><Relationship Id="rId7" Type="http://schemas.openxmlformats.org/officeDocument/2006/relationships/image" Target="../media/image63.png"/><Relationship Id="rId2" Type="http://schemas.openxmlformats.org/officeDocument/2006/relationships/notesSlide" Target="../notesSlides/notesSlide19.xml"/><Relationship Id="rId1" Type="http://schemas.openxmlformats.org/officeDocument/2006/relationships/slideLayout" Target="../slideLayouts/slideLayout40.xml"/><Relationship Id="rId6" Type="http://schemas.openxmlformats.org/officeDocument/2006/relationships/image" Target="../media/image73.png"/><Relationship Id="rId5" Type="http://schemas.openxmlformats.org/officeDocument/2006/relationships/image" Target="../media/image87.emf"/><Relationship Id="rId4" Type="http://schemas.openxmlformats.org/officeDocument/2006/relationships/image" Target="../media/image96.png"/><Relationship Id="rId9" Type="http://schemas.openxmlformats.org/officeDocument/2006/relationships/image" Target="../media/image75.png"/></Relationships>
</file>

<file path=ppt/slides/_rels/slide5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0.xml"/><Relationship Id="rId1" Type="http://schemas.openxmlformats.org/officeDocument/2006/relationships/slideLayout" Target="../slideLayouts/slideLayout40.xml"/><Relationship Id="rId5" Type="http://schemas.openxmlformats.org/officeDocument/2006/relationships/image" Target="../media/image87.emf"/><Relationship Id="rId4" Type="http://schemas.openxmlformats.org/officeDocument/2006/relationships/image" Target="../media/image96.png"/></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95.png"/><Relationship Id="rId2" Type="http://schemas.openxmlformats.org/officeDocument/2006/relationships/notesSlide" Target="../notesSlides/notesSlide21.xml"/><Relationship Id="rId1" Type="http://schemas.openxmlformats.org/officeDocument/2006/relationships/slideLayout" Target="../slideLayouts/slideLayout40.xml"/><Relationship Id="rId6" Type="http://schemas.openxmlformats.org/officeDocument/2006/relationships/image" Target="../media/image66.png"/><Relationship Id="rId5" Type="http://schemas.openxmlformats.org/officeDocument/2006/relationships/image" Target="../media/image87.emf"/><Relationship Id="rId4" Type="http://schemas.openxmlformats.org/officeDocument/2006/relationships/image" Target="../media/image96.png"/></Relationships>
</file>

<file path=ppt/slides/_rels/slide5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40.xml"/><Relationship Id="rId5" Type="http://schemas.openxmlformats.org/officeDocument/2006/relationships/image" Target="../media/image87.emf"/><Relationship Id="rId4" Type="http://schemas.openxmlformats.org/officeDocument/2006/relationships/image" Target="../media/image96.png"/></Relationships>
</file>

<file path=ppt/slides/_rels/slide5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79.png"/><Relationship Id="rId1" Type="http://schemas.openxmlformats.org/officeDocument/2006/relationships/slideLayout" Target="../slideLayouts/slideLayout42.xml"/><Relationship Id="rId5" Type="http://schemas.openxmlformats.org/officeDocument/2006/relationships/image" Target="../media/image80.png"/><Relationship Id="rId4" Type="http://schemas.openxmlformats.org/officeDocument/2006/relationships/image" Target="../media/image10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47CF1-43E2-23B2-5E88-8A6C29F437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0FC4E3C-2334-DD7D-EE5E-4E6C32632DF8}"/>
              </a:ext>
            </a:extLst>
          </p:cNvPr>
          <p:cNvSpPr>
            <a:spLocks noGrp="1"/>
          </p:cNvSpPr>
          <p:nvPr>
            <p:ph type="body" sz="quarter" idx="10"/>
          </p:nvPr>
        </p:nvSpPr>
        <p:spPr>
          <a:xfrm>
            <a:off x="381504" y="1715452"/>
            <a:ext cx="12000995" cy="3681096"/>
          </a:xfrm>
        </p:spPr>
        <p:txBody>
          <a:bodyPr/>
          <a:lstStyle/>
          <a:p>
            <a:pPr>
              <a:lnSpc>
                <a:spcPct val="100000"/>
              </a:lnSpc>
            </a:pPr>
            <a:r>
              <a:rPr lang="en-GB" dirty="0"/>
              <a:t>DTW 2026 – Ask Us About ODA Canvas</a:t>
            </a:r>
            <a:br>
              <a:rPr lang="en-GB" dirty="0"/>
            </a:br>
            <a:br>
              <a:rPr lang="en-GB" dirty="0"/>
            </a:br>
            <a:r>
              <a:rPr lang="en-GB" sz="2800" dirty="0"/>
              <a:t>How to automate deployment and full lifecycle management</a:t>
            </a:r>
            <a:br>
              <a:rPr lang="en-GB" sz="2800" dirty="0"/>
            </a:br>
            <a:r>
              <a:rPr lang="en-GB" sz="2800" dirty="0"/>
              <a:t>of ODA Components</a:t>
            </a:r>
          </a:p>
          <a:p>
            <a:pPr>
              <a:lnSpc>
                <a:spcPct val="100000"/>
              </a:lnSpc>
            </a:pPr>
            <a:endParaRPr lang="en-GB" sz="2800" dirty="0"/>
          </a:p>
          <a:p>
            <a:pPr>
              <a:lnSpc>
                <a:spcPct val="100000"/>
              </a:lnSpc>
            </a:pPr>
            <a:r>
              <a:rPr lang="en-GB" sz="1600" dirty="0"/>
              <a:t>Dr Lester Thomas</a:t>
            </a:r>
            <a:br>
              <a:rPr lang="en-GB" sz="1600" dirty="0"/>
            </a:br>
            <a:r>
              <a:rPr lang="en-GB" sz="1600" dirty="0"/>
              <a:t>Head of New Technologies and Innovation, Vodafone Digital &amp; IT</a:t>
            </a:r>
          </a:p>
        </p:txBody>
      </p:sp>
    </p:spTree>
    <p:extLst>
      <p:ext uri="{BB962C8B-B14F-4D97-AF65-F5344CB8AC3E}">
        <p14:creationId xmlns:p14="http://schemas.microsoft.com/office/powerpoint/2010/main" val="1107371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42BD9-C5C2-2BD5-2906-05ADD6D2DBF1}"/>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71169174-A502-D7A2-83A0-5A43A36A1C45}"/>
              </a:ext>
            </a:extLst>
          </p:cNvPr>
          <p:cNvSpPr>
            <a:spLocks noGrp="1"/>
          </p:cNvSpPr>
          <p:nvPr>
            <p:ph type="body" sz="quarter" idx="13"/>
          </p:nvPr>
        </p:nvSpPr>
        <p:spPr/>
        <p:txBody>
          <a:bodyPr/>
          <a:lstStyle/>
          <a:p>
            <a:r>
              <a:rPr lang="en-GB">
                <a:solidFill>
                  <a:srgbClr val="FFFFFF"/>
                </a:solidFill>
              </a:rPr>
              <a:t>TM Forum ODA: Driving Digital Transformation for over 25 years</a:t>
            </a:r>
            <a:endParaRPr lang="en-US"/>
          </a:p>
        </p:txBody>
      </p:sp>
      <p:sp>
        <p:nvSpPr>
          <p:cNvPr id="2" name="Slide Number Placeholder 1">
            <a:extLst>
              <a:ext uri="{FF2B5EF4-FFF2-40B4-BE49-F238E27FC236}">
                <a16:creationId xmlns:a16="http://schemas.microsoft.com/office/drawing/2014/main" id="{F25946B8-3C13-FE8C-F236-9DFC40801DF1}"/>
              </a:ext>
            </a:extLst>
          </p:cNvPr>
          <p:cNvSpPr>
            <a:spLocks noGrp="1"/>
          </p:cNvSpPr>
          <p:nvPr>
            <p:ph type="sldNum" sz="quarter" idx="4"/>
          </p:nvPr>
        </p:nvSpPr>
        <p:spPr/>
        <p:txBody>
          <a:bodyPr/>
          <a:lstStyle/>
          <a:p>
            <a:fld id="{93814408-5831-49B7-BF84-9D4EB0FEE077}" type="slidenum">
              <a:rPr lang="en-GB" smtClean="0"/>
              <a:pPr/>
              <a:t>2</a:t>
            </a:fld>
            <a:endParaRPr lang="en-GB"/>
          </a:p>
        </p:txBody>
      </p:sp>
      <p:sp>
        <p:nvSpPr>
          <p:cNvPr id="79" name="Round Diagonal Corner of Rectangle 78">
            <a:extLst>
              <a:ext uri="{FF2B5EF4-FFF2-40B4-BE49-F238E27FC236}">
                <a16:creationId xmlns:a16="http://schemas.microsoft.com/office/drawing/2014/main" id="{0262DABA-61D3-77C6-0DAB-D4811070EC6B}"/>
              </a:ext>
            </a:extLst>
          </p:cNvPr>
          <p:cNvSpPr/>
          <p:nvPr/>
        </p:nvSpPr>
        <p:spPr>
          <a:xfrm>
            <a:off x="679303" y="2342203"/>
            <a:ext cx="2478638" cy="1705757"/>
          </a:xfrm>
          <a:prstGeom prst="round2DiagRect">
            <a:avLst>
              <a:gd name="adj1" fmla="val 50000"/>
              <a:gd name="adj2" fmla="val 0"/>
            </a:avLst>
          </a:prstGeom>
          <a:solidFill>
            <a:srgbClr val="F3F3F5">
              <a:lumMod val="90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nvGrpSpPr>
          <p:cNvPr id="81" name="Group 80">
            <a:extLst>
              <a:ext uri="{FF2B5EF4-FFF2-40B4-BE49-F238E27FC236}">
                <a16:creationId xmlns:a16="http://schemas.microsoft.com/office/drawing/2014/main" id="{8B3F2D84-E755-9247-DDED-95E0404D2043}"/>
              </a:ext>
            </a:extLst>
          </p:cNvPr>
          <p:cNvGrpSpPr/>
          <p:nvPr/>
        </p:nvGrpSpPr>
        <p:grpSpPr>
          <a:xfrm>
            <a:off x="3637840" y="2859520"/>
            <a:ext cx="1067008" cy="928996"/>
            <a:chOff x="4412231" y="3902652"/>
            <a:chExt cx="2325035" cy="2024303"/>
          </a:xfrm>
        </p:grpSpPr>
        <p:pic>
          <p:nvPicPr>
            <p:cNvPr id="85" name="Picture 84" descr="Diagram, shape&#10;&#10;Description automatically generated">
              <a:extLst>
                <a:ext uri="{FF2B5EF4-FFF2-40B4-BE49-F238E27FC236}">
                  <a16:creationId xmlns:a16="http://schemas.microsoft.com/office/drawing/2014/main" id="{BB5CD0D1-5F22-9E75-B783-88A187035CB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4412231" y="3902652"/>
              <a:ext cx="2325035" cy="2024303"/>
            </a:xfrm>
            <a:prstGeom prst="rect">
              <a:avLst/>
            </a:prstGeom>
          </p:spPr>
        </p:pic>
        <p:sp>
          <p:nvSpPr>
            <p:cNvPr id="86" name="Hexagon 85">
              <a:extLst>
                <a:ext uri="{FF2B5EF4-FFF2-40B4-BE49-F238E27FC236}">
                  <a16:creationId xmlns:a16="http://schemas.microsoft.com/office/drawing/2014/main" id="{43BA0A94-1115-8D39-768F-D5EB7458D7A8}"/>
                </a:ext>
              </a:extLst>
            </p:cNvPr>
            <p:cNvSpPr/>
            <p:nvPr/>
          </p:nvSpPr>
          <p:spPr>
            <a:xfrm rot="5400000">
              <a:off x="4675740" y="4116871"/>
              <a:ext cx="1694172" cy="1552467"/>
            </a:xfrm>
            <a:prstGeom prst="hexagon">
              <a:avLst/>
            </a:prstGeom>
            <a:solidFill>
              <a:sysClr val="window" lastClr="FFFFFF"/>
            </a:solidFill>
            <a:ln w="10795" cap="flat" cmpd="sng" algn="ctr">
              <a:solidFill>
                <a:srgbClr val="1A2746">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rial"/>
                <a:ea typeface="+mn-ea"/>
                <a:cs typeface="+mn-cs"/>
              </a:endParaRPr>
            </a:p>
          </p:txBody>
        </p:sp>
        <p:pic>
          <p:nvPicPr>
            <p:cNvPr id="87" name="Picture 86">
              <a:extLst>
                <a:ext uri="{FF2B5EF4-FFF2-40B4-BE49-F238E27FC236}">
                  <a16:creationId xmlns:a16="http://schemas.microsoft.com/office/drawing/2014/main" id="{C27DD516-0510-360A-AC91-229022881CCE}"/>
                </a:ext>
              </a:extLst>
            </p:cNvPr>
            <p:cNvPicPr>
              <a:picLocks noChangeAspect="1"/>
            </p:cNvPicPr>
            <p:nvPr/>
          </p:nvPicPr>
          <p:blipFill rotWithShape="1">
            <a:blip r:embed="rId4"/>
            <a:srcRect l="10141" t="77256" r="8161" b="11931"/>
            <a:stretch/>
          </p:blipFill>
          <p:spPr>
            <a:xfrm>
              <a:off x="4898854" y="4695544"/>
              <a:ext cx="1351788" cy="395120"/>
            </a:xfrm>
            <a:prstGeom prst="rect">
              <a:avLst/>
            </a:prstGeom>
          </p:spPr>
        </p:pic>
      </p:grpSp>
      <p:sp>
        <p:nvSpPr>
          <p:cNvPr id="82" name="Freeform 81">
            <a:extLst>
              <a:ext uri="{FF2B5EF4-FFF2-40B4-BE49-F238E27FC236}">
                <a16:creationId xmlns:a16="http://schemas.microsoft.com/office/drawing/2014/main" id="{F3CB3159-F0D9-335E-1F3A-32D30F1DB684}"/>
              </a:ext>
            </a:extLst>
          </p:cNvPr>
          <p:cNvSpPr>
            <a:spLocks noChangeArrowheads="1"/>
          </p:cNvSpPr>
          <p:nvPr/>
        </p:nvSpPr>
        <p:spPr bwMode="auto">
          <a:xfrm>
            <a:off x="3276920" y="2455777"/>
            <a:ext cx="1750894" cy="1736481"/>
          </a:xfrm>
          <a:custGeom>
            <a:avLst/>
            <a:gdLst>
              <a:gd name="T0" fmla="*/ 1394 w 2788"/>
              <a:gd name="T1" fmla="*/ 2786 h 2787"/>
              <a:gd name="T2" fmla="*/ 0 w 2788"/>
              <a:gd name="T3" fmla="*/ 1393 h 2787"/>
              <a:gd name="T4" fmla="*/ 1394 w 2788"/>
              <a:gd name="T5" fmla="*/ 0 h 2787"/>
              <a:gd name="T6" fmla="*/ 1394 w 2788"/>
              <a:gd name="T7" fmla="*/ 346 h 2787"/>
              <a:gd name="T8" fmla="*/ 346 w 2788"/>
              <a:gd name="T9" fmla="*/ 1393 h 2787"/>
              <a:gd name="T10" fmla="*/ 1394 w 2788"/>
              <a:gd name="T11" fmla="*/ 2440 h 2787"/>
              <a:gd name="T12" fmla="*/ 2441 w 2788"/>
              <a:gd name="T13" fmla="*/ 1393 h 2787"/>
              <a:gd name="T14" fmla="*/ 2787 w 2788"/>
              <a:gd name="T15" fmla="*/ 1393 h 2787"/>
              <a:gd name="T16" fmla="*/ 1394 w 2788"/>
              <a:gd name="T17" fmla="*/ 2786 h 2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8" h="2787">
                <a:moveTo>
                  <a:pt x="1394" y="2786"/>
                </a:moveTo>
                <a:cubicBezTo>
                  <a:pt x="625" y="2786"/>
                  <a:pt x="0" y="2162"/>
                  <a:pt x="0" y="1393"/>
                </a:cubicBezTo>
                <a:cubicBezTo>
                  <a:pt x="0" y="625"/>
                  <a:pt x="625" y="0"/>
                  <a:pt x="1394" y="0"/>
                </a:cubicBezTo>
                <a:lnTo>
                  <a:pt x="1394" y="346"/>
                </a:lnTo>
                <a:cubicBezTo>
                  <a:pt x="816" y="346"/>
                  <a:pt x="346" y="815"/>
                  <a:pt x="346" y="1393"/>
                </a:cubicBezTo>
                <a:cubicBezTo>
                  <a:pt x="346" y="1970"/>
                  <a:pt x="816" y="2440"/>
                  <a:pt x="1394" y="2440"/>
                </a:cubicBezTo>
                <a:cubicBezTo>
                  <a:pt x="1971" y="2440"/>
                  <a:pt x="2441" y="1970"/>
                  <a:pt x="2441" y="1393"/>
                </a:cubicBezTo>
                <a:lnTo>
                  <a:pt x="2787" y="1393"/>
                </a:lnTo>
                <a:cubicBezTo>
                  <a:pt x="2787" y="2162"/>
                  <a:pt x="2162" y="2786"/>
                  <a:pt x="1394" y="2786"/>
                </a:cubicBezTo>
              </a:path>
            </a:pathLst>
          </a:custGeom>
          <a:solidFill>
            <a:srgbClr val="D2D5DA">
              <a:lumMod val="75000"/>
            </a:srgb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black"/>
              </a:solidFill>
              <a:effectLst/>
              <a:uLnTx/>
              <a:uFillTx/>
            </a:endParaRPr>
          </a:p>
        </p:txBody>
      </p:sp>
      <p:sp>
        <p:nvSpPr>
          <p:cNvPr id="83" name="TextBox 82">
            <a:extLst>
              <a:ext uri="{FF2B5EF4-FFF2-40B4-BE49-F238E27FC236}">
                <a16:creationId xmlns:a16="http://schemas.microsoft.com/office/drawing/2014/main" id="{15480035-C26A-96CA-5CB7-6FBA6FC6BEF3}"/>
              </a:ext>
            </a:extLst>
          </p:cNvPr>
          <p:cNvSpPr txBox="1"/>
          <p:nvPr/>
        </p:nvSpPr>
        <p:spPr>
          <a:xfrm>
            <a:off x="1121790" y="2558711"/>
            <a:ext cx="1608488" cy="338554"/>
          </a:xfrm>
          <a:prstGeom prst="rect">
            <a:avLst/>
          </a:prstGeom>
          <a:noFill/>
        </p:spPr>
        <p:txBody>
          <a:bodyPr wrap="square">
            <a:spAutoFit/>
          </a:bodyPr>
          <a:lstStyle>
            <a:defPPr>
              <a:defRPr lang="en-US"/>
            </a:defPPr>
            <a:lvl1pPr marR="0" lvl="0" indent="0" algn="ctr" fontAlgn="auto">
              <a:lnSpc>
                <a:spcPct val="100000"/>
              </a:lnSpc>
              <a:spcBef>
                <a:spcPts val="0"/>
              </a:spcBef>
              <a:spcAft>
                <a:spcPts val="0"/>
              </a:spcAft>
              <a:buClrTx/>
              <a:buSzTx/>
              <a:buFontTx/>
              <a:buNone/>
              <a:tabLst/>
              <a:defRPr b="1"/>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1A2746"/>
                </a:solidFill>
                <a:effectLst/>
                <a:uLnTx/>
                <a:uFillTx/>
              </a:rPr>
              <a:t>Open APIs</a:t>
            </a:r>
          </a:p>
        </p:txBody>
      </p:sp>
      <p:sp>
        <p:nvSpPr>
          <p:cNvPr id="84" name="TextBox 83">
            <a:extLst>
              <a:ext uri="{FF2B5EF4-FFF2-40B4-BE49-F238E27FC236}">
                <a16:creationId xmlns:a16="http://schemas.microsoft.com/office/drawing/2014/main" id="{9DFF9B18-8E73-7057-EA88-D0676B142721}"/>
              </a:ext>
            </a:extLst>
          </p:cNvPr>
          <p:cNvSpPr txBox="1"/>
          <p:nvPr/>
        </p:nvSpPr>
        <p:spPr>
          <a:xfrm>
            <a:off x="936836" y="2920586"/>
            <a:ext cx="1986359" cy="757130"/>
          </a:xfrm>
          <a:prstGeom prst="rect">
            <a:avLst/>
          </a:prstGeom>
          <a:noFill/>
        </p:spPr>
        <p:txBody>
          <a:bodyPr wrap="square">
            <a:spAutoFit/>
          </a:bodyPr>
          <a:lstStyle>
            <a:defPPr>
              <a:defRPr lang="en-US"/>
            </a:defPPr>
            <a:lvl1pPr lvl="0" indent="0">
              <a:lnSpc>
                <a:spcPct val="90000"/>
              </a:lnSpc>
              <a:spcBef>
                <a:spcPct val="0"/>
              </a:spcBef>
              <a:spcAft>
                <a:spcPct val="35000"/>
              </a:spcAft>
              <a:buNone/>
              <a:defRPr sz="1400">
                <a:solidFill>
                  <a:prstClr val="black"/>
                </a:solidFill>
                <a:latin typeface="Arial" panose="020B0604020202020204"/>
              </a:defRPr>
            </a:lvl1pPr>
          </a:lstStyle>
          <a:p>
            <a:pPr marL="0" marR="0" lvl="0" indent="0" algn="ctr" defTabSz="914400" eaLnBrk="1" fontAlgn="auto" latinLnBrk="0" hangingPunct="1">
              <a:lnSpc>
                <a:spcPct val="90000"/>
              </a:lnSpc>
              <a:spcBef>
                <a:spcPct val="0"/>
              </a:spcBef>
              <a:spcAft>
                <a:spcPct val="35000"/>
              </a:spcAft>
              <a:buClrTx/>
              <a:buSzTx/>
              <a:buFontTx/>
              <a:buNone/>
              <a:tabLst/>
              <a:defRPr/>
            </a:pPr>
            <a:r>
              <a:rPr kumimoji="0" lang="en-GB" sz="1200" b="0" i="0" u="none" strike="noStrike" kern="0" cap="none" spc="0" normalizeH="0" baseline="0" noProof="0">
                <a:ln>
                  <a:noFill/>
                </a:ln>
                <a:solidFill>
                  <a:srgbClr val="1A2746"/>
                </a:solidFill>
                <a:effectLst/>
                <a:uLnTx/>
                <a:uFillTx/>
                <a:latin typeface="Arial" panose="020B0604020202020204"/>
              </a:rPr>
              <a:t>A set of REST based Open APIs, with a common data model, to enable system integration.</a:t>
            </a:r>
            <a:endParaRPr kumimoji="0" lang="en-US" sz="1200" b="0" i="0" u="none" strike="noStrike" kern="0" cap="none" spc="0" normalizeH="0" baseline="0" noProof="0">
              <a:ln>
                <a:noFill/>
              </a:ln>
              <a:solidFill>
                <a:srgbClr val="1A2746"/>
              </a:solidFill>
              <a:effectLst/>
              <a:uLnTx/>
              <a:uFillTx/>
              <a:latin typeface="Arial" panose="020B0604020202020204"/>
            </a:endParaRPr>
          </a:p>
        </p:txBody>
      </p:sp>
      <p:sp>
        <p:nvSpPr>
          <p:cNvPr id="78" name="TextBox 77">
            <a:extLst>
              <a:ext uri="{FF2B5EF4-FFF2-40B4-BE49-F238E27FC236}">
                <a16:creationId xmlns:a16="http://schemas.microsoft.com/office/drawing/2014/main" id="{11A5D1A1-C04B-BD4F-DBFA-940703EFCE9C}"/>
              </a:ext>
            </a:extLst>
          </p:cNvPr>
          <p:cNvSpPr txBox="1"/>
          <p:nvPr/>
        </p:nvSpPr>
        <p:spPr>
          <a:xfrm rot="15944264">
            <a:off x="3304855" y="2775726"/>
            <a:ext cx="1353575" cy="1131160"/>
          </a:xfrm>
          <a:prstGeom prst="rect">
            <a:avLst/>
          </a:prstGeom>
          <a:noFill/>
        </p:spPr>
        <p:txBody>
          <a:bodyPr wrap="square">
            <a:prstTxWarp prst="textArchUp">
              <a:avLst>
                <a:gd name="adj" fmla="val 11557420"/>
              </a:avLst>
            </a:prstTxWarp>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solidFill>
                  <a:prstClr val="white"/>
                </a:solidFill>
                <a:effectLst/>
                <a:uLnTx/>
                <a:uFillTx/>
                <a:latin typeface="Arial"/>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a:ln>
                  <a:noFill/>
                </a:ln>
                <a:solidFill>
                  <a:prstClr val="white"/>
                </a:solidFill>
                <a:effectLst/>
                <a:uLnTx/>
                <a:uFillTx/>
                <a:latin typeface="Arial"/>
              </a:rPr>
              <a:t>Open APIs since 2013</a:t>
            </a:r>
          </a:p>
        </p:txBody>
      </p:sp>
      <p:sp>
        <p:nvSpPr>
          <p:cNvPr id="19" name="TextBox 18">
            <a:extLst>
              <a:ext uri="{FF2B5EF4-FFF2-40B4-BE49-F238E27FC236}">
                <a16:creationId xmlns:a16="http://schemas.microsoft.com/office/drawing/2014/main" id="{087F4919-1593-090F-729F-F828847BD6D7}"/>
              </a:ext>
            </a:extLst>
          </p:cNvPr>
          <p:cNvSpPr txBox="1"/>
          <p:nvPr/>
        </p:nvSpPr>
        <p:spPr>
          <a:xfrm>
            <a:off x="10864632" y="4723030"/>
            <a:ext cx="1548405" cy="33855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1A2746"/>
                </a:solidFill>
                <a:effectLst/>
                <a:uLnTx/>
                <a:uFillTx/>
              </a:rPr>
              <a:t>ODA</a:t>
            </a:r>
            <a:endParaRPr kumimoji="0" lang="en-US" sz="1600" b="1" i="0" u="none" strike="noStrike" kern="0" cap="none" spc="0" normalizeH="0" baseline="0" noProof="0">
              <a:ln>
                <a:noFill/>
              </a:ln>
              <a:solidFill>
                <a:srgbClr val="1A2746"/>
              </a:solidFill>
              <a:effectLst/>
              <a:uLnTx/>
              <a:uFillTx/>
            </a:endParaRPr>
          </a:p>
        </p:txBody>
      </p:sp>
      <p:sp>
        <p:nvSpPr>
          <p:cNvPr id="25" name="Round Diagonal Corner of Rectangle 24">
            <a:extLst>
              <a:ext uri="{FF2B5EF4-FFF2-40B4-BE49-F238E27FC236}">
                <a16:creationId xmlns:a16="http://schemas.microsoft.com/office/drawing/2014/main" id="{1EC005EF-0E2E-8134-48DE-CAFBAF545CAE}"/>
              </a:ext>
            </a:extLst>
          </p:cNvPr>
          <p:cNvSpPr/>
          <p:nvPr/>
        </p:nvSpPr>
        <p:spPr>
          <a:xfrm>
            <a:off x="707881" y="4292020"/>
            <a:ext cx="3939631" cy="1404540"/>
          </a:xfrm>
          <a:prstGeom prst="round2DiagRect">
            <a:avLst>
              <a:gd name="adj1" fmla="val 50000"/>
              <a:gd name="adj2" fmla="val 0"/>
            </a:avLst>
          </a:prstGeom>
          <a:solidFill>
            <a:srgbClr val="F3F3F5">
              <a:lumMod val="90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pic>
        <p:nvPicPr>
          <p:cNvPr id="31" name="Picture 30">
            <a:extLst>
              <a:ext uri="{FF2B5EF4-FFF2-40B4-BE49-F238E27FC236}">
                <a16:creationId xmlns:a16="http://schemas.microsoft.com/office/drawing/2014/main" id="{A3E08352-F0AC-ADD1-C8AC-57C393E5689C}"/>
              </a:ext>
            </a:extLst>
          </p:cNvPr>
          <p:cNvPicPr>
            <a:picLocks noChangeAspect="1"/>
          </p:cNvPicPr>
          <p:nvPr/>
        </p:nvPicPr>
        <p:blipFill>
          <a:blip r:embed="rId5"/>
          <a:srcRect/>
          <a:stretch/>
        </p:blipFill>
        <p:spPr>
          <a:xfrm>
            <a:off x="4994548" y="4529158"/>
            <a:ext cx="1332519" cy="575687"/>
          </a:xfrm>
          <a:prstGeom prst="rect">
            <a:avLst/>
          </a:prstGeom>
          <a:noFill/>
          <a:ln>
            <a:prstDash val="dash"/>
          </a:ln>
        </p:spPr>
      </p:pic>
      <p:sp>
        <p:nvSpPr>
          <p:cNvPr id="28" name="TextBox 27">
            <a:extLst>
              <a:ext uri="{FF2B5EF4-FFF2-40B4-BE49-F238E27FC236}">
                <a16:creationId xmlns:a16="http://schemas.microsoft.com/office/drawing/2014/main" id="{ED6C36BC-7346-CEC2-09BB-742334B05A16}"/>
              </a:ext>
            </a:extLst>
          </p:cNvPr>
          <p:cNvSpPr txBox="1"/>
          <p:nvPr/>
        </p:nvSpPr>
        <p:spPr>
          <a:xfrm>
            <a:off x="874920" y="4503993"/>
            <a:ext cx="3329574" cy="33855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1A2746"/>
                </a:solidFill>
                <a:effectLst/>
                <a:uLnTx/>
                <a:uFillTx/>
              </a:rPr>
              <a:t>Canvas</a:t>
            </a:r>
            <a:endParaRPr kumimoji="0" lang="en-US" sz="1600" b="1" i="0" u="none" strike="noStrike" kern="0" cap="none" spc="0" normalizeH="0" baseline="0" noProof="0">
              <a:ln>
                <a:noFill/>
              </a:ln>
              <a:solidFill>
                <a:srgbClr val="1A2746"/>
              </a:solidFill>
              <a:effectLst/>
              <a:uLnTx/>
              <a:uFillTx/>
            </a:endParaRPr>
          </a:p>
        </p:txBody>
      </p:sp>
      <p:sp>
        <p:nvSpPr>
          <p:cNvPr id="29" name="TextBox 28">
            <a:extLst>
              <a:ext uri="{FF2B5EF4-FFF2-40B4-BE49-F238E27FC236}">
                <a16:creationId xmlns:a16="http://schemas.microsoft.com/office/drawing/2014/main" id="{DC57A67C-9B20-627C-68DE-118A504969BD}"/>
              </a:ext>
            </a:extLst>
          </p:cNvPr>
          <p:cNvSpPr txBox="1"/>
          <p:nvPr/>
        </p:nvSpPr>
        <p:spPr>
          <a:xfrm>
            <a:off x="856589" y="4850943"/>
            <a:ext cx="3594673" cy="590931"/>
          </a:xfrm>
          <a:prstGeom prst="rect">
            <a:avLst/>
          </a:prstGeom>
          <a:noFill/>
        </p:spPr>
        <p:txBody>
          <a:bodyPr wrap="square">
            <a:spAutoFit/>
          </a:bodyPr>
          <a:lstStyle>
            <a:defPPr>
              <a:defRPr lang="en-US"/>
            </a:defPPr>
            <a:lvl1pPr lvl="0" indent="0">
              <a:lnSpc>
                <a:spcPct val="90000"/>
              </a:lnSpc>
              <a:spcBef>
                <a:spcPct val="0"/>
              </a:spcBef>
              <a:spcAft>
                <a:spcPct val="35000"/>
              </a:spcAft>
              <a:buNone/>
              <a:defRPr sz="1400">
                <a:solidFill>
                  <a:prstClr val="black"/>
                </a:solidFill>
                <a:latin typeface="Arial" panose="020B0604020202020204"/>
              </a:defRPr>
            </a:lvl1pPr>
          </a:lstStyle>
          <a:p>
            <a:pPr marL="0" marR="0" lvl="0" indent="0" defTabSz="914400" eaLnBrk="1" fontAlgn="auto" latinLnBrk="0" hangingPunct="1">
              <a:lnSpc>
                <a:spcPct val="90000"/>
              </a:lnSpc>
              <a:spcBef>
                <a:spcPct val="0"/>
              </a:spcBef>
              <a:spcAft>
                <a:spcPct val="35000"/>
              </a:spcAft>
              <a:buClrTx/>
              <a:buSzTx/>
              <a:buFontTx/>
              <a:buNone/>
              <a:tabLst/>
              <a:defRPr/>
            </a:pPr>
            <a:r>
              <a:rPr kumimoji="0" lang="en-US" sz="1200" b="0" i="0" u="none" strike="noStrike" kern="0" cap="none" spc="0" normalizeH="0" baseline="0" noProof="0">
                <a:ln>
                  <a:noFill/>
                </a:ln>
                <a:solidFill>
                  <a:srgbClr val="1A2746"/>
                </a:solidFill>
                <a:effectLst/>
                <a:uLnTx/>
                <a:uFillTx/>
                <a:latin typeface="Arial" panose="020B0604020202020204"/>
              </a:rPr>
              <a:t>The ODA canvas is a software-defined blueprint for a cloud-native operating environment providing an execution environment for ODA components.</a:t>
            </a:r>
          </a:p>
        </p:txBody>
      </p:sp>
      <p:pic>
        <p:nvPicPr>
          <p:cNvPr id="22" name="Picture 21">
            <a:extLst>
              <a:ext uri="{FF2B5EF4-FFF2-40B4-BE49-F238E27FC236}">
                <a16:creationId xmlns:a16="http://schemas.microsoft.com/office/drawing/2014/main" id="{68AEA79D-7D1A-9459-DD96-4C839A1882C4}"/>
              </a:ext>
            </a:extLst>
          </p:cNvPr>
          <p:cNvPicPr>
            <a:picLocks noChangeAspect="1"/>
          </p:cNvPicPr>
          <p:nvPr/>
        </p:nvPicPr>
        <p:blipFill>
          <a:blip r:embed="rId6"/>
          <a:srcRect/>
          <a:stretch/>
        </p:blipFill>
        <p:spPr>
          <a:xfrm>
            <a:off x="10898791" y="4901713"/>
            <a:ext cx="1372573" cy="1372573"/>
          </a:xfrm>
          <a:prstGeom prst="rect">
            <a:avLst/>
          </a:prstGeom>
        </p:spPr>
      </p:pic>
      <p:grpSp>
        <p:nvGrpSpPr>
          <p:cNvPr id="37" name="Group 36">
            <a:extLst>
              <a:ext uri="{FF2B5EF4-FFF2-40B4-BE49-F238E27FC236}">
                <a16:creationId xmlns:a16="http://schemas.microsoft.com/office/drawing/2014/main" id="{543F0DC1-18E9-0CA8-CBA1-DD34004D2976}"/>
              </a:ext>
            </a:extLst>
          </p:cNvPr>
          <p:cNvGrpSpPr/>
          <p:nvPr/>
        </p:nvGrpSpPr>
        <p:grpSpPr>
          <a:xfrm>
            <a:off x="4812829" y="2269447"/>
            <a:ext cx="5851069" cy="1934822"/>
            <a:chOff x="12192000" y="3196442"/>
            <a:chExt cx="5843234" cy="1934822"/>
          </a:xfrm>
        </p:grpSpPr>
        <p:grpSp>
          <p:nvGrpSpPr>
            <p:cNvPr id="38" name="Group 37">
              <a:extLst>
                <a:ext uri="{FF2B5EF4-FFF2-40B4-BE49-F238E27FC236}">
                  <a16:creationId xmlns:a16="http://schemas.microsoft.com/office/drawing/2014/main" id="{F818FF8A-FD3C-7524-EC56-BEC647554DBF}"/>
                </a:ext>
              </a:extLst>
            </p:cNvPr>
            <p:cNvGrpSpPr/>
            <p:nvPr/>
          </p:nvGrpSpPr>
          <p:grpSpPr>
            <a:xfrm>
              <a:off x="12192000" y="3196442"/>
              <a:ext cx="5843234" cy="1934822"/>
              <a:chOff x="5745369" y="2575747"/>
              <a:chExt cx="5843234" cy="1934822"/>
            </a:xfrm>
          </p:grpSpPr>
          <p:grpSp>
            <p:nvGrpSpPr>
              <p:cNvPr id="40" name="Group 39">
                <a:extLst>
                  <a:ext uri="{FF2B5EF4-FFF2-40B4-BE49-F238E27FC236}">
                    <a16:creationId xmlns:a16="http://schemas.microsoft.com/office/drawing/2014/main" id="{015152D1-6321-12B3-03F0-19794C1C156E}"/>
                  </a:ext>
                </a:extLst>
              </p:cNvPr>
              <p:cNvGrpSpPr/>
              <p:nvPr/>
            </p:nvGrpSpPr>
            <p:grpSpPr>
              <a:xfrm>
                <a:off x="5745369" y="2575747"/>
                <a:ext cx="5843234" cy="1934822"/>
                <a:chOff x="6011932" y="2445788"/>
                <a:chExt cx="5843234" cy="1934822"/>
              </a:xfrm>
            </p:grpSpPr>
            <p:sp>
              <p:nvSpPr>
                <p:cNvPr id="42" name="Round Diagonal Corner of Rectangle 41">
                  <a:extLst>
                    <a:ext uri="{FF2B5EF4-FFF2-40B4-BE49-F238E27FC236}">
                      <a16:creationId xmlns:a16="http://schemas.microsoft.com/office/drawing/2014/main" id="{772D10E7-3592-DBCC-C408-EFDF818F1AA1}"/>
                    </a:ext>
                  </a:extLst>
                </p:cNvPr>
                <p:cNvSpPr/>
                <p:nvPr/>
              </p:nvSpPr>
              <p:spPr>
                <a:xfrm>
                  <a:off x="7845129" y="2445788"/>
                  <a:ext cx="2968646" cy="1697431"/>
                </a:xfrm>
                <a:prstGeom prst="round2DiagRect">
                  <a:avLst>
                    <a:gd name="adj1" fmla="val 50000"/>
                    <a:gd name="adj2" fmla="val 0"/>
                  </a:avLst>
                </a:prstGeom>
                <a:solidFill>
                  <a:srgbClr val="F3F3F5">
                    <a:lumMod val="90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nvGrpSpPr>
                <p:cNvPr id="43" name="Group 42">
                  <a:extLst>
                    <a:ext uri="{FF2B5EF4-FFF2-40B4-BE49-F238E27FC236}">
                      <a16:creationId xmlns:a16="http://schemas.microsoft.com/office/drawing/2014/main" id="{2242895F-5D5A-2F63-D5A3-D976B829D450}"/>
                    </a:ext>
                  </a:extLst>
                </p:cNvPr>
                <p:cNvGrpSpPr/>
                <p:nvPr/>
              </p:nvGrpSpPr>
              <p:grpSpPr>
                <a:xfrm>
                  <a:off x="6011932" y="2644129"/>
                  <a:ext cx="5843234" cy="1736481"/>
                  <a:chOff x="5968038" y="2827009"/>
                  <a:chExt cx="5843234" cy="1736481"/>
                </a:xfrm>
              </p:grpSpPr>
              <p:sp>
                <p:nvSpPr>
                  <p:cNvPr id="44" name="Freeform 43">
                    <a:extLst>
                      <a:ext uri="{FF2B5EF4-FFF2-40B4-BE49-F238E27FC236}">
                        <a16:creationId xmlns:a16="http://schemas.microsoft.com/office/drawing/2014/main" id="{86160335-60F9-D389-CB1D-C5FE0E761555}"/>
                      </a:ext>
                    </a:extLst>
                  </p:cNvPr>
                  <p:cNvSpPr>
                    <a:spLocks noChangeArrowheads="1"/>
                  </p:cNvSpPr>
                  <p:nvPr/>
                </p:nvSpPr>
                <p:spPr bwMode="auto">
                  <a:xfrm>
                    <a:off x="5968038" y="2827009"/>
                    <a:ext cx="1750894" cy="1736481"/>
                  </a:xfrm>
                  <a:custGeom>
                    <a:avLst/>
                    <a:gdLst>
                      <a:gd name="T0" fmla="*/ 1393 w 2788"/>
                      <a:gd name="T1" fmla="*/ 2786 h 2787"/>
                      <a:gd name="T2" fmla="*/ 1393 w 2788"/>
                      <a:gd name="T3" fmla="*/ 2440 h 2787"/>
                      <a:gd name="T4" fmla="*/ 2441 w 2788"/>
                      <a:gd name="T5" fmla="*/ 1393 h 2787"/>
                      <a:gd name="T6" fmla="*/ 1393 w 2788"/>
                      <a:gd name="T7" fmla="*/ 346 h 2787"/>
                      <a:gd name="T8" fmla="*/ 346 w 2788"/>
                      <a:gd name="T9" fmla="*/ 1393 h 2787"/>
                      <a:gd name="T10" fmla="*/ 0 w 2788"/>
                      <a:gd name="T11" fmla="*/ 1393 h 2787"/>
                      <a:gd name="T12" fmla="*/ 1393 w 2788"/>
                      <a:gd name="T13" fmla="*/ 0 h 2787"/>
                      <a:gd name="T14" fmla="*/ 2787 w 2788"/>
                      <a:gd name="T15" fmla="*/ 1393 h 2787"/>
                      <a:gd name="T16" fmla="*/ 1393 w 2788"/>
                      <a:gd name="T17" fmla="*/ 2786 h 2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8" h="2787">
                        <a:moveTo>
                          <a:pt x="1393" y="2786"/>
                        </a:moveTo>
                        <a:lnTo>
                          <a:pt x="1393" y="2440"/>
                        </a:lnTo>
                        <a:cubicBezTo>
                          <a:pt x="1971" y="2440"/>
                          <a:pt x="2441" y="1970"/>
                          <a:pt x="2441" y="1393"/>
                        </a:cubicBezTo>
                        <a:cubicBezTo>
                          <a:pt x="2441" y="815"/>
                          <a:pt x="1971" y="346"/>
                          <a:pt x="1393" y="346"/>
                        </a:cubicBezTo>
                        <a:cubicBezTo>
                          <a:pt x="816" y="346"/>
                          <a:pt x="346" y="815"/>
                          <a:pt x="346" y="1393"/>
                        </a:cubicBezTo>
                        <a:lnTo>
                          <a:pt x="0" y="1393"/>
                        </a:lnTo>
                        <a:cubicBezTo>
                          <a:pt x="0" y="625"/>
                          <a:pt x="625" y="0"/>
                          <a:pt x="1393" y="0"/>
                        </a:cubicBezTo>
                        <a:cubicBezTo>
                          <a:pt x="2162" y="0"/>
                          <a:pt x="2787" y="625"/>
                          <a:pt x="2787" y="1393"/>
                        </a:cubicBezTo>
                        <a:cubicBezTo>
                          <a:pt x="2787" y="2162"/>
                          <a:pt x="2162" y="2786"/>
                          <a:pt x="1393" y="2786"/>
                        </a:cubicBezTo>
                      </a:path>
                    </a:pathLst>
                  </a:custGeom>
                  <a:solidFill>
                    <a:srgbClr val="D2D5DA">
                      <a:lumMod val="75000"/>
                    </a:srgb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1A2746"/>
                      </a:solidFill>
                      <a:effectLst/>
                      <a:uLnTx/>
                      <a:uFillTx/>
                    </a:endParaRPr>
                  </a:p>
                </p:txBody>
              </p:sp>
              <p:sp>
                <p:nvSpPr>
                  <p:cNvPr id="45" name="TextBox 44">
                    <a:extLst>
                      <a:ext uri="{FF2B5EF4-FFF2-40B4-BE49-F238E27FC236}">
                        <a16:creationId xmlns:a16="http://schemas.microsoft.com/office/drawing/2014/main" id="{347946F8-3CB5-FAE9-01CF-139F186DC9A0}"/>
                      </a:ext>
                    </a:extLst>
                  </p:cNvPr>
                  <p:cNvSpPr txBox="1"/>
                  <p:nvPr/>
                </p:nvSpPr>
                <p:spPr>
                  <a:xfrm>
                    <a:off x="8080901" y="3226301"/>
                    <a:ext cx="2606831" cy="830997"/>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A2746"/>
                        </a:solidFill>
                        <a:effectLst/>
                        <a:uLnTx/>
                        <a:uFillTx/>
                      </a:rPr>
                      <a:t>Standardized, reusable software-defined components connected via Open APIs, to enable cloud native plug and play IT and Networks</a:t>
                    </a:r>
                  </a:p>
                </p:txBody>
              </p:sp>
              <p:sp>
                <p:nvSpPr>
                  <p:cNvPr id="46" name="TextBox 45">
                    <a:extLst>
                      <a:ext uri="{FF2B5EF4-FFF2-40B4-BE49-F238E27FC236}">
                        <a16:creationId xmlns:a16="http://schemas.microsoft.com/office/drawing/2014/main" id="{2D1A5EDF-8631-451B-2377-87A66F88EBEE}"/>
                      </a:ext>
                    </a:extLst>
                  </p:cNvPr>
                  <p:cNvSpPr txBox="1"/>
                  <p:nvPr/>
                </p:nvSpPr>
                <p:spPr>
                  <a:xfrm>
                    <a:off x="8080901" y="2883010"/>
                    <a:ext cx="3730371" cy="33855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1A2746"/>
                        </a:solidFill>
                        <a:effectLst/>
                        <a:uLnTx/>
                        <a:uFillTx/>
                      </a:rPr>
                      <a:t>Components</a:t>
                    </a:r>
                    <a:endParaRPr kumimoji="0" lang="en-US" sz="1600" b="1" i="0" u="none" strike="noStrike" kern="0" cap="none" spc="0" normalizeH="0" baseline="0" noProof="0">
                      <a:ln>
                        <a:noFill/>
                      </a:ln>
                      <a:solidFill>
                        <a:srgbClr val="1A2746"/>
                      </a:solidFill>
                      <a:effectLst/>
                      <a:uLnTx/>
                      <a:uFillTx/>
                    </a:endParaRPr>
                  </a:p>
                </p:txBody>
              </p:sp>
            </p:grpSp>
          </p:grpSp>
          <p:sp>
            <p:nvSpPr>
              <p:cNvPr id="41" name="TextBox 40">
                <a:extLst>
                  <a:ext uri="{FF2B5EF4-FFF2-40B4-BE49-F238E27FC236}">
                    <a16:creationId xmlns:a16="http://schemas.microsoft.com/office/drawing/2014/main" id="{915055BC-ABCD-B457-F473-929FC3D0CB09}"/>
                  </a:ext>
                </a:extLst>
              </p:cNvPr>
              <p:cNvSpPr txBox="1"/>
              <p:nvPr/>
            </p:nvSpPr>
            <p:spPr>
              <a:xfrm rot="3807953">
                <a:off x="6091284" y="3002454"/>
                <a:ext cx="1379183" cy="1131160"/>
              </a:xfrm>
              <a:prstGeom prst="rect">
                <a:avLst/>
              </a:prstGeom>
              <a:noFill/>
            </p:spPr>
            <p:txBody>
              <a:bodyPr wrap="square">
                <a:prstTxWarp prst="textArchUp">
                  <a:avLst>
                    <a:gd name="adj" fmla="val 11344807"/>
                  </a:avLst>
                </a:prstTxWarp>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solidFill>
                      <a:prstClr val="white"/>
                    </a:solidFill>
                    <a:effectLst/>
                    <a:uLnTx/>
                    <a:uFillTx/>
                    <a:latin typeface="Arial"/>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a:ln>
                      <a:noFill/>
                    </a:ln>
                    <a:solidFill>
                      <a:prstClr val="white"/>
                    </a:solidFill>
                    <a:effectLst/>
                    <a:uLnTx/>
                    <a:uFillTx/>
                    <a:latin typeface="Arial"/>
                  </a:rPr>
                  <a:t>ODA Components</a:t>
                </a:r>
              </a:p>
            </p:txBody>
          </p:sp>
        </p:grpSp>
        <p:pic>
          <p:nvPicPr>
            <p:cNvPr id="39" name="Picture 38" descr="Diagram, shape&#10;&#10;Description automatically generated">
              <a:extLst>
                <a:ext uri="{FF2B5EF4-FFF2-40B4-BE49-F238E27FC236}">
                  <a16:creationId xmlns:a16="http://schemas.microsoft.com/office/drawing/2014/main" id="{26C7DD81-5FA9-4171-9D8C-AFEC0A25CB7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2658408" y="3784440"/>
              <a:ext cx="818078" cy="978747"/>
            </a:xfrm>
            <a:prstGeom prst="rect">
              <a:avLst/>
            </a:prstGeom>
          </p:spPr>
        </p:pic>
      </p:grpSp>
      <p:grpSp>
        <p:nvGrpSpPr>
          <p:cNvPr id="3" name="Group 2">
            <a:extLst>
              <a:ext uri="{FF2B5EF4-FFF2-40B4-BE49-F238E27FC236}">
                <a16:creationId xmlns:a16="http://schemas.microsoft.com/office/drawing/2014/main" id="{98A8FBCE-F7CD-ABA4-2DD6-93F080203921}"/>
              </a:ext>
            </a:extLst>
          </p:cNvPr>
          <p:cNvGrpSpPr/>
          <p:nvPr/>
        </p:nvGrpSpPr>
        <p:grpSpPr>
          <a:xfrm>
            <a:off x="-1315487" y="722118"/>
            <a:ext cx="11395488" cy="1949378"/>
            <a:chOff x="-531705" y="1290905"/>
            <a:chExt cx="11395488" cy="1949378"/>
          </a:xfrm>
        </p:grpSpPr>
        <p:grpSp>
          <p:nvGrpSpPr>
            <p:cNvPr id="53" name="Group 52">
              <a:extLst>
                <a:ext uri="{FF2B5EF4-FFF2-40B4-BE49-F238E27FC236}">
                  <a16:creationId xmlns:a16="http://schemas.microsoft.com/office/drawing/2014/main" id="{51EB3C35-9237-B358-DE37-DED28737720D}"/>
                </a:ext>
              </a:extLst>
            </p:cNvPr>
            <p:cNvGrpSpPr/>
            <p:nvPr/>
          </p:nvGrpSpPr>
          <p:grpSpPr>
            <a:xfrm>
              <a:off x="-531705" y="1290905"/>
              <a:ext cx="11395488" cy="1949378"/>
              <a:chOff x="-400405" y="1043222"/>
              <a:chExt cx="11395488" cy="1949378"/>
            </a:xfrm>
          </p:grpSpPr>
          <p:grpSp>
            <p:nvGrpSpPr>
              <p:cNvPr id="88" name="Group 87">
                <a:extLst>
                  <a:ext uri="{FF2B5EF4-FFF2-40B4-BE49-F238E27FC236}">
                    <a16:creationId xmlns:a16="http://schemas.microsoft.com/office/drawing/2014/main" id="{3BA8AB2D-EC5B-A82D-212C-6C0C265644A5}"/>
                  </a:ext>
                </a:extLst>
              </p:cNvPr>
              <p:cNvGrpSpPr/>
              <p:nvPr/>
            </p:nvGrpSpPr>
            <p:grpSpPr>
              <a:xfrm>
                <a:off x="-400405" y="1043222"/>
                <a:ext cx="11395488" cy="1949378"/>
                <a:chOff x="-400405" y="1043222"/>
                <a:chExt cx="11395488" cy="1949378"/>
              </a:xfrm>
            </p:grpSpPr>
            <p:grpSp>
              <p:nvGrpSpPr>
                <p:cNvPr id="90" name="Group 89">
                  <a:extLst>
                    <a:ext uri="{FF2B5EF4-FFF2-40B4-BE49-F238E27FC236}">
                      <a16:creationId xmlns:a16="http://schemas.microsoft.com/office/drawing/2014/main" id="{587C5B50-6948-4DBD-A948-799EC4A199C7}"/>
                    </a:ext>
                  </a:extLst>
                </p:cNvPr>
                <p:cNvGrpSpPr/>
                <p:nvPr/>
              </p:nvGrpSpPr>
              <p:grpSpPr>
                <a:xfrm>
                  <a:off x="-400405" y="1043222"/>
                  <a:ext cx="11395488" cy="1949378"/>
                  <a:chOff x="-106490" y="902623"/>
                  <a:chExt cx="11395488" cy="1949378"/>
                </a:xfrm>
              </p:grpSpPr>
              <p:sp>
                <p:nvSpPr>
                  <p:cNvPr id="92" name="Round Diagonal Corner of Rectangle 91">
                    <a:extLst>
                      <a:ext uri="{FF2B5EF4-FFF2-40B4-BE49-F238E27FC236}">
                        <a16:creationId xmlns:a16="http://schemas.microsoft.com/office/drawing/2014/main" id="{A8E0C558-F8AB-F802-F61A-2E2E08755D56}"/>
                      </a:ext>
                    </a:extLst>
                  </p:cNvPr>
                  <p:cNvSpPr/>
                  <p:nvPr/>
                </p:nvSpPr>
                <p:spPr>
                  <a:xfrm>
                    <a:off x="6371150" y="902623"/>
                    <a:ext cx="4442624" cy="1404540"/>
                  </a:xfrm>
                  <a:prstGeom prst="round2DiagRect">
                    <a:avLst>
                      <a:gd name="adj1" fmla="val 50000"/>
                      <a:gd name="adj2" fmla="val 0"/>
                    </a:avLst>
                  </a:prstGeom>
                  <a:solidFill>
                    <a:srgbClr val="F3F3F5">
                      <a:lumMod val="90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nvGrpSpPr>
                  <p:cNvPr id="93" name="Group 92">
                    <a:extLst>
                      <a:ext uri="{FF2B5EF4-FFF2-40B4-BE49-F238E27FC236}">
                        <a16:creationId xmlns:a16="http://schemas.microsoft.com/office/drawing/2014/main" id="{A29CE3FE-C87B-1FC3-B6C6-A43D58A2F081}"/>
                      </a:ext>
                    </a:extLst>
                  </p:cNvPr>
                  <p:cNvGrpSpPr/>
                  <p:nvPr/>
                </p:nvGrpSpPr>
                <p:grpSpPr>
                  <a:xfrm>
                    <a:off x="-106490" y="1041052"/>
                    <a:ext cx="11395488" cy="1810949"/>
                    <a:chOff x="-150384" y="1223932"/>
                    <a:chExt cx="11395488" cy="1810949"/>
                  </a:xfrm>
                </p:grpSpPr>
                <p:sp>
                  <p:nvSpPr>
                    <p:cNvPr id="94" name="Freeform 93">
                      <a:extLst>
                        <a:ext uri="{FF2B5EF4-FFF2-40B4-BE49-F238E27FC236}">
                          <a16:creationId xmlns:a16="http://schemas.microsoft.com/office/drawing/2014/main" id="{B0E85119-12CD-351A-751F-A7B9FF426A53}"/>
                        </a:ext>
                      </a:extLst>
                    </p:cNvPr>
                    <p:cNvSpPr>
                      <a:spLocks noChangeArrowheads="1"/>
                    </p:cNvSpPr>
                    <p:nvPr/>
                  </p:nvSpPr>
                  <p:spPr bwMode="auto">
                    <a:xfrm>
                      <a:off x="-150384" y="1298400"/>
                      <a:ext cx="6313744" cy="1736481"/>
                    </a:xfrm>
                    <a:custGeom>
                      <a:avLst/>
                      <a:gdLst>
                        <a:gd name="T0" fmla="*/ 8657 w 10050"/>
                        <a:gd name="T1" fmla="*/ 0 h 2788"/>
                        <a:gd name="T2" fmla="*/ 7263 w 10050"/>
                        <a:gd name="T3" fmla="*/ 1394 h 2788"/>
                        <a:gd name="T4" fmla="*/ 6917 w 10050"/>
                        <a:gd name="T5" fmla="*/ 1740 h 2788"/>
                        <a:gd name="T6" fmla="*/ 0 w 10050"/>
                        <a:gd name="T7" fmla="*/ 1740 h 2788"/>
                        <a:gd name="T8" fmla="*/ 0 w 10050"/>
                        <a:gd name="T9" fmla="*/ 2086 h 2788"/>
                        <a:gd name="T10" fmla="*/ 6917 w 10050"/>
                        <a:gd name="T11" fmla="*/ 2086 h 2788"/>
                        <a:gd name="T12" fmla="*/ 7609 w 10050"/>
                        <a:gd name="T13" fmla="*/ 1394 h 2788"/>
                        <a:gd name="T14" fmla="*/ 8657 w 10050"/>
                        <a:gd name="T15" fmla="*/ 346 h 2788"/>
                        <a:gd name="T16" fmla="*/ 9704 w 10050"/>
                        <a:gd name="T17" fmla="*/ 1394 h 2788"/>
                        <a:gd name="T18" fmla="*/ 8657 w 10050"/>
                        <a:gd name="T19" fmla="*/ 2441 h 2788"/>
                        <a:gd name="T20" fmla="*/ 8657 w 10050"/>
                        <a:gd name="T21" fmla="*/ 2787 h 2788"/>
                        <a:gd name="T22" fmla="*/ 10049 w 10050"/>
                        <a:gd name="T23" fmla="*/ 1394 h 2788"/>
                        <a:gd name="T24" fmla="*/ 8657 w 10050"/>
                        <a:gd name="T25" fmla="*/ 0 h 27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50" h="2788">
                          <a:moveTo>
                            <a:pt x="8657" y="0"/>
                          </a:moveTo>
                          <a:cubicBezTo>
                            <a:pt x="7888" y="0"/>
                            <a:pt x="7263" y="625"/>
                            <a:pt x="7263" y="1394"/>
                          </a:cubicBezTo>
                          <a:cubicBezTo>
                            <a:pt x="7263" y="1584"/>
                            <a:pt x="7108" y="1740"/>
                            <a:pt x="6917" y="1740"/>
                          </a:cubicBezTo>
                          <a:lnTo>
                            <a:pt x="0" y="1740"/>
                          </a:lnTo>
                          <a:lnTo>
                            <a:pt x="0" y="2086"/>
                          </a:lnTo>
                          <a:lnTo>
                            <a:pt x="6917" y="2086"/>
                          </a:lnTo>
                          <a:cubicBezTo>
                            <a:pt x="7299" y="2086"/>
                            <a:pt x="7609" y="1775"/>
                            <a:pt x="7609" y="1394"/>
                          </a:cubicBezTo>
                          <a:cubicBezTo>
                            <a:pt x="7609" y="816"/>
                            <a:pt x="8079" y="346"/>
                            <a:pt x="8657" y="346"/>
                          </a:cubicBezTo>
                          <a:cubicBezTo>
                            <a:pt x="9234" y="346"/>
                            <a:pt x="9704" y="816"/>
                            <a:pt x="9704" y="1394"/>
                          </a:cubicBezTo>
                          <a:cubicBezTo>
                            <a:pt x="9704" y="1971"/>
                            <a:pt x="9234" y="2441"/>
                            <a:pt x="8657" y="2441"/>
                          </a:cubicBezTo>
                          <a:lnTo>
                            <a:pt x="8657" y="2787"/>
                          </a:lnTo>
                          <a:cubicBezTo>
                            <a:pt x="9425" y="2787"/>
                            <a:pt x="10049" y="2162"/>
                            <a:pt x="10049" y="1394"/>
                          </a:cubicBezTo>
                          <a:cubicBezTo>
                            <a:pt x="10049" y="625"/>
                            <a:pt x="9425" y="0"/>
                            <a:pt x="8657" y="0"/>
                          </a:cubicBezTo>
                        </a:path>
                      </a:pathLst>
                    </a:custGeom>
                    <a:solidFill>
                      <a:srgbClr val="D2D5DA">
                        <a:lumMod val="75000"/>
                      </a:srgb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black"/>
                        </a:solidFill>
                        <a:effectLst/>
                        <a:uLnTx/>
                        <a:uFillTx/>
                      </a:endParaRPr>
                    </a:p>
                  </p:txBody>
                </p:sp>
                <p:sp>
                  <p:nvSpPr>
                    <p:cNvPr id="95" name="TextBox 94">
                      <a:extLst>
                        <a:ext uri="{FF2B5EF4-FFF2-40B4-BE49-F238E27FC236}">
                          <a16:creationId xmlns:a16="http://schemas.microsoft.com/office/drawing/2014/main" id="{734525DA-8C17-4ACE-5F82-D54FB4E9D973}"/>
                        </a:ext>
                      </a:extLst>
                    </p:cNvPr>
                    <p:cNvSpPr txBox="1"/>
                    <p:nvPr/>
                  </p:nvSpPr>
                  <p:spPr>
                    <a:xfrm>
                      <a:off x="6462297" y="2124681"/>
                      <a:ext cx="4782807" cy="276999"/>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200" b="0" i="1" u="none" strike="noStrike" kern="0" cap="none" spc="0" normalizeH="0" baseline="0" noProof="0">
                          <a:ln>
                            <a:noFill/>
                          </a:ln>
                          <a:solidFill>
                            <a:srgbClr val="1A2746"/>
                          </a:solidFill>
                          <a:effectLst/>
                          <a:uLnTx/>
                          <a:uFillTx/>
                        </a:rPr>
                        <a:t>(</a:t>
                      </a:r>
                      <a:r>
                        <a:rPr kumimoji="0" lang="en-GB" sz="1200" b="0" i="1" u="none" strike="noStrike" kern="0" cap="none" spc="0" normalizeH="0" baseline="0" noProof="0" err="1">
                          <a:ln>
                            <a:noFill/>
                          </a:ln>
                          <a:solidFill>
                            <a:srgbClr val="1A2746"/>
                          </a:solidFill>
                          <a:effectLst/>
                          <a:uLnTx/>
                          <a:uFillTx/>
                        </a:rPr>
                        <a:t>eTOM</a:t>
                      </a:r>
                      <a:r>
                        <a:rPr kumimoji="0" lang="en-GB" sz="1200" b="0" i="1" u="none" strike="noStrike" kern="0" cap="none" spc="0" normalizeH="0" baseline="0" noProof="0">
                          <a:ln>
                            <a:noFill/>
                          </a:ln>
                          <a:solidFill>
                            <a:srgbClr val="1A2746"/>
                          </a:solidFill>
                          <a:effectLst/>
                          <a:uLnTx/>
                          <a:uFillTx/>
                        </a:rPr>
                        <a:t>, SID &amp; Functional Framework (incl. TAM))</a:t>
                      </a:r>
                      <a:endParaRPr kumimoji="0" lang="en-US" sz="1200" b="0" i="1" u="none" strike="noStrike" kern="0" cap="none" spc="0" normalizeH="0" baseline="0" noProof="0">
                        <a:ln>
                          <a:noFill/>
                        </a:ln>
                        <a:solidFill>
                          <a:srgbClr val="1A2746"/>
                        </a:solidFill>
                        <a:effectLst/>
                        <a:uLnTx/>
                        <a:uFillTx/>
                      </a:endParaRPr>
                    </a:p>
                  </p:txBody>
                </p:sp>
                <p:sp>
                  <p:nvSpPr>
                    <p:cNvPr id="96" name="TextBox 95">
                      <a:extLst>
                        <a:ext uri="{FF2B5EF4-FFF2-40B4-BE49-F238E27FC236}">
                          <a16:creationId xmlns:a16="http://schemas.microsoft.com/office/drawing/2014/main" id="{D941E1D1-360F-5D88-0196-096D57849698}"/>
                        </a:ext>
                      </a:extLst>
                    </p:cNvPr>
                    <p:cNvSpPr txBox="1"/>
                    <p:nvPr/>
                  </p:nvSpPr>
                  <p:spPr>
                    <a:xfrm>
                      <a:off x="6367386" y="1223932"/>
                      <a:ext cx="4402494" cy="33855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1A2746"/>
                          </a:solidFill>
                          <a:effectLst/>
                          <a:uLnTx/>
                          <a:uFillTx/>
                        </a:rPr>
                        <a:t>Common language and framework</a:t>
                      </a:r>
                      <a:endParaRPr kumimoji="0" lang="en-US" sz="1600" b="1" i="0" u="none" strike="noStrike" kern="0" cap="none" spc="0" normalizeH="0" baseline="0" noProof="0">
                        <a:ln>
                          <a:noFill/>
                        </a:ln>
                        <a:solidFill>
                          <a:srgbClr val="1A2746"/>
                        </a:solidFill>
                        <a:effectLst/>
                        <a:uLnTx/>
                        <a:uFillTx/>
                      </a:endParaRPr>
                    </a:p>
                  </p:txBody>
                </p:sp>
                <p:sp>
                  <p:nvSpPr>
                    <p:cNvPr id="97" name="TextBox 96">
                      <a:extLst>
                        <a:ext uri="{FF2B5EF4-FFF2-40B4-BE49-F238E27FC236}">
                          <a16:creationId xmlns:a16="http://schemas.microsoft.com/office/drawing/2014/main" id="{5FB49B39-A883-8C9A-9518-89F33D54CAE4}"/>
                        </a:ext>
                      </a:extLst>
                    </p:cNvPr>
                    <p:cNvSpPr txBox="1"/>
                    <p:nvPr/>
                  </p:nvSpPr>
                  <p:spPr>
                    <a:xfrm>
                      <a:off x="6462297" y="1665711"/>
                      <a:ext cx="4402494" cy="424732"/>
                    </a:xfrm>
                    <a:prstGeom prst="rect">
                      <a:avLst/>
                    </a:prstGeom>
                    <a:noFill/>
                  </p:spPr>
                  <p:txBody>
                    <a:bodyPr wrap="square">
                      <a:spAutoFit/>
                    </a:bodyPr>
                    <a:lstStyle/>
                    <a:p>
                      <a:pPr marL="0" marR="0" lvl="0" indent="0" defTabSz="914400" eaLnBrk="1" fontAlgn="auto" latinLnBrk="0" hangingPunct="1">
                        <a:lnSpc>
                          <a:spcPct val="90000"/>
                        </a:lnSpc>
                        <a:spcBef>
                          <a:spcPct val="0"/>
                        </a:spcBef>
                        <a:spcAft>
                          <a:spcPct val="35000"/>
                        </a:spcAft>
                        <a:buClrTx/>
                        <a:buSzTx/>
                        <a:buFontTx/>
                        <a:buNone/>
                        <a:tabLst/>
                        <a:defRPr/>
                      </a:pPr>
                      <a:r>
                        <a:rPr kumimoji="0" lang="en-GB" sz="1200" b="1" i="0" u="none" strike="noStrike" kern="0" cap="none" spc="0" normalizeH="0" baseline="0" noProof="0">
                          <a:ln>
                            <a:noFill/>
                          </a:ln>
                          <a:solidFill>
                            <a:srgbClr val="1A2746"/>
                          </a:solidFill>
                          <a:effectLst/>
                          <a:uLnTx/>
                          <a:uFillTx/>
                        </a:rPr>
                        <a:t>A common language and framework </a:t>
                      </a:r>
                      <a:r>
                        <a:rPr kumimoji="0" lang="en-GB" sz="1200" b="0" i="0" u="none" strike="noStrike" kern="0" cap="none" spc="0" normalizeH="0" baseline="0" noProof="0">
                          <a:ln>
                            <a:noFill/>
                          </a:ln>
                          <a:solidFill>
                            <a:srgbClr val="1A2746"/>
                          </a:solidFill>
                          <a:effectLst/>
                          <a:uLnTx/>
                          <a:uFillTx/>
                        </a:rPr>
                        <a:t>to support building solutions and simplifying inter-operation between application</a:t>
                      </a:r>
                      <a:endParaRPr kumimoji="0" lang="en-US" sz="1200" b="0" i="0" u="none" strike="noStrike" kern="0" cap="none" spc="0" normalizeH="0" baseline="0" noProof="0">
                        <a:ln>
                          <a:noFill/>
                        </a:ln>
                        <a:solidFill>
                          <a:srgbClr val="1A2746"/>
                        </a:solidFill>
                        <a:effectLst/>
                        <a:uLnTx/>
                        <a:uFillTx/>
                      </a:endParaRPr>
                    </a:p>
                  </p:txBody>
                </p:sp>
              </p:grpSp>
            </p:grpSp>
            <p:sp>
              <p:nvSpPr>
                <p:cNvPr id="91" name="TextBox 90">
                  <a:extLst>
                    <a:ext uri="{FF2B5EF4-FFF2-40B4-BE49-F238E27FC236}">
                      <a16:creationId xmlns:a16="http://schemas.microsoft.com/office/drawing/2014/main" id="{FAB012FD-3111-50E1-54DD-7929CCE16281}"/>
                    </a:ext>
                  </a:extLst>
                </p:cNvPr>
                <p:cNvSpPr txBox="1"/>
                <p:nvPr/>
              </p:nvSpPr>
              <p:spPr>
                <a:xfrm>
                  <a:off x="4349719" y="1376160"/>
                  <a:ext cx="1353575" cy="1131160"/>
                </a:xfrm>
                <a:prstGeom prst="rect">
                  <a:avLst/>
                </a:prstGeom>
                <a:noFill/>
              </p:spPr>
              <p:txBody>
                <a:bodyPr wrap="square">
                  <a:prstTxWarp prst="textArchUp">
                    <a:avLst>
                      <a:gd name="adj" fmla="val 11557420"/>
                    </a:avLst>
                  </a:prstTxWarp>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solidFill>
                        <a:prstClr val="white"/>
                      </a:solidFill>
                      <a:effectLst/>
                      <a:uLnTx/>
                      <a:uFillTx/>
                      <a:latin typeface="Arial"/>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a:ln>
                        <a:noFill/>
                      </a:ln>
                      <a:solidFill>
                        <a:prstClr val="white"/>
                      </a:solidFill>
                      <a:effectLst/>
                      <a:uLnTx/>
                      <a:uFillTx/>
                      <a:latin typeface="Arial"/>
                    </a:rPr>
                    <a:t>Evolving for 20 years</a:t>
                  </a:r>
                </a:p>
              </p:txBody>
            </p:sp>
          </p:grpSp>
          <p:pic>
            <p:nvPicPr>
              <p:cNvPr id="89" name="Picture 88">
                <a:extLst>
                  <a:ext uri="{FF2B5EF4-FFF2-40B4-BE49-F238E27FC236}">
                    <a16:creationId xmlns:a16="http://schemas.microsoft.com/office/drawing/2014/main" id="{A1402E47-5F68-974E-7B86-1C3961E6C11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02771" y="1567908"/>
                <a:ext cx="1065820" cy="1065820"/>
              </a:xfrm>
              <a:prstGeom prst="rect">
                <a:avLst/>
              </a:prstGeom>
              <a:ln>
                <a:noFill/>
              </a:ln>
              <a:effectLst/>
            </p:spPr>
          </p:pic>
        </p:grpSp>
        <p:sp>
          <p:nvSpPr>
            <p:cNvPr id="5" name="TextBox 4">
              <a:extLst>
                <a:ext uri="{FF2B5EF4-FFF2-40B4-BE49-F238E27FC236}">
                  <a16:creationId xmlns:a16="http://schemas.microsoft.com/office/drawing/2014/main" id="{18368684-1C09-9452-EDEF-29C826E1799D}"/>
                </a:ext>
              </a:extLst>
            </p:cNvPr>
            <p:cNvSpPr txBox="1"/>
            <p:nvPr/>
          </p:nvSpPr>
          <p:spPr>
            <a:xfrm>
              <a:off x="771317" y="2541189"/>
              <a:ext cx="3505243" cy="307777"/>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solidFill>
                  <a:effectLst/>
                  <a:uLnTx/>
                  <a:uFillTx/>
                </a:rPr>
                <a:t>ODA provides an evolutionary path…</a:t>
              </a:r>
              <a:endParaRPr kumimoji="0" lang="en-GB" sz="1400" b="0" i="0" u="none" strike="noStrike" kern="0" cap="none" spc="0" normalizeH="0" baseline="0" noProof="0">
                <a:ln>
                  <a:noFill/>
                </a:ln>
                <a:solidFill>
                  <a:prstClr val="white"/>
                </a:solidFill>
                <a:effectLst/>
                <a:uLnTx/>
                <a:uFillTx/>
              </a:endParaRPr>
            </a:p>
          </p:txBody>
        </p:sp>
      </p:grpSp>
      <p:grpSp>
        <p:nvGrpSpPr>
          <p:cNvPr id="47" name="Group 46">
            <a:extLst>
              <a:ext uri="{FF2B5EF4-FFF2-40B4-BE49-F238E27FC236}">
                <a16:creationId xmlns:a16="http://schemas.microsoft.com/office/drawing/2014/main" id="{664A0F9F-F045-D1D1-AAA7-CFFC92B78CE6}"/>
              </a:ext>
            </a:extLst>
          </p:cNvPr>
          <p:cNvGrpSpPr/>
          <p:nvPr/>
        </p:nvGrpSpPr>
        <p:grpSpPr>
          <a:xfrm>
            <a:off x="6382574" y="4024067"/>
            <a:ext cx="1753242" cy="1736481"/>
            <a:chOff x="5745369" y="2774088"/>
            <a:chExt cx="1750894" cy="1736481"/>
          </a:xfrm>
        </p:grpSpPr>
        <p:sp>
          <p:nvSpPr>
            <p:cNvPr id="55" name="Freeform 54">
              <a:extLst>
                <a:ext uri="{FF2B5EF4-FFF2-40B4-BE49-F238E27FC236}">
                  <a16:creationId xmlns:a16="http://schemas.microsoft.com/office/drawing/2014/main" id="{F6D4FF6A-6E90-0777-5F0E-BFD4417F4CDC}"/>
                </a:ext>
              </a:extLst>
            </p:cNvPr>
            <p:cNvSpPr>
              <a:spLocks noChangeArrowheads="1"/>
            </p:cNvSpPr>
            <p:nvPr/>
          </p:nvSpPr>
          <p:spPr bwMode="auto">
            <a:xfrm>
              <a:off x="5745369" y="2774088"/>
              <a:ext cx="1750894" cy="1736481"/>
            </a:xfrm>
            <a:custGeom>
              <a:avLst/>
              <a:gdLst>
                <a:gd name="T0" fmla="*/ 1393 w 2788"/>
                <a:gd name="T1" fmla="*/ 2786 h 2787"/>
                <a:gd name="T2" fmla="*/ 1393 w 2788"/>
                <a:gd name="T3" fmla="*/ 2440 h 2787"/>
                <a:gd name="T4" fmla="*/ 2441 w 2788"/>
                <a:gd name="T5" fmla="*/ 1393 h 2787"/>
                <a:gd name="T6" fmla="*/ 1393 w 2788"/>
                <a:gd name="T7" fmla="*/ 346 h 2787"/>
                <a:gd name="T8" fmla="*/ 346 w 2788"/>
                <a:gd name="T9" fmla="*/ 1393 h 2787"/>
                <a:gd name="T10" fmla="*/ 0 w 2788"/>
                <a:gd name="T11" fmla="*/ 1393 h 2787"/>
                <a:gd name="T12" fmla="*/ 1393 w 2788"/>
                <a:gd name="T13" fmla="*/ 0 h 2787"/>
                <a:gd name="T14" fmla="*/ 2787 w 2788"/>
                <a:gd name="T15" fmla="*/ 1393 h 2787"/>
                <a:gd name="T16" fmla="*/ 1393 w 2788"/>
                <a:gd name="T17" fmla="*/ 2786 h 2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8" h="2787">
                  <a:moveTo>
                    <a:pt x="1393" y="2786"/>
                  </a:moveTo>
                  <a:lnTo>
                    <a:pt x="1393" y="2440"/>
                  </a:lnTo>
                  <a:cubicBezTo>
                    <a:pt x="1971" y="2440"/>
                    <a:pt x="2441" y="1970"/>
                    <a:pt x="2441" y="1393"/>
                  </a:cubicBezTo>
                  <a:cubicBezTo>
                    <a:pt x="2441" y="815"/>
                    <a:pt x="1971" y="346"/>
                    <a:pt x="1393" y="346"/>
                  </a:cubicBezTo>
                  <a:cubicBezTo>
                    <a:pt x="816" y="346"/>
                    <a:pt x="346" y="815"/>
                    <a:pt x="346" y="1393"/>
                  </a:cubicBezTo>
                  <a:lnTo>
                    <a:pt x="0" y="1393"/>
                  </a:lnTo>
                  <a:cubicBezTo>
                    <a:pt x="0" y="625"/>
                    <a:pt x="625" y="0"/>
                    <a:pt x="1393" y="0"/>
                  </a:cubicBezTo>
                  <a:cubicBezTo>
                    <a:pt x="2162" y="0"/>
                    <a:pt x="2787" y="625"/>
                    <a:pt x="2787" y="1393"/>
                  </a:cubicBezTo>
                  <a:cubicBezTo>
                    <a:pt x="2787" y="2162"/>
                    <a:pt x="2162" y="2786"/>
                    <a:pt x="1393" y="2786"/>
                  </a:cubicBezTo>
                </a:path>
              </a:pathLst>
            </a:custGeom>
            <a:solidFill>
              <a:srgbClr val="D2D5DA">
                <a:lumMod val="75000"/>
              </a:srgb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1A2746"/>
                </a:solidFill>
                <a:effectLst/>
                <a:uLnTx/>
                <a:uFillTx/>
              </a:endParaRPr>
            </a:p>
          </p:txBody>
        </p:sp>
        <p:sp>
          <p:nvSpPr>
            <p:cNvPr id="50" name="TextBox 49">
              <a:extLst>
                <a:ext uri="{FF2B5EF4-FFF2-40B4-BE49-F238E27FC236}">
                  <a16:creationId xmlns:a16="http://schemas.microsoft.com/office/drawing/2014/main" id="{E01325D7-D4DC-B966-8388-F8A8D1A13B5B}"/>
                </a:ext>
              </a:extLst>
            </p:cNvPr>
            <p:cNvSpPr txBox="1"/>
            <p:nvPr/>
          </p:nvSpPr>
          <p:spPr>
            <a:xfrm rot="1898334">
              <a:off x="5897558" y="2917654"/>
              <a:ext cx="1504557" cy="1356485"/>
            </a:xfrm>
            <a:prstGeom prst="rect">
              <a:avLst/>
            </a:prstGeom>
            <a:noFill/>
          </p:spPr>
          <p:txBody>
            <a:bodyPr wrap="square">
              <a:prstTxWarp prst="textArchUp">
                <a:avLst>
                  <a:gd name="adj" fmla="val 8901624"/>
                </a:avLst>
              </a:prstTxWarp>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solidFill>
                    <a:prstClr val="white"/>
                  </a:solidFill>
                  <a:effectLst/>
                  <a:uLnTx/>
                  <a:uFillTx/>
                  <a:latin typeface="Arial"/>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a:ln>
                    <a:noFill/>
                  </a:ln>
                  <a:solidFill>
                    <a:prstClr val="white"/>
                  </a:solidFill>
                  <a:effectLst/>
                  <a:uLnTx/>
                  <a:uFillTx/>
                  <a:latin typeface="Arial"/>
                </a:rPr>
                <a:t>AI Native ODA Canvas and Components</a:t>
              </a:r>
            </a:p>
          </p:txBody>
        </p:sp>
      </p:grpSp>
      <p:sp>
        <p:nvSpPr>
          <p:cNvPr id="60" name="Freeform 59">
            <a:extLst>
              <a:ext uri="{FF2B5EF4-FFF2-40B4-BE49-F238E27FC236}">
                <a16:creationId xmlns:a16="http://schemas.microsoft.com/office/drawing/2014/main" id="{4D654E5D-517A-7165-859F-7C382D9ED7F4}"/>
              </a:ext>
            </a:extLst>
          </p:cNvPr>
          <p:cNvSpPr>
            <a:spLocks noChangeArrowheads="1"/>
          </p:cNvSpPr>
          <p:nvPr/>
        </p:nvSpPr>
        <p:spPr bwMode="auto">
          <a:xfrm>
            <a:off x="4846178" y="3988573"/>
            <a:ext cx="1750894" cy="1736481"/>
          </a:xfrm>
          <a:custGeom>
            <a:avLst/>
            <a:gdLst>
              <a:gd name="T0" fmla="*/ 1394 w 2788"/>
              <a:gd name="T1" fmla="*/ 2786 h 2787"/>
              <a:gd name="T2" fmla="*/ 0 w 2788"/>
              <a:gd name="T3" fmla="*/ 1393 h 2787"/>
              <a:gd name="T4" fmla="*/ 1394 w 2788"/>
              <a:gd name="T5" fmla="*/ 0 h 2787"/>
              <a:gd name="T6" fmla="*/ 1394 w 2788"/>
              <a:gd name="T7" fmla="*/ 346 h 2787"/>
              <a:gd name="T8" fmla="*/ 346 w 2788"/>
              <a:gd name="T9" fmla="*/ 1393 h 2787"/>
              <a:gd name="T10" fmla="*/ 1394 w 2788"/>
              <a:gd name="T11" fmla="*/ 2440 h 2787"/>
              <a:gd name="T12" fmla="*/ 2441 w 2788"/>
              <a:gd name="T13" fmla="*/ 1393 h 2787"/>
              <a:gd name="T14" fmla="*/ 2787 w 2788"/>
              <a:gd name="T15" fmla="*/ 1393 h 2787"/>
              <a:gd name="T16" fmla="*/ 1394 w 2788"/>
              <a:gd name="T17" fmla="*/ 2786 h 2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8" h="2787">
                <a:moveTo>
                  <a:pt x="1394" y="2786"/>
                </a:moveTo>
                <a:cubicBezTo>
                  <a:pt x="625" y="2786"/>
                  <a:pt x="0" y="2162"/>
                  <a:pt x="0" y="1393"/>
                </a:cubicBezTo>
                <a:cubicBezTo>
                  <a:pt x="0" y="625"/>
                  <a:pt x="625" y="0"/>
                  <a:pt x="1394" y="0"/>
                </a:cubicBezTo>
                <a:lnTo>
                  <a:pt x="1394" y="346"/>
                </a:lnTo>
                <a:cubicBezTo>
                  <a:pt x="816" y="346"/>
                  <a:pt x="346" y="815"/>
                  <a:pt x="346" y="1393"/>
                </a:cubicBezTo>
                <a:cubicBezTo>
                  <a:pt x="346" y="1970"/>
                  <a:pt x="816" y="2440"/>
                  <a:pt x="1394" y="2440"/>
                </a:cubicBezTo>
                <a:cubicBezTo>
                  <a:pt x="1971" y="2440"/>
                  <a:pt x="2441" y="1970"/>
                  <a:pt x="2441" y="1393"/>
                </a:cubicBezTo>
                <a:lnTo>
                  <a:pt x="2787" y="1393"/>
                </a:lnTo>
                <a:cubicBezTo>
                  <a:pt x="2787" y="2162"/>
                  <a:pt x="2162" y="2786"/>
                  <a:pt x="1394" y="2786"/>
                </a:cubicBezTo>
              </a:path>
            </a:pathLst>
          </a:custGeom>
          <a:solidFill>
            <a:srgbClr val="D2D5DA">
              <a:lumMod val="75000"/>
            </a:srgb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black"/>
              </a:solidFill>
              <a:effectLst/>
              <a:uLnTx/>
              <a:uFillTx/>
            </a:endParaRPr>
          </a:p>
        </p:txBody>
      </p:sp>
      <p:sp>
        <p:nvSpPr>
          <p:cNvPr id="24" name="TextBox 23">
            <a:extLst>
              <a:ext uri="{FF2B5EF4-FFF2-40B4-BE49-F238E27FC236}">
                <a16:creationId xmlns:a16="http://schemas.microsoft.com/office/drawing/2014/main" id="{B4BD34B0-99FB-ACE8-33C6-4139430BC591}"/>
              </a:ext>
            </a:extLst>
          </p:cNvPr>
          <p:cNvSpPr txBox="1"/>
          <p:nvPr/>
        </p:nvSpPr>
        <p:spPr>
          <a:xfrm rot="16807491">
            <a:off x="4887227" y="4247525"/>
            <a:ext cx="1353575" cy="1131160"/>
          </a:xfrm>
          <a:prstGeom prst="rect">
            <a:avLst/>
          </a:prstGeom>
          <a:noFill/>
        </p:spPr>
        <p:txBody>
          <a:bodyPr wrap="square">
            <a:prstTxWarp prst="textArchUp">
              <a:avLst>
                <a:gd name="adj" fmla="val 11557420"/>
              </a:avLst>
            </a:prstTxWarp>
            <a:spAutoFit/>
          </a:bodyPr>
          <a:lstStyle>
            <a:defPPr>
              <a:defRPr lang="en-US"/>
            </a:defPPr>
            <a:lvl1pPr marR="0" lvl="0" indent="0" algn="ctr" fontAlgn="auto">
              <a:lnSpc>
                <a:spcPct val="100000"/>
              </a:lnSpc>
              <a:spcBef>
                <a:spcPts val="0"/>
              </a:spcBef>
              <a:spcAft>
                <a:spcPts val="0"/>
              </a:spcAft>
              <a:buClrTx/>
              <a:buSzTx/>
              <a:buFontTx/>
              <a:buNone/>
              <a:tabLst/>
              <a:defRPr kumimoji="0" sz="1400" b="1" i="0" u="none" strike="noStrike" cap="none" spc="0" normalizeH="0" baseline="0">
                <a:ln>
                  <a:noFill/>
                </a:ln>
                <a:solidFill>
                  <a:prstClr val="white"/>
                </a:solidFill>
                <a:effectLst/>
                <a:uLnTx/>
                <a:uFillTx/>
                <a:latin typeface="Arial"/>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a:ln>
                  <a:noFill/>
                </a:ln>
                <a:solidFill>
                  <a:prstClr val="white"/>
                </a:solidFill>
                <a:effectLst/>
                <a:uLnTx/>
                <a:uFillTx/>
                <a:latin typeface="Arial"/>
              </a:rPr>
              <a:t>ODA Canvas</a:t>
            </a:r>
          </a:p>
        </p:txBody>
      </p:sp>
      <p:grpSp>
        <p:nvGrpSpPr>
          <p:cNvPr id="111" name="Group 110">
            <a:extLst>
              <a:ext uri="{FF2B5EF4-FFF2-40B4-BE49-F238E27FC236}">
                <a16:creationId xmlns:a16="http://schemas.microsoft.com/office/drawing/2014/main" id="{1BD608FA-7E8B-6C03-CD58-1BC97D415678}"/>
              </a:ext>
            </a:extLst>
          </p:cNvPr>
          <p:cNvGrpSpPr/>
          <p:nvPr/>
        </p:nvGrpSpPr>
        <p:grpSpPr>
          <a:xfrm>
            <a:off x="6912605" y="4466898"/>
            <a:ext cx="751297" cy="751297"/>
            <a:chOff x="8755714" y="2109098"/>
            <a:chExt cx="751297" cy="751297"/>
          </a:xfrm>
        </p:grpSpPr>
        <p:cxnSp>
          <p:nvCxnSpPr>
            <p:cNvPr id="75" name="Straight Connector 74">
              <a:extLst>
                <a:ext uri="{FF2B5EF4-FFF2-40B4-BE49-F238E27FC236}">
                  <a16:creationId xmlns:a16="http://schemas.microsoft.com/office/drawing/2014/main" id="{7173C135-ED10-DBBC-5073-E9115108DC5A}"/>
                </a:ext>
              </a:extLst>
            </p:cNvPr>
            <p:cNvCxnSpPr>
              <a:cxnSpLocks/>
            </p:cNvCxnSpPr>
            <p:nvPr/>
          </p:nvCxnSpPr>
          <p:spPr>
            <a:xfrm>
              <a:off x="9075896" y="2486180"/>
              <a:ext cx="111016" cy="0"/>
            </a:xfrm>
            <a:prstGeom prst="line">
              <a:avLst/>
            </a:prstGeom>
            <a:noFill/>
            <a:ln w="9525" cap="flat" cmpd="sng" algn="ctr">
              <a:solidFill>
                <a:sysClr val="window" lastClr="FFFFFF">
                  <a:lumMod val="50000"/>
                </a:sysClr>
              </a:solidFill>
              <a:prstDash val="solid"/>
            </a:ln>
            <a:effectLst/>
          </p:spPr>
        </p:cxnSp>
        <p:cxnSp>
          <p:nvCxnSpPr>
            <p:cNvPr id="76" name="Straight Connector 75">
              <a:extLst>
                <a:ext uri="{FF2B5EF4-FFF2-40B4-BE49-F238E27FC236}">
                  <a16:creationId xmlns:a16="http://schemas.microsoft.com/office/drawing/2014/main" id="{C2A139AF-9708-37F5-8A76-8D6C947CD182}"/>
                </a:ext>
              </a:extLst>
            </p:cNvPr>
            <p:cNvCxnSpPr>
              <a:cxnSpLocks/>
            </p:cNvCxnSpPr>
            <p:nvPr/>
          </p:nvCxnSpPr>
          <p:spPr>
            <a:xfrm flipH="1" flipV="1">
              <a:off x="9131404" y="2379649"/>
              <a:ext cx="0" cy="213062"/>
            </a:xfrm>
            <a:prstGeom prst="line">
              <a:avLst/>
            </a:prstGeom>
            <a:noFill/>
            <a:ln w="9525" cap="flat" cmpd="sng" algn="ctr">
              <a:solidFill>
                <a:sysClr val="window" lastClr="FFFFFF">
                  <a:lumMod val="50000"/>
                </a:sysClr>
              </a:solidFill>
              <a:prstDash val="solid"/>
            </a:ln>
            <a:effectLst/>
          </p:spPr>
        </p:cxnSp>
        <p:cxnSp>
          <p:nvCxnSpPr>
            <p:cNvPr id="98" name="Straight Connector 97">
              <a:extLst>
                <a:ext uri="{FF2B5EF4-FFF2-40B4-BE49-F238E27FC236}">
                  <a16:creationId xmlns:a16="http://schemas.microsoft.com/office/drawing/2014/main" id="{66C83A5D-1B6B-F7D6-0009-C57767C27329}"/>
                </a:ext>
              </a:extLst>
            </p:cNvPr>
            <p:cNvCxnSpPr>
              <a:cxnSpLocks/>
            </p:cNvCxnSpPr>
            <p:nvPr/>
          </p:nvCxnSpPr>
          <p:spPr>
            <a:xfrm flipH="1" flipV="1">
              <a:off x="9194424" y="2351325"/>
              <a:ext cx="33956" cy="45631"/>
            </a:xfrm>
            <a:prstGeom prst="line">
              <a:avLst/>
            </a:prstGeom>
            <a:noFill/>
            <a:ln w="9525" cap="flat" cmpd="sng" algn="ctr">
              <a:solidFill>
                <a:sysClr val="window" lastClr="FFFFFF">
                  <a:lumMod val="50000"/>
                </a:sysClr>
              </a:solidFill>
              <a:prstDash val="solid"/>
            </a:ln>
            <a:effectLst/>
          </p:spPr>
        </p:cxnSp>
        <p:cxnSp>
          <p:nvCxnSpPr>
            <p:cNvPr id="99" name="Straight Connector 98">
              <a:extLst>
                <a:ext uri="{FF2B5EF4-FFF2-40B4-BE49-F238E27FC236}">
                  <a16:creationId xmlns:a16="http://schemas.microsoft.com/office/drawing/2014/main" id="{DD3BB864-2CD5-62CA-B805-1B939751164A}"/>
                </a:ext>
              </a:extLst>
            </p:cNvPr>
            <p:cNvCxnSpPr>
              <a:cxnSpLocks/>
            </p:cNvCxnSpPr>
            <p:nvPr/>
          </p:nvCxnSpPr>
          <p:spPr>
            <a:xfrm flipH="1" flipV="1">
              <a:off x="9034428" y="2575404"/>
              <a:ext cx="33956" cy="45631"/>
            </a:xfrm>
            <a:prstGeom prst="line">
              <a:avLst/>
            </a:prstGeom>
            <a:noFill/>
            <a:ln w="9525" cap="flat" cmpd="sng" algn="ctr">
              <a:solidFill>
                <a:sysClr val="window" lastClr="FFFFFF">
                  <a:lumMod val="50000"/>
                </a:sysClr>
              </a:solidFill>
              <a:prstDash val="solid"/>
            </a:ln>
            <a:effectLst/>
          </p:spPr>
        </p:cxnSp>
        <p:cxnSp>
          <p:nvCxnSpPr>
            <p:cNvPr id="100" name="Straight Connector 99">
              <a:extLst>
                <a:ext uri="{FF2B5EF4-FFF2-40B4-BE49-F238E27FC236}">
                  <a16:creationId xmlns:a16="http://schemas.microsoft.com/office/drawing/2014/main" id="{6BB6F925-3163-8F2F-A008-B8EA87CC325A}"/>
                </a:ext>
              </a:extLst>
            </p:cNvPr>
            <p:cNvCxnSpPr>
              <a:cxnSpLocks/>
            </p:cNvCxnSpPr>
            <p:nvPr/>
          </p:nvCxnSpPr>
          <p:spPr>
            <a:xfrm flipH="1">
              <a:off x="9194424" y="2575404"/>
              <a:ext cx="33956" cy="45631"/>
            </a:xfrm>
            <a:prstGeom prst="line">
              <a:avLst/>
            </a:prstGeom>
            <a:noFill/>
            <a:ln w="9525" cap="flat" cmpd="sng" algn="ctr">
              <a:solidFill>
                <a:sysClr val="window" lastClr="FFFFFF">
                  <a:lumMod val="50000"/>
                </a:sysClr>
              </a:solidFill>
              <a:prstDash val="solid"/>
            </a:ln>
            <a:effectLst/>
          </p:spPr>
        </p:cxnSp>
        <p:cxnSp>
          <p:nvCxnSpPr>
            <p:cNvPr id="101" name="Straight Connector 100">
              <a:extLst>
                <a:ext uri="{FF2B5EF4-FFF2-40B4-BE49-F238E27FC236}">
                  <a16:creationId xmlns:a16="http://schemas.microsoft.com/office/drawing/2014/main" id="{E9DB82E7-CDCA-D408-5AB0-FA75A5C69024}"/>
                </a:ext>
              </a:extLst>
            </p:cNvPr>
            <p:cNvCxnSpPr>
              <a:cxnSpLocks/>
            </p:cNvCxnSpPr>
            <p:nvPr/>
          </p:nvCxnSpPr>
          <p:spPr>
            <a:xfrm flipH="1">
              <a:off x="9034428" y="2351325"/>
              <a:ext cx="33956" cy="45631"/>
            </a:xfrm>
            <a:prstGeom prst="line">
              <a:avLst/>
            </a:prstGeom>
            <a:noFill/>
            <a:ln w="9525" cap="flat" cmpd="sng" algn="ctr">
              <a:solidFill>
                <a:sysClr val="window" lastClr="FFFFFF">
                  <a:lumMod val="50000"/>
                </a:sysClr>
              </a:solidFill>
              <a:prstDash val="solid"/>
            </a:ln>
            <a:effectLst/>
          </p:spPr>
        </p:cxnSp>
        <p:sp>
          <p:nvSpPr>
            <p:cNvPr id="102" name="Graphic 9">
              <a:extLst>
                <a:ext uri="{FF2B5EF4-FFF2-40B4-BE49-F238E27FC236}">
                  <a16:creationId xmlns:a16="http://schemas.microsoft.com/office/drawing/2014/main" id="{4BA6D9DC-CDDE-76C4-5641-C680EFA0DF86}"/>
                </a:ext>
              </a:extLst>
            </p:cNvPr>
            <p:cNvSpPr>
              <a:spLocks/>
            </p:cNvSpPr>
            <p:nvPr/>
          </p:nvSpPr>
          <p:spPr>
            <a:xfrm>
              <a:off x="9028151" y="2149191"/>
              <a:ext cx="206795" cy="230457"/>
            </a:xfrm>
            <a:custGeom>
              <a:avLst/>
              <a:gdLst>
                <a:gd name="connsiteX0" fmla="*/ 293132 w 4635320"/>
                <a:gd name="connsiteY0" fmla="*/ 4090091 h 5165716"/>
                <a:gd name="connsiteX1" fmla="*/ 2024651 w 4635320"/>
                <a:gd name="connsiteY1" fmla="*/ 5089885 h 5165716"/>
                <a:gd name="connsiteX2" fmla="*/ 2610793 w 4635320"/>
                <a:gd name="connsiteY2" fmla="*/ 5089885 h 5165716"/>
                <a:gd name="connsiteX3" fmla="*/ 4342189 w 4635320"/>
                <a:gd name="connsiteY3" fmla="*/ 4090213 h 5165716"/>
                <a:gd name="connsiteX4" fmla="*/ 4342189 w 4635320"/>
                <a:gd name="connsiteY4" fmla="*/ 4090213 h 5165716"/>
                <a:gd name="connsiteX5" fmla="*/ 4635321 w 4635320"/>
                <a:gd name="connsiteY5" fmla="*/ 3582576 h 5165716"/>
                <a:gd name="connsiteX6" fmla="*/ 4635321 w 4635320"/>
                <a:gd name="connsiteY6" fmla="*/ 1583110 h 5165716"/>
                <a:gd name="connsiteX7" fmla="*/ 4342189 w 4635320"/>
                <a:gd name="connsiteY7" fmla="*/ 1075473 h 5165716"/>
                <a:gd name="connsiteX8" fmla="*/ 2610670 w 4635320"/>
                <a:gd name="connsiteY8" fmla="*/ 75802 h 5165716"/>
                <a:gd name="connsiteX9" fmla="*/ 2317660 w 4635320"/>
                <a:gd name="connsiteY9" fmla="*/ 0 h 5165716"/>
                <a:gd name="connsiteX10" fmla="*/ 2024528 w 4635320"/>
                <a:gd name="connsiteY10" fmla="*/ 75924 h 5165716"/>
                <a:gd name="connsiteX11" fmla="*/ 293132 w 4635320"/>
                <a:gd name="connsiteY11" fmla="*/ 1075473 h 5165716"/>
                <a:gd name="connsiteX12" fmla="*/ 0 w 4635320"/>
                <a:gd name="connsiteY12" fmla="*/ 1583110 h 5165716"/>
                <a:gd name="connsiteX13" fmla="*/ 0 w 4635320"/>
                <a:gd name="connsiteY13" fmla="*/ 3582453 h 5165716"/>
                <a:gd name="connsiteX14" fmla="*/ 293132 w 4635320"/>
                <a:gd name="connsiteY14" fmla="*/ 4090091 h 5165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5320" h="5165716">
                  <a:moveTo>
                    <a:pt x="293132" y="4090091"/>
                  </a:moveTo>
                  <a:lnTo>
                    <a:pt x="2024651" y="5089885"/>
                  </a:lnTo>
                  <a:cubicBezTo>
                    <a:pt x="2199842" y="5190995"/>
                    <a:pt x="2435356" y="5190995"/>
                    <a:pt x="2610793" y="5089885"/>
                  </a:cubicBezTo>
                  <a:lnTo>
                    <a:pt x="4342189" y="4090213"/>
                  </a:lnTo>
                  <a:lnTo>
                    <a:pt x="4342189" y="4090213"/>
                  </a:lnTo>
                  <a:cubicBezTo>
                    <a:pt x="4517503" y="3988981"/>
                    <a:pt x="4635321" y="3784918"/>
                    <a:pt x="4635321" y="3582576"/>
                  </a:cubicBezTo>
                  <a:lnTo>
                    <a:pt x="4635321" y="1583110"/>
                  </a:lnTo>
                  <a:cubicBezTo>
                    <a:pt x="4635321" y="1380768"/>
                    <a:pt x="4517503" y="1176706"/>
                    <a:pt x="4342189" y="1075473"/>
                  </a:cubicBezTo>
                  <a:lnTo>
                    <a:pt x="2610670" y="75802"/>
                  </a:lnTo>
                  <a:cubicBezTo>
                    <a:pt x="2523074" y="25185"/>
                    <a:pt x="2420367" y="0"/>
                    <a:pt x="2317660" y="0"/>
                  </a:cubicBezTo>
                  <a:cubicBezTo>
                    <a:pt x="2214954" y="0"/>
                    <a:pt x="2112247" y="25308"/>
                    <a:pt x="2024528" y="75924"/>
                  </a:cubicBezTo>
                  <a:lnTo>
                    <a:pt x="293132" y="1075473"/>
                  </a:lnTo>
                  <a:cubicBezTo>
                    <a:pt x="117818" y="1176706"/>
                    <a:pt x="0" y="1380768"/>
                    <a:pt x="0" y="1583110"/>
                  </a:cubicBezTo>
                  <a:lnTo>
                    <a:pt x="0" y="3582453"/>
                  </a:lnTo>
                  <a:cubicBezTo>
                    <a:pt x="0" y="3784796"/>
                    <a:pt x="117818" y="3988858"/>
                    <a:pt x="293132" y="4090091"/>
                  </a:cubicBezTo>
                </a:path>
              </a:pathLst>
            </a:custGeom>
            <a:noFill/>
            <a:ln w="12700" cap="flat">
              <a:solidFill>
                <a:srgbClr val="44546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a:ea typeface="+mn-ea"/>
                <a:cs typeface="+mn-cs"/>
              </a:endParaRPr>
            </a:p>
          </p:txBody>
        </p:sp>
        <p:sp>
          <p:nvSpPr>
            <p:cNvPr id="103" name="Graphic 9">
              <a:extLst>
                <a:ext uri="{FF2B5EF4-FFF2-40B4-BE49-F238E27FC236}">
                  <a16:creationId xmlns:a16="http://schemas.microsoft.com/office/drawing/2014/main" id="{0BD6DD2A-8B2F-AD15-50D0-5E189A9525D5}"/>
                </a:ext>
              </a:extLst>
            </p:cNvPr>
            <p:cNvSpPr>
              <a:spLocks/>
            </p:cNvSpPr>
            <p:nvPr/>
          </p:nvSpPr>
          <p:spPr>
            <a:xfrm>
              <a:off x="9188576" y="2371708"/>
              <a:ext cx="206795" cy="230457"/>
            </a:xfrm>
            <a:custGeom>
              <a:avLst/>
              <a:gdLst>
                <a:gd name="connsiteX0" fmla="*/ 293132 w 4635320"/>
                <a:gd name="connsiteY0" fmla="*/ 4090091 h 5165716"/>
                <a:gd name="connsiteX1" fmla="*/ 2024651 w 4635320"/>
                <a:gd name="connsiteY1" fmla="*/ 5089885 h 5165716"/>
                <a:gd name="connsiteX2" fmla="*/ 2610793 w 4635320"/>
                <a:gd name="connsiteY2" fmla="*/ 5089885 h 5165716"/>
                <a:gd name="connsiteX3" fmla="*/ 4342189 w 4635320"/>
                <a:gd name="connsiteY3" fmla="*/ 4090213 h 5165716"/>
                <a:gd name="connsiteX4" fmla="*/ 4342189 w 4635320"/>
                <a:gd name="connsiteY4" fmla="*/ 4090213 h 5165716"/>
                <a:gd name="connsiteX5" fmla="*/ 4635321 w 4635320"/>
                <a:gd name="connsiteY5" fmla="*/ 3582576 h 5165716"/>
                <a:gd name="connsiteX6" fmla="*/ 4635321 w 4635320"/>
                <a:gd name="connsiteY6" fmla="*/ 1583110 h 5165716"/>
                <a:gd name="connsiteX7" fmla="*/ 4342189 w 4635320"/>
                <a:gd name="connsiteY7" fmla="*/ 1075473 h 5165716"/>
                <a:gd name="connsiteX8" fmla="*/ 2610670 w 4635320"/>
                <a:gd name="connsiteY8" fmla="*/ 75802 h 5165716"/>
                <a:gd name="connsiteX9" fmla="*/ 2317660 w 4635320"/>
                <a:gd name="connsiteY9" fmla="*/ 0 h 5165716"/>
                <a:gd name="connsiteX10" fmla="*/ 2024528 w 4635320"/>
                <a:gd name="connsiteY10" fmla="*/ 75924 h 5165716"/>
                <a:gd name="connsiteX11" fmla="*/ 293132 w 4635320"/>
                <a:gd name="connsiteY11" fmla="*/ 1075473 h 5165716"/>
                <a:gd name="connsiteX12" fmla="*/ 0 w 4635320"/>
                <a:gd name="connsiteY12" fmla="*/ 1583110 h 5165716"/>
                <a:gd name="connsiteX13" fmla="*/ 0 w 4635320"/>
                <a:gd name="connsiteY13" fmla="*/ 3582453 h 5165716"/>
                <a:gd name="connsiteX14" fmla="*/ 293132 w 4635320"/>
                <a:gd name="connsiteY14" fmla="*/ 4090091 h 5165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5320" h="5165716">
                  <a:moveTo>
                    <a:pt x="293132" y="4090091"/>
                  </a:moveTo>
                  <a:lnTo>
                    <a:pt x="2024651" y="5089885"/>
                  </a:lnTo>
                  <a:cubicBezTo>
                    <a:pt x="2199842" y="5190995"/>
                    <a:pt x="2435356" y="5190995"/>
                    <a:pt x="2610793" y="5089885"/>
                  </a:cubicBezTo>
                  <a:lnTo>
                    <a:pt x="4342189" y="4090213"/>
                  </a:lnTo>
                  <a:lnTo>
                    <a:pt x="4342189" y="4090213"/>
                  </a:lnTo>
                  <a:cubicBezTo>
                    <a:pt x="4517503" y="3988981"/>
                    <a:pt x="4635321" y="3784918"/>
                    <a:pt x="4635321" y="3582576"/>
                  </a:cubicBezTo>
                  <a:lnTo>
                    <a:pt x="4635321" y="1583110"/>
                  </a:lnTo>
                  <a:cubicBezTo>
                    <a:pt x="4635321" y="1380768"/>
                    <a:pt x="4517503" y="1176706"/>
                    <a:pt x="4342189" y="1075473"/>
                  </a:cubicBezTo>
                  <a:lnTo>
                    <a:pt x="2610670" y="75802"/>
                  </a:lnTo>
                  <a:cubicBezTo>
                    <a:pt x="2523074" y="25185"/>
                    <a:pt x="2420367" y="0"/>
                    <a:pt x="2317660" y="0"/>
                  </a:cubicBezTo>
                  <a:cubicBezTo>
                    <a:pt x="2214954" y="0"/>
                    <a:pt x="2112247" y="25308"/>
                    <a:pt x="2024528" y="75924"/>
                  </a:cubicBezTo>
                  <a:lnTo>
                    <a:pt x="293132" y="1075473"/>
                  </a:lnTo>
                  <a:cubicBezTo>
                    <a:pt x="117818" y="1176706"/>
                    <a:pt x="0" y="1380768"/>
                    <a:pt x="0" y="1583110"/>
                  </a:cubicBezTo>
                  <a:lnTo>
                    <a:pt x="0" y="3582453"/>
                  </a:lnTo>
                  <a:cubicBezTo>
                    <a:pt x="0" y="3784796"/>
                    <a:pt x="117818" y="3988858"/>
                    <a:pt x="293132" y="4090091"/>
                  </a:cubicBezTo>
                </a:path>
              </a:pathLst>
            </a:custGeom>
            <a:noFill/>
            <a:ln w="12700" cap="flat">
              <a:solidFill>
                <a:srgbClr val="44546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a:ea typeface="+mn-ea"/>
                <a:cs typeface="+mn-cs"/>
              </a:endParaRPr>
            </a:p>
          </p:txBody>
        </p:sp>
        <p:sp>
          <p:nvSpPr>
            <p:cNvPr id="104" name="Graphic 9">
              <a:extLst>
                <a:ext uri="{FF2B5EF4-FFF2-40B4-BE49-F238E27FC236}">
                  <a16:creationId xmlns:a16="http://schemas.microsoft.com/office/drawing/2014/main" id="{2F128E06-7151-9C53-038F-232AD64E08E2}"/>
                </a:ext>
              </a:extLst>
            </p:cNvPr>
            <p:cNvSpPr>
              <a:spLocks/>
            </p:cNvSpPr>
            <p:nvPr/>
          </p:nvSpPr>
          <p:spPr>
            <a:xfrm>
              <a:off x="9026650" y="2594584"/>
              <a:ext cx="206795" cy="230457"/>
            </a:xfrm>
            <a:custGeom>
              <a:avLst/>
              <a:gdLst>
                <a:gd name="connsiteX0" fmla="*/ 293132 w 4635320"/>
                <a:gd name="connsiteY0" fmla="*/ 4090091 h 5165716"/>
                <a:gd name="connsiteX1" fmla="*/ 2024651 w 4635320"/>
                <a:gd name="connsiteY1" fmla="*/ 5089885 h 5165716"/>
                <a:gd name="connsiteX2" fmla="*/ 2610793 w 4635320"/>
                <a:gd name="connsiteY2" fmla="*/ 5089885 h 5165716"/>
                <a:gd name="connsiteX3" fmla="*/ 4342189 w 4635320"/>
                <a:gd name="connsiteY3" fmla="*/ 4090213 h 5165716"/>
                <a:gd name="connsiteX4" fmla="*/ 4342189 w 4635320"/>
                <a:gd name="connsiteY4" fmla="*/ 4090213 h 5165716"/>
                <a:gd name="connsiteX5" fmla="*/ 4635321 w 4635320"/>
                <a:gd name="connsiteY5" fmla="*/ 3582576 h 5165716"/>
                <a:gd name="connsiteX6" fmla="*/ 4635321 w 4635320"/>
                <a:gd name="connsiteY6" fmla="*/ 1583110 h 5165716"/>
                <a:gd name="connsiteX7" fmla="*/ 4342189 w 4635320"/>
                <a:gd name="connsiteY7" fmla="*/ 1075473 h 5165716"/>
                <a:gd name="connsiteX8" fmla="*/ 2610670 w 4635320"/>
                <a:gd name="connsiteY8" fmla="*/ 75802 h 5165716"/>
                <a:gd name="connsiteX9" fmla="*/ 2317660 w 4635320"/>
                <a:gd name="connsiteY9" fmla="*/ 0 h 5165716"/>
                <a:gd name="connsiteX10" fmla="*/ 2024528 w 4635320"/>
                <a:gd name="connsiteY10" fmla="*/ 75924 h 5165716"/>
                <a:gd name="connsiteX11" fmla="*/ 293132 w 4635320"/>
                <a:gd name="connsiteY11" fmla="*/ 1075473 h 5165716"/>
                <a:gd name="connsiteX12" fmla="*/ 0 w 4635320"/>
                <a:gd name="connsiteY12" fmla="*/ 1583110 h 5165716"/>
                <a:gd name="connsiteX13" fmla="*/ 0 w 4635320"/>
                <a:gd name="connsiteY13" fmla="*/ 3582453 h 5165716"/>
                <a:gd name="connsiteX14" fmla="*/ 293132 w 4635320"/>
                <a:gd name="connsiteY14" fmla="*/ 4090091 h 5165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5320" h="5165716">
                  <a:moveTo>
                    <a:pt x="293132" y="4090091"/>
                  </a:moveTo>
                  <a:lnTo>
                    <a:pt x="2024651" y="5089885"/>
                  </a:lnTo>
                  <a:cubicBezTo>
                    <a:pt x="2199842" y="5190995"/>
                    <a:pt x="2435356" y="5190995"/>
                    <a:pt x="2610793" y="5089885"/>
                  </a:cubicBezTo>
                  <a:lnTo>
                    <a:pt x="4342189" y="4090213"/>
                  </a:lnTo>
                  <a:lnTo>
                    <a:pt x="4342189" y="4090213"/>
                  </a:lnTo>
                  <a:cubicBezTo>
                    <a:pt x="4517503" y="3988981"/>
                    <a:pt x="4635321" y="3784918"/>
                    <a:pt x="4635321" y="3582576"/>
                  </a:cubicBezTo>
                  <a:lnTo>
                    <a:pt x="4635321" y="1583110"/>
                  </a:lnTo>
                  <a:cubicBezTo>
                    <a:pt x="4635321" y="1380768"/>
                    <a:pt x="4517503" y="1176706"/>
                    <a:pt x="4342189" y="1075473"/>
                  </a:cubicBezTo>
                  <a:lnTo>
                    <a:pt x="2610670" y="75802"/>
                  </a:lnTo>
                  <a:cubicBezTo>
                    <a:pt x="2523074" y="25185"/>
                    <a:pt x="2420367" y="0"/>
                    <a:pt x="2317660" y="0"/>
                  </a:cubicBezTo>
                  <a:cubicBezTo>
                    <a:pt x="2214954" y="0"/>
                    <a:pt x="2112247" y="25308"/>
                    <a:pt x="2024528" y="75924"/>
                  </a:cubicBezTo>
                  <a:lnTo>
                    <a:pt x="293132" y="1075473"/>
                  </a:lnTo>
                  <a:cubicBezTo>
                    <a:pt x="117818" y="1176706"/>
                    <a:pt x="0" y="1380768"/>
                    <a:pt x="0" y="1583110"/>
                  </a:cubicBezTo>
                  <a:lnTo>
                    <a:pt x="0" y="3582453"/>
                  </a:lnTo>
                  <a:cubicBezTo>
                    <a:pt x="0" y="3784796"/>
                    <a:pt x="117818" y="3988858"/>
                    <a:pt x="293132" y="4090091"/>
                  </a:cubicBezTo>
                </a:path>
              </a:pathLst>
            </a:custGeom>
            <a:noFill/>
            <a:ln w="12700" cap="flat">
              <a:solidFill>
                <a:srgbClr val="44546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a:ea typeface="+mn-ea"/>
                <a:cs typeface="+mn-cs"/>
              </a:endParaRPr>
            </a:p>
          </p:txBody>
        </p:sp>
        <p:sp>
          <p:nvSpPr>
            <p:cNvPr id="105" name="Graphic 9">
              <a:extLst>
                <a:ext uri="{FF2B5EF4-FFF2-40B4-BE49-F238E27FC236}">
                  <a16:creationId xmlns:a16="http://schemas.microsoft.com/office/drawing/2014/main" id="{9433F157-281A-DFE8-48EE-75CAABCF3F10}"/>
                </a:ext>
              </a:extLst>
            </p:cNvPr>
            <p:cNvSpPr>
              <a:spLocks/>
            </p:cNvSpPr>
            <p:nvPr/>
          </p:nvSpPr>
          <p:spPr>
            <a:xfrm>
              <a:off x="8868585" y="2372299"/>
              <a:ext cx="206795" cy="230457"/>
            </a:xfrm>
            <a:custGeom>
              <a:avLst/>
              <a:gdLst>
                <a:gd name="connsiteX0" fmla="*/ 293132 w 4635320"/>
                <a:gd name="connsiteY0" fmla="*/ 4090091 h 5165716"/>
                <a:gd name="connsiteX1" fmla="*/ 2024651 w 4635320"/>
                <a:gd name="connsiteY1" fmla="*/ 5089885 h 5165716"/>
                <a:gd name="connsiteX2" fmla="*/ 2610793 w 4635320"/>
                <a:gd name="connsiteY2" fmla="*/ 5089885 h 5165716"/>
                <a:gd name="connsiteX3" fmla="*/ 4342189 w 4635320"/>
                <a:gd name="connsiteY3" fmla="*/ 4090213 h 5165716"/>
                <a:gd name="connsiteX4" fmla="*/ 4342189 w 4635320"/>
                <a:gd name="connsiteY4" fmla="*/ 4090213 h 5165716"/>
                <a:gd name="connsiteX5" fmla="*/ 4635321 w 4635320"/>
                <a:gd name="connsiteY5" fmla="*/ 3582576 h 5165716"/>
                <a:gd name="connsiteX6" fmla="*/ 4635321 w 4635320"/>
                <a:gd name="connsiteY6" fmla="*/ 1583110 h 5165716"/>
                <a:gd name="connsiteX7" fmla="*/ 4342189 w 4635320"/>
                <a:gd name="connsiteY7" fmla="*/ 1075473 h 5165716"/>
                <a:gd name="connsiteX8" fmla="*/ 2610670 w 4635320"/>
                <a:gd name="connsiteY8" fmla="*/ 75802 h 5165716"/>
                <a:gd name="connsiteX9" fmla="*/ 2317660 w 4635320"/>
                <a:gd name="connsiteY9" fmla="*/ 0 h 5165716"/>
                <a:gd name="connsiteX10" fmla="*/ 2024528 w 4635320"/>
                <a:gd name="connsiteY10" fmla="*/ 75924 h 5165716"/>
                <a:gd name="connsiteX11" fmla="*/ 293132 w 4635320"/>
                <a:gd name="connsiteY11" fmla="*/ 1075473 h 5165716"/>
                <a:gd name="connsiteX12" fmla="*/ 0 w 4635320"/>
                <a:gd name="connsiteY12" fmla="*/ 1583110 h 5165716"/>
                <a:gd name="connsiteX13" fmla="*/ 0 w 4635320"/>
                <a:gd name="connsiteY13" fmla="*/ 3582453 h 5165716"/>
                <a:gd name="connsiteX14" fmla="*/ 293132 w 4635320"/>
                <a:gd name="connsiteY14" fmla="*/ 4090091 h 5165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5320" h="5165716">
                  <a:moveTo>
                    <a:pt x="293132" y="4090091"/>
                  </a:moveTo>
                  <a:lnTo>
                    <a:pt x="2024651" y="5089885"/>
                  </a:lnTo>
                  <a:cubicBezTo>
                    <a:pt x="2199842" y="5190995"/>
                    <a:pt x="2435356" y="5190995"/>
                    <a:pt x="2610793" y="5089885"/>
                  </a:cubicBezTo>
                  <a:lnTo>
                    <a:pt x="4342189" y="4090213"/>
                  </a:lnTo>
                  <a:lnTo>
                    <a:pt x="4342189" y="4090213"/>
                  </a:lnTo>
                  <a:cubicBezTo>
                    <a:pt x="4517503" y="3988981"/>
                    <a:pt x="4635321" y="3784918"/>
                    <a:pt x="4635321" y="3582576"/>
                  </a:cubicBezTo>
                  <a:lnTo>
                    <a:pt x="4635321" y="1583110"/>
                  </a:lnTo>
                  <a:cubicBezTo>
                    <a:pt x="4635321" y="1380768"/>
                    <a:pt x="4517503" y="1176706"/>
                    <a:pt x="4342189" y="1075473"/>
                  </a:cubicBezTo>
                  <a:lnTo>
                    <a:pt x="2610670" y="75802"/>
                  </a:lnTo>
                  <a:cubicBezTo>
                    <a:pt x="2523074" y="25185"/>
                    <a:pt x="2420367" y="0"/>
                    <a:pt x="2317660" y="0"/>
                  </a:cubicBezTo>
                  <a:cubicBezTo>
                    <a:pt x="2214954" y="0"/>
                    <a:pt x="2112247" y="25308"/>
                    <a:pt x="2024528" y="75924"/>
                  </a:cubicBezTo>
                  <a:lnTo>
                    <a:pt x="293132" y="1075473"/>
                  </a:lnTo>
                  <a:cubicBezTo>
                    <a:pt x="117818" y="1176706"/>
                    <a:pt x="0" y="1380768"/>
                    <a:pt x="0" y="1583110"/>
                  </a:cubicBezTo>
                  <a:lnTo>
                    <a:pt x="0" y="3582453"/>
                  </a:lnTo>
                  <a:cubicBezTo>
                    <a:pt x="0" y="3784796"/>
                    <a:pt x="117818" y="3988858"/>
                    <a:pt x="293132" y="4090091"/>
                  </a:cubicBezTo>
                </a:path>
              </a:pathLst>
            </a:custGeom>
            <a:noFill/>
            <a:ln w="12700" cap="flat">
              <a:solidFill>
                <a:srgbClr val="44546A"/>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Arial" panose="020B0604020202020204"/>
                <a:ea typeface="+mn-ea"/>
                <a:cs typeface="+mn-cs"/>
              </a:endParaRPr>
            </a:p>
          </p:txBody>
        </p:sp>
        <p:pic>
          <p:nvPicPr>
            <p:cNvPr id="106" name="Picture 105" descr="Icon&#10;&#10;Description automatically generated">
              <a:extLst>
                <a:ext uri="{FF2B5EF4-FFF2-40B4-BE49-F238E27FC236}">
                  <a16:creationId xmlns:a16="http://schemas.microsoft.com/office/drawing/2014/main" id="{A86CF8EA-A134-0077-6F3C-FF47BBEB827C}"/>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9066242" y="2194188"/>
              <a:ext cx="137475" cy="140106"/>
            </a:xfrm>
            <a:prstGeom prst="rect">
              <a:avLst/>
            </a:prstGeom>
          </p:spPr>
        </p:pic>
        <p:pic>
          <p:nvPicPr>
            <p:cNvPr id="107" name="Picture 106" descr="Icon&#10;&#10;Description automatically generated">
              <a:extLst>
                <a:ext uri="{FF2B5EF4-FFF2-40B4-BE49-F238E27FC236}">
                  <a16:creationId xmlns:a16="http://schemas.microsoft.com/office/drawing/2014/main" id="{96F4097D-8DF5-46D5-F2E0-01CDE9E81EEA}"/>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9229567" y="2418677"/>
              <a:ext cx="137475" cy="140106"/>
            </a:xfrm>
            <a:prstGeom prst="rect">
              <a:avLst/>
            </a:prstGeom>
          </p:spPr>
        </p:pic>
        <p:pic>
          <p:nvPicPr>
            <p:cNvPr id="108" name="Picture 107" descr="Icon&#10;&#10;Description automatically generated">
              <a:extLst>
                <a:ext uri="{FF2B5EF4-FFF2-40B4-BE49-F238E27FC236}">
                  <a16:creationId xmlns:a16="http://schemas.microsoft.com/office/drawing/2014/main" id="{673C6201-4FF8-1B10-E07D-24F34D22A866}"/>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9062334" y="2644800"/>
              <a:ext cx="137475" cy="140106"/>
            </a:xfrm>
            <a:prstGeom prst="rect">
              <a:avLst/>
            </a:prstGeom>
          </p:spPr>
        </p:pic>
        <p:pic>
          <p:nvPicPr>
            <p:cNvPr id="109" name="Picture 108" descr="Icon&#10;&#10;Description automatically generated">
              <a:extLst>
                <a:ext uri="{FF2B5EF4-FFF2-40B4-BE49-F238E27FC236}">
                  <a16:creationId xmlns:a16="http://schemas.microsoft.com/office/drawing/2014/main" id="{E1748AF4-2270-E9F7-33B4-872C27A8017F}"/>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8904102" y="2417930"/>
              <a:ext cx="137475" cy="140106"/>
            </a:xfrm>
            <a:prstGeom prst="rect">
              <a:avLst/>
            </a:prstGeom>
          </p:spPr>
        </p:pic>
        <p:sp>
          <p:nvSpPr>
            <p:cNvPr id="110" name="Oval 109">
              <a:extLst>
                <a:ext uri="{FF2B5EF4-FFF2-40B4-BE49-F238E27FC236}">
                  <a16:creationId xmlns:a16="http://schemas.microsoft.com/office/drawing/2014/main" id="{23E1AFAF-0DD9-6518-6045-202990453C3B}"/>
                </a:ext>
              </a:extLst>
            </p:cNvPr>
            <p:cNvSpPr/>
            <p:nvPr/>
          </p:nvSpPr>
          <p:spPr>
            <a:xfrm>
              <a:off x="8755714" y="2109098"/>
              <a:ext cx="751297" cy="751297"/>
            </a:xfrm>
            <a:prstGeom prst="ellipse">
              <a:avLst/>
            </a:prstGeom>
            <a:noFill/>
            <a:ln w="10795" cap="flat" cmpd="sng" algn="ctr">
              <a:solidFill>
                <a:srgbClr val="1A2746"/>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grpSp>
      <p:sp>
        <p:nvSpPr>
          <p:cNvPr id="115" name="U-turn Arrow 114">
            <a:extLst>
              <a:ext uri="{FF2B5EF4-FFF2-40B4-BE49-F238E27FC236}">
                <a16:creationId xmlns:a16="http://schemas.microsoft.com/office/drawing/2014/main" id="{AD4048B2-9AC5-6359-622D-682829D91299}"/>
              </a:ext>
            </a:extLst>
          </p:cNvPr>
          <p:cNvSpPr/>
          <p:nvPr/>
        </p:nvSpPr>
        <p:spPr>
          <a:xfrm rot="16200000">
            <a:off x="7135810" y="5179564"/>
            <a:ext cx="999059" cy="1445467"/>
          </a:xfrm>
          <a:prstGeom prst="uturnArrow">
            <a:avLst>
              <a:gd name="adj1" fmla="val 22059"/>
              <a:gd name="adj2" fmla="val 25000"/>
              <a:gd name="adj3" fmla="val 0"/>
              <a:gd name="adj4" fmla="val 40944"/>
              <a:gd name="adj5" fmla="val 24309"/>
            </a:avLst>
          </a:prstGeom>
          <a:solidFill>
            <a:srgbClr val="979E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6" name="Right Arrow 115">
            <a:extLst>
              <a:ext uri="{FF2B5EF4-FFF2-40B4-BE49-F238E27FC236}">
                <a16:creationId xmlns:a16="http://schemas.microsoft.com/office/drawing/2014/main" id="{773D20D2-0836-B76B-E0BF-B6F3B00BF42A}"/>
              </a:ext>
            </a:extLst>
          </p:cNvPr>
          <p:cNvSpPr/>
          <p:nvPr/>
        </p:nvSpPr>
        <p:spPr>
          <a:xfrm>
            <a:off x="8328575" y="6066263"/>
            <a:ext cx="4493087" cy="450332"/>
          </a:xfrm>
          <a:prstGeom prst="rightArrow">
            <a:avLst/>
          </a:prstGeom>
          <a:solidFill>
            <a:srgbClr val="979E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E5379367-4F8E-470B-1087-B54DD29564CC}"/>
              </a:ext>
            </a:extLst>
          </p:cNvPr>
          <p:cNvSpPr txBox="1"/>
          <p:nvPr/>
        </p:nvSpPr>
        <p:spPr>
          <a:xfrm>
            <a:off x="7442482" y="6147291"/>
            <a:ext cx="3716436" cy="307777"/>
          </a:xfrm>
          <a:prstGeom prst="rect">
            <a:avLst/>
          </a:prstGeom>
          <a:noFill/>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GB" sz="1400" b="1" kern="0">
                <a:solidFill>
                  <a:prstClr val="white"/>
                </a:solidFill>
              </a:rPr>
              <a:t>…t</a:t>
            </a:r>
            <a:r>
              <a:rPr kumimoji="0" lang="en-GB" sz="1400" b="1" i="0" u="none" strike="noStrike" kern="0" cap="none" spc="0" normalizeH="0" baseline="0" noProof="0">
                <a:ln>
                  <a:noFill/>
                </a:ln>
                <a:solidFill>
                  <a:prstClr val="white"/>
                </a:solidFill>
                <a:effectLst/>
                <a:uLnTx/>
                <a:uFillTx/>
              </a:rPr>
              <a:t>o drive growth for AI Native Telco</a:t>
            </a:r>
          </a:p>
        </p:txBody>
      </p:sp>
      <p:sp>
        <p:nvSpPr>
          <p:cNvPr id="117" name="Round Diagonal Corner of Rectangle 116">
            <a:extLst>
              <a:ext uri="{FF2B5EF4-FFF2-40B4-BE49-F238E27FC236}">
                <a16:creationId xmlns:a16="http://schemas.microsoft.com/office/drawing/2014/main" id="{F503644C-5F84-5A8A-6F05-F748906D4C44}"/>
              </a:ext>
            </a:extLst>
          </p:cNvPr>
          <p:cNvSpPr/>
          <p:nvPr/>
        </p:nvSpPr>
        <p:spPr>
          <a:xfrm>
            <a:off x="8227245" y="4129110"/>
            <a:ext cx="2550784" cy="1697431"/>
          </a:xfrm>
          <a:prstGeom prst="round2DiagRect">
            <a:avLst>
              <a:gd name="adj1" fmla="val 50000"/>
              <a:gd name="adj2" fmla="val 0"/>
            </a:avLst>
          </a:prstGeom>
          <a:solidFill>
            <a:srgbClr val="F3F3F5">
              <a:lumMod val="90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118" name="TextBox 117">
            <a:extLst>
              <a:ext uri="{FF2B5EF4-FFF2-40B4-BE49-F238E27FC236}">
                <a16:creationId xmlns:a16="http://schemas.microsoft.com/office/drawing/2014/main" id="{C2BBDF66-D7DC-F88F-23ED-07F8B705E87A}"/>
              </a:ext>
            </a:extLst>
          </p:cNvPr>
          <p:cNvSpPr txBox="1"/>
          <p:nvPr/>
        </p:nvSpPr>
        <p:spPr>
          <a:xfrm>
            <a:off x="8315775" y="4594730"/>
            <a:ext cx="2548857" cy="1200329"/>
          </a:xfrm>
          <a:prstGeom prst="rect">
            <a:avLst/>
          </a:prstGeom>
          <a:noFill/>
        </p:spPr>
        <p:txBody>
          <a:bodyPr wrap="square">
            <a:spAutoFit/>
          </a:bodyPr>
          <a:lstStyle/>
          <a:p>
            <a:pPr>
              <a:defRPr/>
            </a:pPr>
            <a:r>
              <a:rPr lang="en-IN" sz="1200" kern="0">
                <a:solidFill>
                  <a:srgbClr val="1A2746"/>
                </a:solidFill>
              </a:rPr>
              <a:t>Establishing a declarative, standardized blueprint to expose modular, secure, and interoperable interfaces for managing AI-native applications within the ODA Canvas. </a:t>
            </a:r>
            <a:endParaRPr lang="en-US" sz="1200" kern="0">
              <a:solidFill>
                <a:srgbClr val="1A2746"/>
              </a:solidFill>
            </a:endParaRPr>
          </a:p>
        </p:txBody>
      </p:sp>
      <p:sp>
        <p:nvSpPr>
          <p:cNvPr id="119" name="TextBox 118">
            <a:extLst>
              <a:ext uri="{FF2B5EF4-FFF2-40B4-BE49-F238E27FC236}">
                <a16:creationId xmlns:a16="http://schemas.microsoft.com/office/drawing/2014/main" id="{EEB48216-5317-E97A-78A8-CF2DA87B3B5A}"/>
              </a:ext>
            </a:extLst>
          </p:cNvPr>
          <p:cNvSpPr txBox="1"/>
          <p:nvPr/>
        </p:nvSpPr>
        <p:spPr>
          <a:xfrm>
            <a:off x="8574024" y="4242409"/>
            <a:ext cx="3735373" cy="33855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1A2746"/>
                </a:solidFill>
                <a:effectLst/>
                <a:uLnTx/>
                <a:uFillTx/>
              </a:rPr>
              <a:t>AI Native ODA</a:t>
            </a:r>
            <a:endParaRPr kumimoji="0" lang="en-US" sz="1600" b="1" i="0" u="none" strike="noStrike" kern="0" cap="none" spc="0" normalizeH="0" baseline="0" noProof="0">
              <a:ln>
                <a:noFill/>
              </a:ln>
              <a:solidFill>
                <a:srgbClr val="1A2746"/>
              </a:solidFill>
              <a:effectLst/>
              <a:uLnTx/>
              <a:uFillTx/>
            </a:endParaRPr>
          </a:p>
        </p:txBody>
      </p:sp>
      <p:pic>
        <p:nvPicPr>
          <p:cNvPr id="8" name="Picture 7">
            <a:extLst>
              <a:ext uri="{FF2B5EF4-FFF2-40B4-BE49-F238E27FC236}">
                <a16:creationId xmlns:a16="http://schemas.microsoft.com/office/drawing/2014/main" id="{32DC3F0F-87E1-65AB-617C-FB2068AC6CB5}"/>
              </a:ext>
            </a:extLst>
          </p:cNvPr>
          <p:cNvPicPr>
            <a:picLocks noChangeAspect="1"/>
          </p:cNvPicPr>
          <p:nvPr/>
        </p:nvPicPr>
        <p:blipFill>
          <a:blip r:embed="rId10"/>
          <a:srcRect l="12510" t="55246"/>
          <a:stretch>
            <a:fillRect/>
          </a:stretch>
        </p:blipFill>
        <p:spPr>
          <a:xfrm>
            <a:off x="10778029" y="6427892"/>
            <a:ext cx="687640" cy="335802"/>
          </a:xfrm>
          <a:prstGeom prst="rect">
            <a:avLst/>
          </a:prstGeom>
        </p:spPr>
      </p:pic>
    </p:spTree>
    <p:extLst>
      <p:ext uri="{BB962C8B-B14F-4D97-AF65-F5344CB8AC3E}">
        <p14:creationId xmlns:p14="http://schemas.microsoft.com/office/powerpoint/2010/main" val="3916458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C6A583-8301-8C8C-47B8-2246DDE0753A}"/>
              </a:ext>
            </a:extLst>
          </p:cNvPr>
          <p:cNvSpPr>
            <a:spLocks noGrp="1"/>
          </p:cNvSpPr>
          <p:nvPr>
            <p:ph type="body" sz="quarter" idx="13"/>
          </p:nvPr>
        </p:nvSpPr>
        <p:spPr/>
        <p:txBody>
          <a:bodyPr/>
          <a:lstStyle/>
          <a:p>
            <a:r>
              <a:rPr lang="en-US">
                <a:latin typeface="Arial"/>
                <a:cs typeface="Arial"/>
              </a:rPr>
              <a:t>ODA</a:t>
            </a:r>
            <a:r>
              <a:rPr lang="en-US">
                <a:solidFill>
                  <a:srgbClr val="FFFFFF"/>
                </a:solidFill>
                <a:latin typeface="Arial"/>
                <a:cs typeface="Arial"/>
              </a:rPr>
              <a:t> Canvas – Benefits</a:t>
            </a:r>
            <a:endParaRPr lang="en-US"/>
          </a:p>
        </p:txBody>
      </p:sp>
      <p:sp>
        <p:nvSpPr>
          <p:cNvPr id="7" name="Slide Number Placeholder 3">
            <a:extLst>
              <a:ext uri="{FF2B5EF4-FFF2-40B4-BE49-F238E27FC236}">
                <a16:creationId xmlns:a16="http://schemas.microsoft.com/office/drawing/2014/main" id="{87CEC087-EC1E-8AE7-A00A-84A0CD4BFA1B}"/>
              </a:ext>
            </a:extLst>
          </p:cNvPr>
          <p:cNvSpPr>
            <a:spLocks noGrp="1"/>
          </p:cNvSpPr>
          <p:nvPr>
            <p:ph type="sldNum" sz="quarter" idx="4"/>
          </p:nvPr>
        </p:nvSpPr>
        <p:spPr/>
        <p:txBody>
          <a:bodyPr/>
          <a:lstStyle/>
          <a:p>
            <a:fld id="{7DD8F28C-E404-44CF-9F42-4614D03DA8C2}" type="slidenum">
              <a:rPr lang="en-GB" smtClean="0"/>
              <a:t>3</a:t>
            </a:fld>
            <a:endParaRPr lang="en-GB"/>
          </a:p>
        </p:txBody>
      </p:sp>
      <p:sp>
        <p:nvSpPr>
          <p:cNvPr id="4" name="TextBox 3">
            <a:extLst>
              <a:ext uri="{FF2B5EF4-FFF2-40B4-BE49-F238E27FC236}">
                <a16:creationId xmlns:a16="http://schemas.microsoft.com/office/drawing/2014/main" id="{EAE34020-2C77-C0F4-E550-1804B74CA0A3}"/>
              </a:ext>
            </a:extLst>
          </p:cNvPr>
          <p:cNvSpPr txBox="1"/>
          <p:nvPr/>
        </p:nvSpPr>
        <p:spPr>
          <a:xfrm>
            <a:off x="1539739" y="6542305"/>
            <a:ext cx="4556261" cy="307777"/>
          </a:xfrm>
          <a:prstGeom prst="rect">
            <a:avLst/>
          </a:prstGeom>
          <a:noFill/>
        </p:spPr>
        <p:txBody>
          <a:bodyPr wrap="square">
            <a:spAutoFit/>
          </a:bodyPr>
          <a:lstStyle/>
          <a:p>
            <a:r>
              <a:rPr lang="en-US" sz="1400">
                <a:hlinkClick r:id="rId3"/>
              </a:rPr>
              <a:t>https://www.tmforum.org/oda/directory</a:t>
            </a:r>
            <a:r>
              <a:rPr lang="en-US" sz="1400"/>
              <a:t> </a:t>
            </a:r>
          </a:p>
        </p:txBody>
      </p:sp>
      <p:grpSp>
        <p:nvGrpSpPr>
          <p:cNvPr id="112" name="Group 111">
            <a:extLst>
              <a:ext uri="{FF2B5EF4-FFF2-40B4-BE49-F238E27FC236}">
                <a16:creationId xmlns:a16="http://schemas.microsoft.com/office/drawing/2014/main" id="{4E220852-A781-AB90-0BB9-2814E64FB174}"/>
              </a:ext>
            </a:extLst>
          </p:cNvPr>
          <p:cNvGrpSpPr/>
          <p:nvPr/>
        </p:nvGrpSpPr>
        <p:grpSpPr>
          <a:xfrm>
            <a:off x="3216677" y="2826078"/>
            <a:ext cx="4446910" cy="2180832"/>
            <a:chOff x="3216677" y="2610924"/>
            <a:chExt cx="4446910" cy="2180832"/>
          </a:xfrm>
        </p:grpSpPr>
        <p:grpSp>
          <p:nvGrpSpPr>
            <p:cNvPr id="105" name="Group 104">
              <a:extLst>
                <a:ext uri="{FF2B5EF4-FFF2-40B4-BE49-F238E27FC236}">
                  <a16:creationId xmlns:a16="http://schemas.microsoft.com/office/drawing/2014/main" id="{5B922B87-C833-CA7B-5137-A93707FBE432}"/>
                </a:ext>
              </a:extLst>
            </p:cNvPr>
            <p:cNvGrpSpPr/>
            <p:nvPr/>
          </p:nvGrpSpPr>
          <p:grpSpPr>
            <a:xfrm>
              <a:off x="4130756" y="2610924"/>
              <a:ext cx="3532831" cy="2180832"/>
              <a:chOff x="4130756" y="2632442"/>
              <a:chExt cx="3532831" cy="2180832"/>
            </a:xfrm>
          </p:grpSpPr>
          <p:pic>
            <p:nvPicPr>
              <p:cNvPr id="77" name="Picture 76" descr="A close-up of a card&#10;&#10;Description automatically generated with low confidence">
                <a:extLst>
                  <a:ext uri="{FF2B5EF4-FFF2-40B4-BE49-F238E27FC236}">
                    <a16:creationId xmlns:a16="http://schemas.microsoft.com/office/drawing/2014/main" id="{539F896C-EE01-C2E9-82F6-955F9C740547}"/>
                  </a:ext>
                </a:extLst>
              </p:cNvPr>
              <p:cNvPicPr>
                <a:picLocks noChangeAspect="1"/>
              </p:cNvPicPr>
              <p:nvPr/>
            </p:nvPicPr>
            <p:blipFill>
              <a:blip r:embed="rId4"/>
              <a:stretch>
                <a:fillRect/>
              </a:stretch>
            </p:blipFill>
            <p:spPr>
              <a:xfrm>
                <a:off x="4130756" y="2954860"/>
                <a:ext cx="3532831" cy="1858414"/>
              </a:xfrm>
              <a:prstGeom prst="rect">
                <a:avLst/>
              </a:prstGeom>
            </p:spPr>
          </p:pic>
          <p:pic>
            <p:nvPicPr>
              <p:cNvPr id="103" name="Picture 102">
                <a:extLst>
                  <a:ext uri="{FF2B5EF4-FFF2-40B4-BE49-F238E27FC236}">
                    <a16:creationId xmlns:a16="http://schemas.microsoft.com/office/drawing/2014/main" id="{0C120E3C-ADB5-9233-F391-93A304BB869D}"/>
                  </a:ext>
                </a:extLst>
              </p:cNvPr>
              <p:cNvPicPr>
                <a:picLocks noChangeAspect="1"/>
              </p:cNvPicPr>
              <p:nvPr/>
            </p:nvPicPr>
            <p:blipFill>
              <a:blip r:embed="rId5"/>
              <a:stretch>
                <a:fillRect/>
              </a:stretch>
            </p:blipFill>
            <p:spPr>
              <a:xfrm>
                <a:off x="5123668" y="2632442"/>
                <a:ext cx="1591194" cy="1593116"/>
              </a:xfrm>
              <a:prstGeom prst="rect">
                <a:avLst/>
              </a:prstGeom>
              <a:scene3d>
                <a:camera prst="isometricTopUp"/>
                <a:lightRig rig="threePt" dir="t"/>
              </a:scene3d>
            </p:spPr>
          </p:pic>
        </p:grpSp>
        <p:sp>
          <p:nvSpPr>
            <p:cNvPr id="104" name="TextBox 103">
              <a:extLst>
                <a:ext uri="{FF2B5EF4-FFF2-40B4-BE49-F238E27FC236}">
                  <a16:creationId xmlns:a16="http://schemas.microsoft.com/office/drawing/2014/main" id="{C39B2E71-05F4-68F2-F8A8-09CF7861DE9A}"/>
                </a:ext>
              </a:extLst>
            </p:cNvPr>
            <p:cNvSpPr txBox="1"/>
            <p:nvPr/>
          </p:nvSpPr>
          <p:spPr>
            <a:xfrm>
              <a:off x="3216677" y="3575702"/>
              <a:ext cx="3275860" cy="750337"/>
            </a:xfrm>
            <a:prstGeom prst="rect">
              <a:avLst/>
            </a:prstGeom>
            <a:gradFill flip="none" rotWithShape="1">
              <a:gsLst>
                <a:gs pos="0">
                  <a:srgbClr val="9B9B9B"/>
                </a:gs>
                <a:gs pos="100000">
                  <a:srgbClr val="D6D6D6"/>
                </a:gs>
              </a:gsLst>
              <a:lin ang="16200000" scaled="1"/>
              <a:tileRect/>
            </a:gradFill>
            <a:effectLst>
              <a:softEdge rad="63500"/>
            </a:effectLst>
            <a:scene3d>
              <a:camera prst="perspectiveContrastingLeftFacing" fov="4800000">
                <a:rot lat="780000" lon="3547777" rev="21556433"/>
              </a:camera>
              <a:lightRig rig="threePt" dir="t"/>
            </a:scene3d>
          </p:spPr>
          <p:txBody>
            <a:bodyPr wrap="square" rtlCol="0" anchor="ctr" anchorCtr="0">
              <a:noAutofit/>
            </a:bodyPr>
            <a:lstStyle/>
            <a:p>
              <a:pPr algn="ctr"/>
              <a:r>
                <a:rPr lang="en-GB" b="1">
                  <a:solidFill>
                    <a:srgbClr val="1A2746"/>
                  </a:solidFill>
                </a:rPr>
                <a:t>         ODA Canvas   </a:t>
              </a:r>
            </a:p>
          </p:txBody>
        </p:sp>
      </p:grpSp>
      <p:sp>
        <p:nvSpPr>
          <p:cNvPr id="106" name="TextBox 105">
            <a:extLst>
              <a:ext uri="{FF2B5EF4-FFF2-40B4-BE49-F238E27FC236}">
                <a16:creationId xmlns:a16="http://schemas.microsoft.com/office/drawing/2014/main" id="{8E726779-3B2D-2E1B-5117-FEB1D481E283}"/>
              </a:ext>
            </a:extLst>
          </p:cNvPr>
          <p:cNvSpPr txBox="1"/>
          <p:nvPr/>
        </p:nvSpPr>
        <p:spPr>
          <a:xfrm>
            <a:off x="419548" y="1933463"/>
            <a:ext cx="4292301" cy="1200329"/>
          </a:xfrm>
          <a:prstGeom prst="rect">
            <a:avLst/>
          </a:prstGeom>
          <a:noFill/>
        </p:spPr>
        <p:txBody>
          <a:bodyPr wrap="square" rtlCol="0">
            <a:spAutoFit/>
          </a:bodyPr>
          <a:lstStyle/>
          <a:p>
            <a:r>
              <a:rPr lang="en-GB" b="1"/>
              <a:t>Customer Experience </a:t>
            </a:r>
            <a:r>
              <a:rPr lang="en-GB"/>
              <a:t>through seamless integration and “</a:t>
            </a:r>
            <a:r>
              <a:rPr lang="en-GB" b="1"/>
              <a:t>Zero touch</a:t>
            </a:r>
            <a:r>
              <a:rPr lang="en-GB"/>
              <a:t>, </a:t>
            </a:r>
            <a:r>
              <a:rPr lang="en-GB" b="1"/>
              <a:t>Zero wait </a:t>
            </a:r>
            <a:r>
              <a:rPr lang="en-GB"/>
              <a:t>and </a:t>
            </a:r>
            <a:r>
              <a:rPr lang="en-GB" b="1"/>
              <a:t>Zero trouble</a:t>
            </a:r>
            <a:r>
              <a:rPr lang="en-GB"/>
              <a:t>” operations. </a:t>
            </a:r>
          </a:p>
        </p:txBody>
      </p:sp>
      <p:sp>
        <p:nvSpPr>
          <p:cNvPr id="107" name="TextBox 106">
            <a:extLst>
              <a:ext uri="{FF2B5EF4-FFF2-40B4-BE49-F238E27FC236}">
                <a16:creationId xmlns:a16="http://schemas.microsoft.com/office/drawing/2014/main" id="{1212B57E-31BB-4CC8-F10C-3988E354339F}"/>
              </a:ext>
            </a:extLst>
          </p:cNvPr>
          <p:cNvSpPr txBox="1"/>
          <p:nvPr/>
        </p:nvSpPr>
        <p:spPr>
          <a:xfrm>
            <a:off x="386963" y="3350705"/>
            <a:ext cx="3532831" cy="1200329"/>
          </a:xfrm>
          <a:prstGeom prst="rect">
            <a:avLst/>
          </a:prstGeom>
          <a:noFill/>
        </p:spPr>
        <p:txBody>
          <a:bodyPr wrap="square" rtlCol="0">
            <a:spAutoFit/>
          </a:bodyPr>
          <a:lstStyle/>
          <a:p>
            <a:r>
              <a:rPr lang="en-GB" b="1"/>
              <a:t>Simplicity - </a:t>
            </a:r>
            <a:r>
              <a:rPr lang="en-US"/>
              <a:t>from hundreds of operations teams managing vertically integrated applications to a single SRE team.</a:t>
            </a:r>
            <a:endParaRPr lang="en-GB"/>
          </a:p>
        </p:txBody>
      </p:sp>
      <p:sp>
        <p:nvSpPr>
          <p:cNvPr id="108" name="TextBox 107">
            <a:extLst>
              <a:ext uri="{FF2B5EF4-FFF2-40B4-BE49-F238E27FC236}">
                <a16:creationId xmlns:a16="http://schemas.microsoft.com/office/drawing/2014/main" id="{242496A1-9BC9-1107-0380-04B9D6AE062C}"/>
              </a:ext>
            </a:extLst>
          </p:cNvPr>
          <p:cNvSpPr txBox="1"/>
          <p:nvPr/>
        </p:nvSpPr>
        <p:spPr>
          <a:xfrm>
            <a:off x="413030" y="4985374"/>
            <a:ext cx="4704120" cy="923330"/>
          </a:xfrm>
          <a:prstGeom prst="rect">
            <a:avLst/>
          </a:prstGeom>
          <a:noFill/>
        </p:spPr>
        <p:txBody>
          <a:bodyPr wrap="square" rtlCol="0">
            <a:spAutoFit/>
          </a:bodyPr>
          <a:lstStyle/>
          <a:p>
            <a:r>
              <a:rPr lang="en-GB" b="1"/>
              <a:t>Innovation </a:t>
            </a:r>
            <a:r>
              <a:rPr lang="en-US"/>
              <a:t>through agility and accelerated adoption of new technology opportunities (e.g. </a:t>
            </a:r>
            <a:r>
              <a:rPr lang="en-US" b="1"/>
              <a:t>AI-Native</a:t>
            </a:r>
            <a:r>
              <a:rPr lang="en-US"/>
              <a:t>) driving industry </a:t>
            </a:r>
            <a:r>
              <a:rPr lang="en-US" b="1"/>
              <a:t>growth</a:t>
            </a:r>
            <a:r>
              <a:rPr lang="en-US"/>
              <a:t>.</a:t>
            </a:r>
            <a:endParaRPr lang="en-GB"/>
          </a:p>
        </p:txBody>
      </p:sp>
      <p:sp>
        <p:nvSpPr>
          <p:cNvPr id="109" name="TextBox 108">
            <a:extLst>
              <a:ext uri="{FF2B5EF4-FFF2-40B4-BE49-F238E27FC236}">
                <a16:creationId xmlns:a16="http://schemas.microsoft.com/office/drawing/2014/main" id="{9BE4B53D-9638-4D87-307C-A0CC0107E852}"/>
              </a:ext>
            </a:extLst>
          </p:cNvPr>
          <p:cNvSpPr txBox="1"/>
          <p:nvPr/>
        </p:nvSpPr>
        <p:spPr>
          <a:xfrm>
            <a:off x="6863379" y="1898273"/>
            <a:ext cx="4991547" cy="923330"/>
          </a:xfrm>
          <a:prstGeom prst="rect">
            <a:avLst/>
          </a:prstGeom>
          <a:noFill/>
        </p:spPr>
        <p:txBody>
          <a:bodyPr wrap="square" rtlCol="0">
            <a:spAutoFit/>
          </a:bodyPr>
          <a:lstStyle/>
          <a:p>
            <a:r>
              <a:rPr lang="en-GB" b="1"/>
              <a:t>Operational Efficiency </a:t>
            </a:r>
            <a:r>
              <a:rPr lang="en-GB"/>
              <a:t>and </a:t>
            </a:r>
            <a:r>
              <a:rPr lang="en-GB" b="1"/>
              <a:t>Agility </a:t>
            </a:r>
            <a:r>
              <a:rPr lang="en-GB"/>
              <a:t>through automation. </a:t>
            </a:r>
            <a:r>
              <a:rPr lang="en-US"/>
              <a:t>Integration of telco software moves from a manual project to full automation. </a:t>
            </a:r>
            <a:endParaRPr lang="en-GB"/>
          </a:p>
        </p:txBody>
      </p:sp>
      <p:sp>
        <p:nvSpPr>
          <p:cNvPr id="110" name="TextBox 109">
            <a:extLst>
              <a:ext uri="{FF2B5EF4-FFF2-40B4-BE49-F238E27FC236}">
                <a16:creationId xmlns:a16="http://schemas.microsoft.com/office/drawing/2014/main" id="{01FAB754-72BB-7B51-E7FA-F3714FE9759B}"/>
              </a:ext>
            </a:extLst>
          </p:cNvPr>
          <p:cNvSpPr txBox="1"/>
          <p:nvPr/>
        </p:nvSpPr>
        <p:spPr>
          <a:xfrm>
            <a:off x="8168641" y="3283902"/>
            <a:ext cx="3604560" cy="1200329"/>
          </a:xfrm>
          <a:prstGeom prst="rect">
            <a:avLst/>
          </a:prstGeom>
          <a:noFill/>
        </p:spPr>
        <p:txBody>
          <a:bodyPr wrap="square" rtlCol="0">
            <a:spAutoFit/>
          </a:bodyPr>
          <a:lstStyle/>
          <a:p>
            <a:r>
              <a:rPr lang="en-GB" b="1"/>
              <a:t>Security </a:t>
            </a:r>
            <a:r>
              <a:rPr lang="en-US"/>
              <a:t>- core architecture implements Zero Trust. Reduced variance and greater collaboration on risk management.</a:t>
            </a:r>
            <a:endParaRPr lang="en-GB"/>
          </a:p>
        </p:txBody>
      </p:sp>
      <p:sp>
        <p:nvSpPr>
          <p:cNvPr id="111" name="TextBox 110">
            <a:extLst>
              <a:ext uri="{FF2B5EF4-FFF2-40B4-BE49-F238E27FC236}">
                <a16:creationId xmlns:a16="http://schemas.microsoft.com/office/drawing/2014/main" id="{0763648C-E1BA-9FB4-EB31-F97F1565F977}"/>
              </a:ext>
            </a:extLst>
          </p:cNvPr>
          <p:cNvSpPr txBox="1"/>
          <p:nvPr/>
        </p:nvSpPr>
        <p:spPr>
          <a:xfrm>
            <a:off x="7850053" y="4985374"/>
            <a:ext cx="3872754" cy="1200329"/>
          </a:xfrm>
          <a:prstGeom prst="rect">
            <a:avLst/>
          </a:prstGeom>
          <a:noFill/>
        </p:spPr>
        <p:txBody>
          <a:bodyPr wrap="square" rtlCol="0">
            <a:spAutoFit/>
          </a:bodyPr>
          <a:lstStyle/>
          <a:p>
            <a:r>
              <a:rPr lang="en-US" b="1"/>
              <a:t>Technical Debt </a:t>
            </a:r>
            <a:r>
              <a:rPr lang="en-US"/>
              <a:t>- Continuous upgrade of software systems through decoupled and modular interface contracts</a:t>
            </a:r>
            <a:endParaRPr lang="en-GB"/>
          </a:p>
        </p:txBody>
      </p:sp>
      <p:sp>
        <p:nvSpPr>
          <p:cNvPr id="113" name="TextBox 112">
            <a:extLst>
              <a:ext uri="{FF2B5EF4-FFF2-40B4-BE49-F238E27FC236}">
                <a16:creationId xmlns:a16="http://schemas.microsoft.com/office/drawing/2014/main" id="{258300A8-0EA0-CCF4-DD9A-3F05F68566EC}"/>
              </a:ext>
            </a:extLst>
          </p:cNvPr>
          <p:cNvSpPr txBox="1"/>
          <p:nvPr/>
        </p:nvSpPr>
        <p:spPr>
          <a:xfrm>
            <a:off x="3121250" y="949296"/>
            <a:ext cx="5551841" cy="707886"/>
          </a:xfrm>
          <a:prstGeom prst="rect">
            <a:avLst/>
          </a:prstGeom>
          <a:noFill/>
        </p:spPr>
        <p:txBody>
          <a:bodyPr wrap="none" rtlCol="0">
            <a:spAutoFit/>
          </a:bodyPr>
          <a:lstStyle/>
          <a:p>
            <a:pPr algn="ctr"/>
            <a:r>
              <a:rPr lang="en-GB" sz="2000" b="1">
                <a:solidFill>
                  <a:srgbClr val="DB0B33"/>
                </a:solidFill>
              </a:rPr>
              <a:t>10x efficiency and agility improvements</a:t>
            </a:r>
          </a:p>
          <a:p>
            <a:pPr algn="ctr"/>
            <a:r>
              <a:rPr lang="en-GB" sz="2000" b="1">
                <a:solidFill>
                  <a:srgbClr val="DB0B33"/>
                </a:solidFill>
              </a:rPr>
              <a:t>Accelerate transformation to AI Native Telco</a:t>
            </a:r>
          </a:p>
        </p:txBody>
      </p:sp>
      <p:pic>
        <p:nvPicPr>
          <p:cNvPr id="6" name="Picture 5">
            <a:extLst>
              <a:ext uri="{FF2B5EF4-FFF2-40B4-BE49-F238E27FC236}">
                <a16:creationId xmlns:a16="http://schemas.microsoft.com/office/drawing/2014/main" id="{19E948C3-5E1A-8C70-9A76-E16D892455F3}"/>
              </a:ext>
            </a:extLst>
          </p:cNvPr>
          <p:cNvPicPr>
            <a:picLocks noChangeAspect="1"/>
          </p:cNvPicPr>
          <p:nvPr/>
        </p:nvPicPr>
        <p:blipFill>
          <a:blip r:embed="rId6"/>
          <a:srcRect l="12510" t="55246"/>
          <a:stretch>
            <a:fillRect/>
          </a:stretch>
        </p:blipFill>
        <p:spPr>
          <a:xfrm>
            <a:off x="10778029" y="6427892"/>
            <a:ext cx="687640" cy="335802"/>
          </a:xfrm>
          <a:prstGeom prst="rect">
            <a:avLst/>
          </a:prstGeom>
        </p:spPr>
      </p:pic>
    </p:spTree>
    <p:extLst>
      <p:ext uri="{BB962C8B-B14F-4D97-AF65-F5344CB8AC3E}">
        <p14:creationId xmlns:p14="http://schemas.microsoft.com/office/powerpoint/2010/main" val="3973213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7884CBDE-1F05-4784-8779-2FE290BB32B4}"/>
              </a:ext>
            </a:extLst>
          </p:cNvPr>
          <p:cNvSpPr txBox="1"/>
          <p:nvPr/>
        </p:nvSpPr>
        <p:spPr>
          <a:xfrm>
            <a:off x="134312" y="1591464"/>
            <a:ext cx="11923376" cy="4093428"/>
          </a:xfrm>
          <a:prstGeom prst="rect">
            <a:avLst/>
          </a:prstGeom>
          <a:noFill/>
        </p:spPr>
        <p:txBody>
          <a:bodyPr wrap="square">
            <a:spAutoFit/>
          </a:bodyPr>
          <a:lstStyle/>
          <a:p>
            <a:pPr marL="457189" indent="-457189" fontAlgn="base">
              <a:spcAft>
                <a:spcPts val="800"/>
              </a:spcAft>
              <a:buFont typeface="+mj-lt"/>
              <a:buAutoNum type="arabicPeriod"/>
            </a:pPr>
            <a:r>
              <a:rPr lang="en-GB" sz="2400" dirty="0">
                <a:solidFill>
                  <a:srgbClr val="0D2548"/>
                </a:solidFill>
                <a:latin typeface="inherit"/>
              </a:rPr>
              <a:t>A set of Open Digital Architecture Golden Rules – design principles for the design of modular, reusable technology capabilities;</a:t>
            </a:r>
          </a:p>
          <a:p>
            <a:pPr marL="457189" indent="-457189" fontAlgn="base">
              <a:spcAft>
                <a:spcPts val="800"/>
              </a:spcAft>
              <a:buFont typeface="+mj-lt"/>
              <a:buAutoNum type="arabicPeriod"/>
            </a:pPr>
            <a:r>
              <a:rPr lang="en-GB" sz="2400" dirty="0">
                <a:solidFill>
                  <a:srgbClr val="0D2548"/>
                </a:solidFill>
                <a:latin typeface="inherit"/>
              </a:rPr>
              <a:t> A common taxonomy and definition of Open Digital Architecture Components – the boundaries, capabilities and ‘minimum viable’ functional and non-functional capabilities and APIs required;</a:t>
            </a:r>
          </a:p>
          <a:p>
            <a:pPr marL="457189" indent="-457189" fontAlgn="base">
              <a:spcAft>
                <a:spcPts val="800"/>
              </a:spcAft>
              <a:buFont typeface="+mj-lt"/>
              <a:buAutoNum type="arabicPeriod"/>
            </a:pPr>
            <a:r>
              <a:rPr lang="en-US" sz="2400" dirty="0">
                <a:solidFill>
                  <a:srgbClr val="0D2548"/>
                </a:solidFill>
                <a:latin typeface="inherit"/>
              </a:rPr>
              <a:t>A standardized execution environment for ODA Components (the ODA Canvas), with an open source reference implementation, to simplify the lifecycle management of software and the execution of core business processes;</a:t>
            </a:r>
          </a:p>
          <a:p>
            <a:pPr marL="457189" indent="-457189" fontAlgn="base">
              <a:spcAft>
                <a:spcPts val="800"/>
              </a:spcAft>
              <a:buFont typeface="+mj-lt"/>
              <a:buAutoNum type="arabicPeriod"/>
            </a:pPr>
            <a:r>
              <a:rPr lang="en-US" sz="2400" dirty="0">
                <a:solidFill>
                  <a:srgbClr val="0D2548"/>
                </a:solidFill>
                <a:latin typeface="inherit"/>
              </a:rPr>
              <a:t>Open Digital Architecture reference implementations and Conformance Test Kits to enable zero-touch interoperability between ODA Components from different suppliers.</a:t>
            </a:r>
            <a:endParaRPr lang="en-GB" sz="2400" dirty="0">
              <a:solidFill>
                <a:srgbClr val="0D2548"/>
              </a:solidFill>
              <a:latin typeface="inherit"/>
            </a:endParaRPr>
          </a:p>
        </p:txBody>
      </p:sp>
      <p:grpSp>
        <p:nvGrpSpPr>
          <p:cNvPr id="5" name="Group 4">
            <a:extLst>
              <a:ext uri="{FF2B5EF4-FFF2-40B4-BE49-F238E27FC236}">
                <a16:creationId xmlns:a16="http://schemas.microsoft.com/office/drawing/2014/main" id="{42D78D5B-FEB9-4CD8-B652-647613C49FCC}"/>
              </a:ext>
            </a:extLst>
          </p:cNvPr>
          <p:cNvGrpSpPr/>
          <p:nvPr/>
        </p:nvGrpSpPr>
        <p:grpSpPr>
          <a:xfrm>
            <a:off x="-2" y="0"/>
            <a:ext cx="12192001" cy="6857410"/>
            <a:chOff x="15183643" y="-314245"/>
            <a:chExt cx="9144000" cy="5143058"/>
          </a:xfrm>
        </p:grpSpPr>
        <p:sp>
          <p:nvSpPr>
            <p:cNvPr id="4" name="Rectangle 3">
              <a:extLst>
                <a:ext uri="{FF2B5EF4-FFF2-40B4-BE49-F238E27FC236}">
                  <a16:creationId xmlns:a16="http://schemas.microsoft.com/office/drawing/2014/main" id="{E31AA3FF-4087-458F-AD25-299754A1DCB4}"/>
                </a:ext>
              </a:extLst>
            </p:cNvPr>
            <p:cNvSpPr/>
            <p:nvPr/>
          </p:nvSpPr>
          <p:spPr>
            <a:xfrm>
              <a:off x="15183643" y="-314245"/>
              <a:ext cx="9144000" cy="5143058"/>
            </a:xfrm>
            <a:prstGeom prst="rect">
              <a:avLst/>
            </a:prstGeom>
            <a:solidFill>
              <a:srgbClr val="FFFFFF">
                <a:alpha val="45882"/>
              </a:srgbClr>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8467" tIns="8467" rIns="8467" bIns="8467" numCol="1" spcCol="1270" rtlCol="0" anchor="ctr" anchorCtr="0">
              <a:noAutofit/>
            </a:bodyPr>
            <a:lstStyle/>
            <a:p>
              <a:pPr algn="ctr" defTabSz="592652">
                <a:lnSpc>
                  <a:spcPct val="90000"/>
                </a:lnSpc>
                <a:spcBef>
                  <a:spcPct val="0"/>
                </a:spcBef>
                <a:spcAft>
                  <a:spcPct val="35000"/>
                </a:spcAft>
              </a:pPr>
              <a:endParaRPr lang="en-GB" sz="1333">
                <a:solidFill>
                  <a:srgbClr val="34342B"/>
                </a:solidFill>
                <a:latin typeface="Vodafone Rg" pitchFamily="34" charset="0"/>
              </a:endParaRPr>
            </a:p>
          </p:txBody>
        </p:sp>
        <p:sp>
          <p:nvSpPr>
            <p:cNvPr id="3" name="TextBox 2">
              <a:extLst>
                <a:ext uri="{FF2B5EF4-FFF2-40B4-BE49-F238E27FC236}">
                  <a16:creationId xmlns:a16="http://schemas.microsoft.com/office/drawing/2014/main" id="{85D3B3DF-5668-4162-BE9E-17253726ACAE}"/>
                </a:ext>
              </a:extLst>
            </p:cNvPr>
            <p:cNvSpPr txBox="1"/>
            <p:nvPr/>
          </p:nvSpPr>
          <p:spPr>
            <a:xfrm>
              <a:off x="16557393" y="1185069"/>
              <a:ext cx="6014191" cy="2445586"/>
            </a:xfrm>
            <a:prstGeom prst="rect">
              <a:avLst/>
            </a:prstGeom>
            <a:solidFill>
              <a:schemeClr val="bg1"/>
            </a:solidFill>
            <a:ln>
              <a:solidFill>
                <a:schemeClr val="accent1"/>
              </a:solidFill>
            </a:ln>
            <a:effectLst>
              <a:outerShdw blurRad="50800" dist="38100" dir="2700000" algn="tl" rotWithShape="0">
                <a:prstClr val="black">
                  <a:alpha val="40000"/>
                </a:prstClr>
              </a:outerShdw>
            </a:effectLst>
          </p:spPr>
          <p:txBody>
            <a:bodyPr wrap="square" lIns="192000" tIns="192000" rIns="192000" bIns="192000" rtlCol="0">
              <a:spAutoFit/>
            </a:bodyPr>
            <a:lstStyle/>
            <a:p>
              <a:r>
                <a:rPr lang="en-GB" sz="2667">
                  <a:latin typeface="Vodafone Rg" pitchFamily="34" charset="0"/>
                </a:rPr>
                <a:t>The 1</a:t>
              </a:r>
              <a:r>
                <a:rPr lang="en-GB" sz="2667" baseline="30000">
                  <a:latin typeface="Vodafone Rg" pitchFamily="34" charset="0"/>
                </a:rPr>
                <a:t>st</a:t>
              </a:r>
              <a:r>
                <a:rPr lang="en-GB" sz="2667">
                  <a:latin typeface="Vodafone Rg" pitchFamily="34" charset="0"/>
                </a:rPr>
                <a:t> Goal is for modular, independently deployable, self-descriptive software components.</a:t>
              </a:r>
            </a:p>
            <a:p>
              <a:endParaRPr lang="en-GB" sz="2667">
                <a:latin typeface="Vodafone Rg" pitchFamily="34" charset="0"/>
              </a:endParaRPr>
            </a:p>
            <a:p>
              <a:r>
                <a:rPr lang="en-GB" sz="2667">
                  <a:latin typeface="Vodafone Rg" pitchFamily="34" charset="0"/>
                </a:rPr>
                <a:t>The 2</a:t>
              </a:r>
              <a:r>
                <a:rPr lang="en-GB" sz="2667" baseline="30000">
                  <a:latin typeface="Vodafone Rg" pitchFamily="34" charset="0"/>
                </a:rPr>
                <a:t>nd</a:t>
              </a:r>
              <a:r>
                <a:rPr lang="en-GB" sz="2667">
                  <a:latin typeface="Vodafone Rg" pitchFamily="34" charset="0"/>
                </a:rPr>
                <a:t> Goal is for a single infrastructure fabric built around open standards, but also including key non-functional services like Security, API Gateway, Service Mesh, Observability, AI Management.</a:t>
              </a:r>
            </a:p>
          </p:txBody>
        </p:sp>
      </p:grpSp>
      <p:pic>
        <p:nvPicPr>
          <p:cNvPr id="12" name="Picture 11">
            <a:extLst>
              <a:ext uri="{FF2B5EF4-FFF2-40B4-BE49-F238E27FC236}">
                <a16:creationId xmlns:a16="http://schemas.microsoft.com/office/drawing/2014/main" id="{AF1DBAAE-2BFF-48D3-830B-17FC0D9362FF}"/>
              </a:ext>
            </a:extLst>
          </p:cNvPr>
          <p:cNvPicPr>
            <a:picLocks noChangeAspect="1"/>
          </p:cNvPicPr>
          <p:nvPr/>
        </p:nvPicPr>
        <p:blipFill>
          <a:blip r:embed="rId3"/>
          <a:stretch>
            <a:fillRect/>
          </a:stretch>
        </p:blipFill>
        <p:spPr>
          <a:xfrm>
            <a:off x="1" y="1"/>
            <a:ext cx="2318657" cy="1350244"/>
          </a:xfrm>
          <a:prstGeom prst="rect">
            <a:avLst/>
          </a:prstGeom>
        </p:spPr>
      </p:pic>
    </p:spTree>
    <p:extLst>
      <p:ext uri="{BB962C8B-B14F-4D97-AF65-F5344CB8AC3E}">
        <p14:creationId xmlns:p14="http://schemas.microsoft.com/office/powerpoint/2010/main" val="3743523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CA1D0-4B3D-61E2-63FA-7F756130BF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F615AA-8CED-8EA4-CBE2-D050280B48E7}"/>
              </a:ext>
            </a:extLst>
          </p:cNvPr>
          <p:cNvSpPr>
            <a:spLocks noGrp="1"/>
          </p:cNvSpPr>
          <p:nvPr>
            <p:ph type="title"/>
          </p:nvPr>
        </p:nvSpPr>
        <p:spPr/>
        <p:txBody>
          <a:bodyPr/>
          <a:lstStyle/>
          <a:p>
            <a:r>
              <a:rPr lang="en-GB" dirty="0"/>
              <a:t>ODA Component YAML definition</a:t>
            </a:r>
          </a:p>
        </p:txBody>
      </p:sp>
      <p:sp>
        <p:nvSpPr>
          <p:cNvPr id="4" name="TextBox 3">
            <a:extLst>
              <a:ext uri="{FF2B5EF4-FFF2-40B4-BE49-F238E27FC236}">
                <a16:creationId xmlns:a16="http://schemas.microsoft.com/office/drawing/2014/main" id="{B57456A5-0707-B341-28C3-592DB1B716EE}"/>
              </a:ext>
            </a:extLst>
          </p:cNvPr>
          <p:cNvSpPr txBox="1"/>
          <p:nvPr/>
        </p:nvSpPr>
        <p:spPr>
          <a:xfrm>
            <a:off x="4397609" y="1148086"/>
            <a:ext cx="6446402" cy="1015663"/>
          </a:xfrm>
          <a:prstGeom prst="rect">
            <a:avLst/>
          </a:prstGeom>
          <a:noFill/>
        </p:spPr>
        <p:txBody>
          <a:bodyPr wrap="square" rtlCol="0">
            <a:spAutoFit/>
          </a:bodyPr>
          <a:lstStyle/>
          <a:p>
            <a:pPr>
              <a:spcBef>
                <a:spcPts val="1200"/>
              </a:spcBef>
            </a:pPr>
            <a:r>
              <a:rPr lang="en-US" sz="2000"/>
              <a:t>Software-defined component. </a:t>
            </a:r>
            <a:r>
              <a:rPr lang="en-US" sz="2000" b="1"/>
              <a:t>Think ‘swagger’ for a component</a:t>
            </a:r>
            <a:r>
              <a:rPr lang="en-US" sz="2000"/>
              <a:t> defining the functional scope, information scope, open-APIs and deployment configuration.</a:t>
            </a:r>
          </a:p>
        </p:txBody>
      </p:sp>
      <p:pic>
        <p:nvPicPr>
          <p:cNvPr id="1026" name="Picture 2" descr="ODA explained: Tools for implementation and deployment">
            <a:extLst>
              <a:ext uri="{FF2B5EF4-FFF2-40B4-BE49-F238E27FC236}">
                <a16:creationId xmlns:a16="http://schemas.microsoft.com/office/drawing/2014/main" id="{99F8488A-8855-E902-11DC-5586645D7A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a:fillRect/>
          </a:stretch>
        </p:blipFill>
        <p:spPr bwMode="auto">
          <a:xfrm>
            <a:off x="260348" y="1857437"/>
            <a:ext cx="3916157" cy="350017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0F1C9F8-5851-3602-D951-4AFD30C40ABD}"/>
              </a:ext>
            </a:extLst>
          </p:cNvPr>
          <p:cNvPicPr>
            <a:picLocks noChangeAspect="1"/>
          </p:cNvPicPr>
          <p:nvPr/>
        </p:nvPicPr>
        <p:blipFill>
          <a:blip r:embed="rId4"/>
          <a:stretch>
            <a:fillRect/>
          </a:stretch>
        </p:blipFill>
        <p:spPr>
          <a:xfrm>
            <a:off x="4760323" y="2711761"/>
            <a:ext cx="4770044" cy="2998153"/>
          </a:xfrm>
          <a:prstGeom prst="rect">
            <a:avLst/>
          </a:prstGeom>
          <a:effectLst>
            <a:outerShdw blurRad="50800" dist="152400" dir="2700000" algn="tl" rotWithShape="0">
              <a:prstClr val="black">
                <a:alpha val="40000"/>
              </a:prstClr>
            </a:outerShdw>
          </a:effectLst>
          <a:scene3d>
            <a:camera prst="perspectiveContrastingLeftFacing">
              <a:rot lat="623785" lon="1200000" rev="21386789"/>
            </a:camera>
            <a:lightRig rig="threePt" dir="t"/>
          </a:scene3d>
        </p:spPr>
      </p:pic>
    </p:spTree>
    <p:extLst>
      <p:ext uri="{BB962C8B-B14F-4D97-AF65-F5344CB8AC3E}">
        <p14:creationId xmlns:p14="http://schemas.microsoft.com/office/powerpoint/2010/main" val="1756700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633AA-3DF9-B2DB-1803-D12AB6FB2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1C2E8F-B829-20E7-765F-E845B5F7CE23}"/>
              </a:ext>
            </a:extLst>
          </p:cNvPr>
          <p:cNvSpPr>
            <a:spLocks noGrp="1"/>
          </p:cNvSpPr>
          <p:nvPr>
            <p:ph type="title"/>
          </p:nvPr>
        </p:nvSpPr>
        <p:spPr/>
        <p:txBody>
          <a:bodyPr/>
          <a:lstStyle/>
          <a:p>
            <a:r>
              <a:rPr lang="en-GB"/>
              <a:t>ODA Component YAML definition</a:t>
            </a:r>
          </a:p>
        </p:txBody>
      </p:sp>
      <p:sp>
        <p:nvSpPr>
          <p:cNvPr id="4" name="TextBox 3">
            <a:extLst>
              <a:ext uri="{FF2B5EF4-FFF2-40B4-BE49-F238E27FC236}">
                <a16:creationId xmlns:a16="http://schemas.microsoft.com/office/drawing/2014/main" id="{374D17DB-0E4C-681A-DC63-79B2084F6E91}"/>
              </a:ext>
            </a:extLst>
          </p:cNvPr>
          <p:cNvSpPr txBox="1"/>
          <p:nvPr/>
        </p:nvSpPr>
        <p:spPr>
          <a:xfrm>
            <a:off x="544154" y="981651"/>
            <a:ext cx="3396781" cy="707886"/>
          </a:xfrm>
          <a:prstGeom prst="rect">
            <a:avLst/>
          </a:prstGeom>
          <a:noFill/>
        </p:spPr>
        <p:txBody>
          <a:bodyPr wrap="square" rtlCol="0">
            <a:spAutoFit/>
          </a:bodyPr>
          <a:lstStyle/>
          <a:p>
            <a:pPr>
              <a:spcBef>
                <a:spcPts val="1200"/>
              </a:spcBef>
            </a:pPr>
            <a:r>
              <a:rPr lang="en-US" sz="2000"/>
              <a:t>Component YAML is an open API v3 schema definition.</a:t>
            </a:r>
            <a:endParaRPr lang="en-GB" sz="2000"/>
          </a:p>
        </p:txBody>
      </p:sp>
      <p:pic>
        <p:nvPicPr>
          <p:cNvPr id="1026" name="Picture 2" descr="ODA explained: Tools for implementation and deployment">
            <a:extLst>
              <a:ext uri="{FF2B5EF4-FFF2-40B4-BE49-F238E27FC236}">
                <a16:creationId xmlns:a16="http://schemas.microsoft.com/office/drawing/2014/main" id="{F6BD4805-07A0-2E4F-0E02-55BB3535ED9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a:fillRect/>
          </a:stretch>
        </p:blipFill>
        <p:spPr bwMode="auto">
          <a:xfrm>
            <a:off x="260348" y="1857437"/>
            <a:ext cx="3916157" cy="3500174"/>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038">
            <a:extLst>
              <a:ext uri="{FF2B5EF4-FFF2-40B4-BE49-F238E27FC236}">
                <a16:creationId xmlns:a16="http://schemas.microsoft.com/office/drawing/2014/main" id="{2D1E7413-919A-273A-5FC2-38B203AA920C}"/>
              </a:ext>
            </a:extLst>
          </p:cNvPr>
          <p:cNvPicPr>
            <a:picLocks noChangeAspect="1"/>
          </p:cNvPicPr>
          <p:nvPr/>
        </p:nvPicPr>
        <p:blipFill>
          <a:blip r:embed="rId4"/>
          <a:stretch>
            <a:fillRect/>
          </a:stretch>
        </p:blipFill>
        <p:spPr>
          <a:xfrm>
            <a:off x="4032237" y="812310"/>
            <a:ext cx="12192000" cy="6045690"/>
          </a:xfrm>
          <a:prstGeom prst="rect">
            <a:avLst/>
          </a:prstGeom>
        </p:spPr>
      </p:pic>
    </p:spTree>
    <p:extLst>
      <p:ext uri="{BB962C8B-B14F-4D97-AF65-F5344CB8AC3E}">
        <p14:creationId xmlns:p14="http://schemas.microsoft.com/office/powerpoint/2010/main" val="1307948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F1D64-5FEA-6AE2-779B-4B845CF193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D1C97C-5591-4BDF-DB15-E036D9D4A943}"/>
              </a:ext>
            </a:extLst>
          </p:cNvPr>
          <p:cNvSpPr>
            <a:spLocks noGrp="1"/>
          </p:cNvSpPr>
          <p:nvPr>
            <p:ph type="title"/>
          </p:nvPr>
        </p:nvSpPr>
        <p:spPr/>
        <p:txBody>
          <a:bodyPr/>
          <a:lstStyle/>
          <a:p>
            <a:r>
              <a:rPr lang="en-GB"/>
              <a:t>ODA Component YAML definition</a:t>
            </a:r>
          </a:p>
        </p:txBody>
      </p:sp>
      <p:pic>
        <p:nvPicPr>
          <p:cNvPr id="1026" name="Picture 2" descr="ODA explained: Tools for implementation and deployment">
            <a:extLst>
              <a:ext uri="{FF2B5EF4-FFF2-40B4-BE49-F238E27FC236}">
                <a16:creationId xmlns:a16="http://schemas.microsoft.com/office/drawing/2014/main" id="{673E8E01-08CC-24BB-E818-3E051794E24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a:fillRect/>
          </a:stretch>
        </p:blipFill>
        <p:spPr bwMode="auto">
          <a:xfrm>
            <a:off x="260348" y="1857437"/>
            <a:ext cx="3916157" cy="3500174"/>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038">
            <a:extLst>
              <a:ext uri="{FF2B5EF4-FFF2-40B4-BE49-F238E27FC236}">
                <a16:creationId xmlns:a16="http://schemas.microsoft.com/office/drawing/2014/main" id="{5C19B473-C29A-63B6-D90F-D36E058AE3DA}"/>
              </a:ext>
            </a:extLst>
          </p:cNvPr>
          <p:cNvPicPr>
            <a:picLocks noChangeAspect="1"/>
          </p:cNvPicPr>
          <p:nvPr/>
        </p:nvPicPr>
        <p:blipFill>
          <a:blip r:embed="rId4"/>
          <a:stretch>
            <a:fillRect/>
          </a:stretch>
        </p:blipFill>
        <p:spPr>
          <a:xfrm>
            <a:off x="4032237" y="812310"/>
            <a:ext cx="12192000" cy="6045690"/>
          </a:xfrm>
          <a:prstGeom prst="rect">
            <a:avLst/>
          </a:prstGeom>
        </p:spPr>
      </p:pic>
      <p:pic>
        <p:nvPicPr>
          <p:cNvPr id="1041" name="Picture 1040">
            <a:extLst>
              <a:ext uri="{FF2B5EF4-FFF2-40B4-BE49-F238E27FC236}">
                <a16:creationId xmlns:a16="http://schemas.microsoft.com/office/drawing/2014/main" id="{FD5EABB2-4E4F-F733-5BA8-D27F979CCC68}"/>
              </a:ext>
            </a:extLst>
          </p:cNvPr>
          <p:cNvPicPr>
            <a:picLocks noChangeAspect="1"/>
          </p:cNvPicPr>
          <p:nvPr/>
        </p:nvPicPr>
        <p:blipFill>
          <a:blip r:embed="rId5"/>
          <a:stretch>
            <a:fillRect/>
          </a:stretch>
        </p:blipFill>
        <p:spPr>
          <a:xfrm>
            <a:off x="4032237" y="812310"/>
            <a:ext cx="12192000" cy="6045690"/>
          </a:xfrm>
          <a:prstGeom prst="rect">
            <a:avLst/>
          </a:prstGeom>
        </p:spPr>
      </p:pic>
      <p:sp>
        <p:nvSpPr>
          <p:cNvPr id="3" name="TextBox 2">
            <a:extLst>
              <a:ext uri="{FF2B5EF4-FFF2-40B4-BE49-F238E27FC236}">
                <a16:creationId xmlns:a16="http://schemas.microsoft.com/office/drawing/2014/main" id="{572FE5D7-AF72-AFB6-11CB-6D75D0269467}"/>
              </a:ext>
            </a:extLst>
          </p:cNvPr>
          <p:cNvSpPr txBox="1"/>
          <p:nvPr/>
        </p:nvSpPr>
        <p:spPr>
          <a:xfrm>
            <a:off x="544154" y="981651"/>
            <a:ext cx="3216477" cy="1015663"/>
          </a:xfrm>
          <a:prstGeom prst="rect">
            <a:avLst/>
          </a:prstGeom>
          <a:noFill/>
        </p:spPr>
        <p:txBody>
          <a:bodyPr wrap="square" rtlCol="0">
            <a:spAutoFit/>
          </a:bodyPr>
          <a:lstStyle/>
          <a:p>
            <a:pPr>
              <a:spcBef>
                <a:spcPts val="1200"/>
              </a:spcBef>
            </a:pPr>
            <a:r>
              <a:rPr lang="en-US" sz="2000"/>
              <a:t>Metadata classifies and provides context for the component.</a:t>
            </a:r>
            <a:endParaRPr lang="en-GB" sz="2000"/>
          </a:p>
        </p:txBody>
      </p:sp>
    </p:spTree>
    <p:extLst>
      <p:ext uri="{BB962C8B-B14F-4D97-AF65-F5344CB8AC3E}">
        <p14:creationId xmlns:p14="http://schemas.microsoft.com/office/powerpoint/2010/main" val="474565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66219-CDF3-4452-989F-814B1A7282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6091F-3184-9DCC-2DDA-AAA7AEFC7D3E}"/>
              </a:ext>
            </a:extLst>
          </p:cNvPr>
          <p:cNvSpPr>
            <a:spLocks noGrp="1"/>
          </p:cNvSpPr>
          <p:nvPr>
            <p:ph type="title"/>
          </p:nvPr>
        </p:nvSpPr>
        <p:spPr/>
        <p:txBody>
          <a:bodyPr/>
          <a:lstStyle/>
          <a:p>
            <a:r>
              <a:rPr lang="en-GB"/>
              <a:t>ODA Component YAML definition</a:t>
            </a:r>
          </a:p>
        </p:txBody>
      </p:sp>
      <p:pic>
        <p:nvPicPr>
          <p:cNvPr id="1026" name="Picture 2" descr="ODA explained: Tools for implementation and deployment">
            <a:extLst>
              <a:ext uri="{FF2B5EF4-FFF2-40B4-BE49-F238E27FC236}">
                <a16:creationId xmlns:a16="http://schemas.microsoft.com/office/drawing/2014/main" id="{40E05BB4-0903-9313-CE46-2B07FA49F79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a:fillRect/>
          </a:stretch>
        </p:blipFill>
        <p:spPr bwMode="auto">
          <a:xfrm>
            <a:off x="260348" y="1857437"/>
            <a:ext cx="3916157" cy="3500174"/>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038">
            <a:extLst>
              <a:ext uri="{FF2B5EF4-FFF2-40B4-BE49-F238E27FC236}">
                <a16:creationId xmlns:a16="http://schemas.microsoft.com/office/drawing/2014/main" id="{5ED297E3-5F4F-A0DF-C64D-C8CAF040A868}"/>
              </a:ext>
            </a:extLst>
          </p:cNvPr>
          <p:cNvPicPr>
            <a:picLocks noChangeAspect="1"/>
          </p:cNvPicPr>
          <p:nvPr/>
        </p:nvPicPr>
        <p:blipFill>
          <a:blip r:embed="rId4"/>
          <a:stretch>
            <a:fillRect/>
          </a:stretch>
        </p:blipFill>
        <p:spPr>
          <a:xfrm>
            <a:off x="4032237" y="812310"/>
            <a:ext cx="12192000" cy="6045690"/>
          </a:xfrm>
          <a:prstGeom prst="rect">
            <a:avLst/>
          </a:prstGeom>
        </p:spPr>
      </p:pic>
    </p:spTree>
    <p:extLst>
      <p:ext uri="{BB962C8B-B14F-4D97-AF65-F5344CB8AC3E}">
        <p14:creationId xmlns:p14="http://schemas.microsoft.com/office/powerpoint/2010/main" val="2965994055"/>
      </p:ext>
    </p:extLst>
  </p:cSld>
  <p:clrMapOvr>
    <a:masterClrMapping/>
  </p:clrMapOvr>
  <mc:AlternateContent xmlns:mc="http://schemas.openxmlformats.org/markup-compatibility/2006" xmlns:p14="http://schemas.microsoft.com/office/powerpoint/2010/main">
    <mc:Choice Requires="p14">
      <p:transition spd="med" p14:dur="700" advClick="0" advTm="1000">
        <p:fade/>
      </p:transition>
    </mc:Choice>
    <mc:Fallback xmlns="">
      <p:transition spd="med" advClick="0" advTm="1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08A99-4782-5BD2-2FC2-C065927824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A33505-0E43-1910-9E39-EAFEC2AFFEF2}"/>
              </a:ext>
            </a:extLst>
          </p:cNvPr>
          <p:cNvSpPr>
            <a:spLocks noGrp="1"/>
          </p:cNvSpPr>
          <p:nvPr>
            <p:ph type="title"/>
          </p:nvPr>
        </p:nvSpPr>
        <p:spPr/>
        <p:txBody>
          <a:bodyPr/>
          <a:lstStyle/>
          <a:p>
            <a:r>
              <a:rPr lang="en-GB"/>
              <a:t>ODA Component YAML definition</a:t>
            </a:r>
          </a:p>
        </p:txBody>
      </p:sp>
      <p:sp>
        <p:nvSpPr>
          <p:cNvPr id="4" name="TextBox 3">
            <a:extLst>
              <a:ext uri="{FF2B5EF4-FFF2-40B4-BE49-F238E27FC236}">
                <a16:creationId xmlns:a16="http://schemas.microsoft.com/office/drawing/2014/main" id="{F89DADE2-28F8-FBC6-E83A-9C68DA77B366}"/>
              </a:ext>
            </a:extLst>
          </p:cNvPr>
          <p:cNvSpPr txBox="1"/>
          <p:nvPr/>
        </p:nvSpPr>
        <p:spPr>
          <a:xfrm>
            <a:off x="544154" y="981651"/>
            <a:ext cx="3216477" cy="1323439"/>
          </a:xfrm>
          <a:prstGeom prst="rect">
            <a:avLst/>
          </a:prstGeom>
          <a:noFill/>
        </p:spPr>
        <p:txBody>
          <a:bodyPr wrap="square" rtlCol="0">
            <a:spAutoFit/>
          </a:bodyPr>
          <a:lstStyle/>
          <a:p>
            <a:pPr>
              <a:spcBef>
                <a:spcPts val="1200"/>
              </a:spcBef>
            </a:pPr>
            <a:r>
              <a:rPr lang="en-US" sz="2000" err="1"/>
              <a:t>CoreFunction</a:t>
            </a:r>
            <a:r>
              <a:rPr lang="en-US" sz="2000"/>
              <a:t> describes the functional integration requirements for the Component.</a:t>
            </a:r>
            <a:endParaRPr lang="en-GB" sz="2000"/>
          </a:p>
        </p:txBody>
      </p:sp>
      <p:pic>
        <p:nvPicPr>
          <p:cNvPr id="1026" name="Picture 2" descr="ODA explained: Tools for implementation and deployment">
            <a:extLst>
              <a:ext uri="{FF2B5EF4-FFF2-40B4-BE49-F238E27FC236}">
                <a16:creationId xmlns:a16="http://schemas.microsoft.com/office/drawing/2014/main" id="{0EFC6352-DBBE-A451-4ADC-288D640284A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a:fillRect/>
          </a:stretch>
        </p:blipFill>
        <p:spPr bwMode="auto">
          <a:xfrm>
            <a:off x="260348" y="1857437"/>
            <a:ext cx="3916157" cy="3500174"/>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038">
            <a:extLst>
              <a:ext uri="{FF2B5EF4-FFF2-40B4-BE49-F238E27FC236}">
                <a16:creationId xmlns:a16="http://schemas.microsoft.com/office/drawing/2014/main" id="{957F6CD4-FF0F-3503-B992-B0EB79305EDC}"/>
              </a:ext>
            </a:extLst>
          </p:cNvPr>
          <p:cNvPicPr>
            <a:picLocks noChangeAspect="1"/>
          </p:cNvPicPr>
          <p:nvPr/>
        </p:nvPicPr>
        <p:blipFill>
          <a:blip r:embed="rId4"/>
          <a:stretch>
            <a:fillRect/>
          </a:stretch>
        </p:blipFill>
        <p:spPr>
          <a:xfrm>
            <a:off x="4032237" y="812310"/>
            <a:ext cx="12192000" cy="6045690"/>
          </a:xfrm>
          <a:prstGeom prst="rect">
            <a:avLst/>
          </a:prstGeom>
        </p:spPr>
      </p:pic>
      <p:pic>
        <p:nvPicPr>
          <p:cNvPr id="1041" name="Picture 1040">
            <a:extLst>
              <a:ext uri="{FF2B5EF4-FFF2-40B4-BE49-F238E27FC236}">
                <a16:creationId xmlns:a16="http://schemas.microsoft.com/office/drawing/2014/main" id="{C265912B-AB69-6526-6CF2-E859514D2B3E}"/>
              </a:ext>
            </a:extLst>
          </p:cNvPr>
          <p:cNvPicPr>
            <a:picLocks noChangeAspect="1"/>
          </p:cNvPicPr>
          <p:nvPr/>
        </p:nvPicPr>
        <p:blipFill>
          <a:blip r:embed="rId5"/>
          <a:stretch>
            <a:fillRect/>
          </a:stretch>
        </p:blipFill>
        <p:spPr>
          <a:xfrm>
            <a:off x="4032237" y="812310"/>
            <a:ext cx="12192000" cy="6045690"/>
          </a:xfrm>
          <a:prstGeom prst="rect">
            <a:avLst/>
          </a:prstGeom>
        </p:spPr>
      </p:pic>
      <p:pic>
        <p:nvPicPr>
          <p:cNvPr id="5" name="Picture 4">
            <a:extLst>
              <a:ext uri="{FF2B5EF4-FFF2-40B4-BE49-F238E27FC236}">
                <a16:creationId xmlns:a16="http://schemas.microsoft.com/office/drawing/2014/main" id="{4D7FAF5C-7ED9-8EBB-ED8B-2EB685364943}"/>
              </a:ext>
            </a:extLst>
          </p:cNvPr>
          <p:cNvPicPr>
            <a:picLocks noChangeAspect="1"/>
          </p:cNvPicPr>
          <p:nvPr/>
        </p:nvPicPr>
        <p:blipFill>
          <a:blip r:embed="rId6"/>
          <a:stretch>
            <a:fillRect/>
          </a:stretch>
        </p:blipFill>
        <p:spPr>
          <a:xfrm>
            <a:off x="4032237" y="812310"/>
            <a:ext cx="12192000" cy="6045690"/>
          </a:xfrm>
          <a:prstGeom prst="rect">
            <a:avLst/>
          </a:prstGeom>
        </p:spPr>
      </p:pic>
    </p:spTree>
    <p:extLst>
      <p:ext uri="{BB962C8B-B14F-4D97-AF65-F5344CB8AC3E}">
        <p14:creationId xmlns:p14="http://schemas.microsoft.com/office/powerpoint/2010/main" val="3212357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9DCA2-E2E2-49EB-41F1-759666466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4548ED-3858-5C08-A7C9-18914BA2770A}"/>
              </a:ext>
            </a:extLst>
          </p:cNvPr>
          <p:cNvSpPr>
            <a:spLocks noGrp="1"/>
          </p:cNvSpPr>
          <p:nvPr>
            <p:ph type="title"/>
          </p:nvPr>
        </p:nvSpPr>
        <p:spPr/>
        <p:txBody>
          <a:bodyPr/>
          <a:lstStyle/>
          <a:p>
            <a:r>
              <a:rPr lang="en-GB"/>
              <a:t>ODA Component YAML definition</a:t>
            </a:r>
          </a:p>
        </p:txBody>
      </p:sp>
      <p:sp>
        <p:nvSpPr>
          <p:cNvPr id="4" name="TextBox 3">
            <a:extLst>
              <a:ext uri="{FF2B5EF4-FFF2-40B4-BE49-F238E27FC236}">
                <a16:creationId xmlns:a16="http://schemas.microsoft.com/office/drawing/2014/main" id="{AC92B744-B312-6502-7DE2-34A7FAB48A8B}"/>
              </a:ext>
            </a:extLst>
          </p:cNvPr>
          <p:cNvSpPr txBox="1"/>
          <p:nvPr/>
        </p:nvSpPr>
        <p:spPr>
          <a:xfrm>
            <a:off x="544154" y="981651"/>
            <a:ext cx="3396781" cy="1015663"/>
          </a:xfrm>
          <a:prstGeom prst="rect">
            <a:avLst/>
          </a:prstGeom>
          <a:noFill/>
        </p:spPr>
        <p:txBody>
          <a:bodyPr wrap="square" rtlCol="0">
            <a:spAutoFit/>
          </a:bodyPr>
          <a:lstStyle/>
          <a:p>
            <a:pPr>
              <a:spcBef>
                <a:spcPts val="1200"/>
              </a:spcBef>
            </a:pPr>
            <a:r>
              <a:rPr lang="en-US" sz="2000" err="1"/>
              <a:t>ExposedAPIs</a:t>
            </a:r>
            <a:r>
              <a:rPr lang="en-US" sz="2000"/>
              <a:t> is a list of APIs the component wants to expose externally.</a:t>
            </a:r>
            <a:endParaRPr lang="en-GB" sz="2000"/>
          </a:p>
        </p:txBody>
      </p:sp>
      <p:pic>
        <p:nvPicPr>
          <p:cNvPr id="1026" name="Picture 2" descr="ODA explained: Tools for implementation and deployment">
            <a:extLst>
              <a:ext uri="{FF2B5EF4-FFF2-40B4-BE49-F238E27FC236}">
                <a16:creationId xmlns:a16="http://schemas.microsoft.com/office/drawing/2014/main" id="{5005FA1F-CB70-8D42-D6EE-0DC5CB9F263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a:fillRect/>
          </a:stretch>
        </p:blipFill>
        <p:spPr bwMode="auto">
          <a:xfrm>
            <a:off x="260348" y="1857437"/>
            <a:ext cx="3916157" cy="3500174"/>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038">
            <a:extLst>
              <a:ext uri="{FF2B5EF4-FFF2-40B4-BE49-F238E27FC236}">
                <a16:creationId xmlns:a16="http://schemas.microsoft.com/office/drawing/2014/main" id="{444FD6AA-0DF7-3013-2526-1F1A5A543DED}"/>
              </a:ext>
            </a:extLst>
          </p:cNvPr>
          <p:cNvPicPr>
            <a:picLocks noChangeAspect="1"/>
          </p:cNvPicPr>
          <p:nvPr/>
        </p:nvPicPr>
        <p:blipFill>
          <a:blip r:embed="rId4"/>
          <a:stretch>
            <a:fillRect/>
          </a:stretch>
        </p:blipFill>
        <p:spPr>
          <a:xfrm>
            <a:off x="4032237" y="812310"/>
            <a:ext cx="12192000" cy="6045690"/>
          </a:xfrm>
          <a:prstGeom prst="rect">
            <a:avLst/>
          </a:prstGeom>
        </p:spPr>
      </p:pic>
      <p:pic>
        <p:nvPicPr>
          <p:cNvPr id="1041" name="Picture 1040">
            <a:extLst>
              <a:ext uri="{FF2B5EF4-FFF2-40B4-BE49-F238E27FC236}">
                <a16:creationId xmlns:a16="http://schemas.microsoft.com/office/drawing/2014/main" id="{6F9F6C91-A967-B7A1-C1E0-3BD48F7C60AE}"/>
              </a:ext>
            </a:extLst>
          </p:cNvPr>
          <p:cNvPicPr>
            <a:picLocks noChangeAspect="1"/>
          </p:cNvPicPr>
          <p:nvPr/>
        </p:nvPicPr>
        <p:blipFill>
          <a:blip r:embed="rId5"/>
          <a:stretch>
            <a:fillRect/>
          </a:stretch>
        </p:blipFill>
        <p:spPr>
          <a:xfrm>
            <a:off x="4032237" y="812310"/>
            <a:ext cx="12192000" cy="6045690"/>
          </a:xfrm>
          <a:prstGeom prst="rect">
            <a:avLst/>
          </a:prstGeom>
        </p:spPr>
      </p:pic>
      <p:pic>
        <p:nvPicPr>
          <p:cNvPr id="5" name="Picture 4">
            <a:extLst>
              <a:ext uri="{FF2B5EF4-FFF2-40B4-BE49-F238E27FC236}">
                <a16:creationId xmlns:a16="http://schemas.microsoft.com/office/drawing/2014/main" id="{7B3E69E9-3B2C-8D4B-9CEF-B98CC0922DE8}"/>
              </a:ext>
            </a:extLst>
          </p:cNvPr>
          <p:cNvPicPr>
            <a:picLocks noChangeAspect="1"/>
          </p:cNvPicPr>
          <p:nvPr/>
        </p:nvPicPr>
        <p:blipFill>
          <a:blip r:embed="rId6"/>
          <a:stretch>
            <a:fillRect/>
          </a:stretch>
        </p:blipFill>
        <p:spPr>
          <a:xfrm>
            <a:off x="4032237" y="812310"/>
            <a:ext cx="12192000" cy="6045690"/>
          </a:xfrm>
          <a:prstGeom prst="rect">
            <a:avLst/>
          </a:prstGeom>
        </p:spPr>
      </p:pic>
      <p:pic>
        <p:nvPicPr>
          <p:cNvPr id="6" name="Picture 5">
            <a:extLst>
              <a:ext uri="{FF2B5EF4-FFF2-40B4-BE49-F238E27FC236}">
                <a16:creationId xmlns:a16="http://schemas.microsoft.com/office/drawing/2014/main" id="{98804D2B-3744-A9D5-5C8E-E341E413BC9F}"/>
              </a:ext>
            </a:extLst>
          </p:cNvPr>
          <p:cNvPicPr>
            <a:picLocks noChangeAspect="1"/>
          </p:cNvPicPr>
          <p:nvPr/>
        </p:nvPicPr>
        <p:blipFill>
          <a:blip r:embed="rId7"/>
          <a:stretch>
            <a:fillRect/>
          </a:stretch>
        </p:blipFill>
        <p:spPr>
          <a:xfrm>
            <a:off x="4032237" y="812310"/>
            <a:ext cx="12192000" cy="6045690"/>
          </a:xfrm>
          <a:prstGeom prst="rect">
            <a:avLst/>
          </a:prstGeom>
        </p:spPr>
      </p:pic>
    </p:spTree>
    <p:extLst>
      <p:ext uri="{BB962C8B-B14F-4D97-AF65-F5344CB8AC3E}">
        <p14:creationId xmlns:p14="http://schemas.microsoft.com/office/powerpoint/2010/main" val="2677353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8DF16-CEC2-C4AF-ABA2-B9223A8EC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0A532A-D8AE-EC11-5514-4C31BA044C51}"/>
              </a:ext>
            </a:extLst>
          </p:cNvPr>
          <p:cNvSpPr>
            <a:spLocks noGrp="1"/>
          </p:cNvSpPr>
          <p:nvPr>
            <p:ph type="title"/>
          </p:nvPr>
        </p:nvSpPr>
        <p:spPr/>
        <p:txBody>
          <a:bodyPr/>
          <a:lstStyle/>
          <a:p>
            <a:r>
              <a:rPr lang="en-GB"/>
              <a:t>ODA Component YAML definition</a:t>
            </a:r>
          </a:p>
        </p:txBody>
      </p:sp>
      <p:pic>
        <p:nvPicPr>
          <p:cNvPr id="1026" name="Picture 2" descr="ODA explained: Tools for implementation and deployment">
            <a:extLst>
              <a:ext uri="{FF2B5EF4-FFF2-40B4-BE49-F238E27FC236}">
                <a16:creationId xmlns:a16="http://schemas.microsoft.com/office/drawing/2014/main" id="{56DDFB94-77B5-246C-2248-D504B86F2C5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a:fillRect/>
          </a:stretch>
        </p:blipFill>
        <p:spPr bwMode="auto">
          <a:xfrm>
            <a:off x="260348" y="1857437"/>
            <a:ext cx="3916157" cy="3500174"/>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038">
            <a:extLst>
              <a:ext uri="{FF2B5EF4-FFF2-40B4-BE49-F238E27FC236}">
                <a16:creationId xmlns:a16="http://schemas.microsoft.com/office/drawing/2014/main" id="{ACDF6E5E-0B52-FAD1-D63F-D2BF24C5203F}"/>
              </a:ext>
            </a:extLst>
          </p:cNvPr>
          <p:cNvPicPr>
            <a:picLocks noChangeAspect="1"/>
          </p:cNvPicPr>
          <p:nvPr/>
        </p:nvPicPr>
        <p:blipFill>
          <a:blip r:embed="rId4"/>
          <a:stretch>
            <a:fillRect/>
          </a:stretch>
        </p:blipFill>
        <p:spPr>
          <a:xfrm>
            <a:off x="4032237" y="812310"/>
            <a:ext cx="12192000" cy="6045690"/>
          </a:xfrm>
          <a:prstGeom prst="rect">
            <a:avLst/>
          </a:prstGeom>
        </p:spPr>
      </p:pic>
    </p:spTree>
    <p:extLst>
      <p:ext uri="{BB962C8B-B14F-4D97-AF65-F5344CB8AC3E}">
        <p14:creationId xmlns:p14="http://schemas.microsoft.com/office/powerpoint/2010/main" val="268184096"/>
      </p:ext>
    </p:extLst>
  </p:cSld>
  <p:clrMapOvr>
    <a:masterClrMapping/>
  </p:clrMapOvr>
  <mc:AlternateContent xmlns:mc="http://schemas.openxmlformats.org/markup-compatibility/2006" xmlns:p14="http://schemas.microsoft.com/office/powerpoint/2010/main">
    <mc:Choice Requires="p14">
      <p:transition spd="med" p14:dur="700" advClick="0" advTm="1000">
        <p:fade/>
      </p:transition>
    </mc:Choice>
    <mc:Fallback xmlns="">
      <p:transition spd="med" advClick="0" advTm="1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D2CCC-68BC-3178-4C3C-17A0224347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7B9BC2-4E44-4131-9B88-79C2AC52D912}"/>
              </a:ext>
            </a:extLst>
          </p:cNvPr>
          <p:cNvSpPr>
            <a:spLocks noGrp="1"/>
          </p:cNvSpPr>
          <p:nvPr>
            <p:ph type="title"/>
          </p:nvPr>
        </p:nvSpPr>
        <p:spPr/>
        <p:txBody>
          <a:bodyPr/>
          <a:lstStyle/>
          <a:p>
            <a:r>
              <a:rPr lang="en-GB"/>
              <a:t>ODA Component YAML definition</a:t>
            </a:r>
          </a:p>
        </p:txBody>
      </p:sp>
      <p:sp>
        <p:nvSpPr>
          <p:cNvPr id="4" name="TextBox 3">
            <a:extLst>
              <a:ext uri="{FF2B5EF4-FFF2-40B4-BE49-F238E27FC236}">
                <a16:creationId xmlns:a16="http://schemas.microsoft.com/office/drawing/2014/main" id="{4DA58F6E-FFAA-16A8-9923-E0BC83AA80FF}"/>
              </a:ext>
            </a:extLst>
          </p:cNvPr>
          <p:cNvSpPr txBox="1"/>
          <p:nvPr/>
        </p:nvSpPr>
        <p:spPr>
          <a:xfrm>
            <a:off x="544154" y="981651"/>
            <a:ext cx="3396781" cy="1015663"/>
          </a:xfrm>
          <a:prstGeom prst="rect">
            <a:avLst/>
          </a:prstGeom>
          <a:noFill/>
        </p:spPr>
        <p:txBody>
          <a:bodyPr wrap="square" rtlCol="0">
            <a:spAutoFit/>
          </a:bodyPr>
          <a:lstStyle/>
          <a:p>
            <a:pPr>
              <a:spcBef>
                <a:spcPts val="1200"/>
              </a:spcBef>
            </a:pPr>
            <a:r>
              <a:rPr lang="en-US" sz="2000" err="1"/>
              <a:t>ManagementFunction</a:t>
            </a:r>
            <a:r>
              <a:rPr lang="en-US" sz="2000"/>
              <a:t> describes non-functional integration requirements.</a:t>
            </a:r>
            <a:endParaRPr lang="en-GB" sz="2000"/>
          </a:p>
        </p:txBody>
      </p:sp>
      <p:pic>
        <p:nvPicPr>
          <p:cNvPr id="1026" name="Picture 2" descr="ODA explained: Tools for implementation and deployment">
            <a:extLst>
              <a:ext uri="{FF2B5EF4-FFF2-40B4-BE49-F238E27FC236}">
                <a16:creationId xmlns:a16="http://schemas.microsoft.com/office/drawing/2014/main" id="{92A47C04-6DCC-2A5C-90B5-FBBD70EDBCA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a:fillRect/>
          </a:stretch>
        </p:blipFill>
        <p:spPr bwMode="auto">
          <a:xfrm>
            <a:off x="260348" y="1857437"/>
            <a:ext cx="3916157" cy="3500174"/>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038">
            <a:extLst>
              <a:ext uri="{FF2B5EF4-FFF2-40B4-BE49-F238E27FC236}">
                <a16:creationId xmlns:a16="http://schemas.microsoft.com/office/drawing/2014/main" id="{68DD8E63-C63B-4228-222B-2F02DB2A528A}"/>
              </a:ext>
            </a:extLst>
          </p:cNvPr>
          <p:cNvPicPr>
            <a:picLocks noChangeAspect="1"/>
          </p:cNvPicPr>
          <p:nvPr/>
        </p:nvPicPr>
        <p:blipFill>
          <a:blip r:embed="rId4"/>
          <a:stretch>
            <a:fillRect/>
          </a:stretch>
        </p:blipFill>
        <p:spPr>
          <a:xfrm>
            <a:off x="4032237" y="812310"/>
            <a:ext cx="12192000" cy="6045690"/>
          </a:xfrm>
          <a:prstGeom prst="rect">
            <a:avLst/>
          </a:prstGeom>
        </p:spPr>
      </p:pic>
      <p:pic>
        <p:nvPicPr>
          <p:cNvPr id="5" name="Picture 4">
            <a:extLst>
              <a:ext uri="{FF2B5EF4-FFF2-40B4-BE49-F238E27FC236}">
                <a16:creationId xmlns:a16="http://schemas.microsoft.com/office/drawing/2014/main" id="{8EFCD5A3-5461-9784-C0D5-1773AD0454E8}"/>
              </a:ext>
            </a:extLst>
          </p:cNvPr>
          <p:cNvPicPr>
            <a:picLocks noChangeAspect="1"/>
          </p:cNvPicPr>
          <p:nvPr/>
        </p:nvPicPr>
        <p:blipFill>
          <a:blip r:embed="rId5"/>
          <a:stretch>
            <a:fillRect/>
          </a:stretch>
        </p:blipFill>
        <p:spPr>
          <a:xfrm>
            <a:off x="4032237" y="812310"/>
            <a:ext cx="12192000" cy="6045690"/>
          </a:xfrm>
          <a:prstGeom prst="rect">
            <a:avLst/>
          </a:prstGeom>
        </p:spPr>
      </p:pic>
    </p:spTree>
    <p:extLst>
      <p:ext uri="{BB962C8B-B14F-4D97-AF65-F5344CB8AC3E}">
        <p14:creationId xmlns:p14="http://schemas.microsoft.com/office/powerpoint/2010/main" val="564573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8CBC5-9839-BAAE-2EB3-B186DE21AA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7EFE10-FA94-E78A-2FD4-530CDA901258}"/>
              </a:ext>
            </a:extLst>
          </p:cNvPr>
          <p:cNvSpPr>
            <a:spLocks noGrp="1"/>
          </p:cNvSpPr>
          <p:nvPr>
            <p:ph type="title"/>
          </p:nvPr>
        </p:nvSpPr>
        <p:spPr/>
        <p:txBody>
          <a:bodyPr/>
          <a:lstStyle/>
          <a:p>
            <a:r>
              <a:rPr lang="en-GB"/>
              <a:t>ODA Component YAML definition</a:t>
            </a:r>
          </a:p>
        </p:txBody>
      </p:sp>
      <p:pic>
        <p:nvPicPr>
          <p:cNvPr id="1026" name="Picture 2" descr="ODA explained: Tools for implementation and deployment">
            <a:extLst>
              <a:ext uri="{FF2B5EF4-FFF2-40B4-BE49-F238E27FC236}">
                <a16:creationId xmlns:a16="http://schemas.microsoft.com/office/drawing/2014/main" id="{C21A6802-A2B2-CF33-A0FD-594295F2733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a:fillRect/>
          </a:stretch>
        </p:blipFill>
        <p:spPr bwMode="auto">
          <a:xfrm>
            <a:off x="260348" y="1857437"/>
            <a:ext cx="3916157" cy="3500174"/>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038">
            <a:extLst>
              <a:ext uri="{FF2B5EF4-FFF2-40B4-BE49-F238E27FC236}">
                <a16:creationId xmlns:a16="http://schemas.microsoft.com/office/drawing/2014/main" id="{8A6AA5A1-39BE-D1F3-FAFC-723390812E6B}"/>
              </a:ext>
            </a:extLst>
          </p:cNvPr>
          <p:cNvPicPr>
            <a:picLocks noChangeAspect="1"/>
          </p:cNvPicPr>
          <p:nvPr/>
        </p:nvPicPr>
        <p:blipFill>
          <a:blip r:embed="rId4"/>
          <a:stretch>
            <a:fillRect/>
          </a:stretch>
        </p:blipFill>
        <p:spPr>
          <a:xfrm>
            <a:off x="4032237" y="812310"/>
            <a:ext cx="12192000" cy="6045690"/>
          </a:xfrm>
          <a:prstGeom prst="rect">
            <a:avLst/>
          </a:prstGeom>
        </p:spPr>
      </p:pic>
    </p:spTree>
    <p:extLst>
      <p:ext uri="{BB962C8B-B14F-4D97-AF65-F5344CB8AC3E}">
        <p14:creationId xmlns:p14="http://schemas.microsoft.com/office/powerpoint/2010/main" val="1661765944"/>
      </p:ext>
    </p:extLst>
  </p:cSld>
  <p:clrMapOvr>
    <a:masterClrMapping/>
  </p:clrMapOvr>
  <mc:AlternateContent xmlns:mc="http://schemas.openxmlformats.org/markup-compatibility/2006" xmlns:p14="http://schemas.microsoft.com/office/powerpoint/2010/main">
    <mc:Choice Requires="p14">
      <p:transition spd="med" p14:dur="700" advClick="0" advTm="1000">
        <p:fade/>
      </p:transition>
    </mc:Choice>
    <mc:Fallback xmlns="">
      <p:transition spd="med" advClick="0" advTm="1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50CF4-DDD4-C1C1-319A-E3BF2CB1E8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8D2E2E-DD6B-60BD-D7E1-F265283B7E8F}"/>
              </a:ext>
            </a:extLst>
          </p:cNvPr>
          <p:cNvSpPr>
            <a:spLocks noGrp="1"/>
          </p:cNvSpPr>
          <p:nvPr>
            <p:ph type="title"/>
          </p:nvPr>
        </p:nvSpPr>
        <p:spPr/>
        <p:txBody>
          <a:bodyPr/>
          <a:lstStyle/>
          <a:p>
            <a:r>
              <a:rPr lang="en-GB"/>
              <a:t>ODA Component YAML definition</a:t>
            </a:r>
          </a:p>
        </p:txBody>
      </p:sp>
      <p:sp>
        <p:nvSpPr>
          <p:cNvPr id="4" name="TextBox 3">
            <a:extLst>
              <a:ext uri="{FF2B5EF4-FFF2-40B4-BE49-F238E27FC236}">
                <a16:creationId xmlns:a16="http://schemas.microsoft.com/office/drawing/2014/main" id="{B5DF191A-78A2-2F52-83C9-1D5A4F4F95CB}"/>
              </a:ext>
            </a:extLst>
          </p:cNvPr>
          <p:cNvSpPr txBox="1"/>
          <p:nvPr/>
        </p:nvSpPr>
        <p:spPr>
          <a:xfrm>
            <a:off x="544154" y="981651"/>
            <a:ext cx="3396781" cy="1015663"/>
          </a:xfrm>
          <a:prstGeom prst="rect">
            <a:avLst/>
          </a:prstGeom>
          <a:noFill/>
        </p:spPr>
        <p:txBody>
          <a:bodyPr wrap="square" rtlCol="0">
            <a:spAutoFit/>
          </a:bodyPr>
          <a:lstStyle/>
          <a:p>
            <a:pPr>
              <a:spcBef>
                <a:spcPts val="1200"/>
              </a:spcBef>
            </a:pPr>
            <a:r>
              <a:rPr lang="en-US" sz="2000" err="1"/>
              <a:t>SecurityFunction</a:t>
            </a:r>
            <a:r>
              <a:rPr lang="en-US" sz="2000"/>
              <a:t> describes requirements for secrets, roles and integration</a:t>
            </a:r>
            <a:endParaRPr lang="en-GB" sz="2000"/>
          </a:p>
        </p:txBody>
      </p:sp>
      <p:pic>
        <p:nvPicPr>
          <p:cNvPr id="1026" name="Picture 2" descr="ODA explained: Tools for implementation and deployment">
            <a:extLst>
              <a:ext uri="{FF2B5EF4-FFF2-40B4-BE49-F238E27FC236}">
                <a16:creationId xmlns:a16="http://schemas.microsoft.com/office/drawing/2014/main" id="{82115A97-3A3E-662E-A8E0-DC4CC754F09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a:fillRect/>
          </a:stretch>
        </p:blipFill>
        <p:spPr bwMode="auto">
          <a:xfrm>
            <a:off x="260348" y="1857437"/>
            <a:ext cx="3916157" cy="3500174"/>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038">
            <a:extLst>
              <a:ext uri="{FF2B5EF4-FFF2-40B4-BE49-F238E27FC236}">
                <a16:creationId xmlns:a16="http://schemas.microsoft.com/office/drawing/2014/main" id="{0C4B8510-77EC-AABE-0213-63932CD1DDEF}"/>
              </a:ext>
            </a:extLst>
          </p:cNvPr>
          <p:cNvPicPr>
            <a:picLocks noChangeAspect="1"/>
          </p:cNvPicPr>
          <p:nvPr/>
        </p:nvPicPr>
        <p:blipFill>
          <a:blip r:embed="rId4"/>
          <a:stretch>
            <a:fillRect/>
          </a:stretch>
        </p:blipFill>
        <p:spPr>
          <a:xfrm>
            <a:off x="4032237" y="812310"/>
            <a:ext cx="12192000" cy="6045690"/>
          </a:xfrm>
          <a:prstGeom prst="rect">
            <a:avLst/>
          </a:prstGeom>
        </p:spPr>
      </p:pic>
      <p:pic>
        <p:nvPicPr>
          <p:cNvPr id="5" name="Picture 4">
            <a:extLst>
              <a:ext uri="{FF2B5EF4-FFF2-40B4-BE49-F238E27FC236}">
                <a16:creationId xmlns:a16="http://schemas.microsoft.com/office/drawing/2014/main" id="{C1636FB7-A7D6-5F9F-2E4C-A0789252915A}"/>
              </a:ext>
            </a:extLst>
          </p:cNvPr>
          <p:cNvPicPr>
            <a:picLocks noChangeAspect="1"/>
          </p:cNvPicPr>
          <p:nvPr/>
        </p:nvPicPr>
        <p:blipFill>
          <a:blip r:embed="rId5"/>
          <a:stretch>
            <a:fillRect/>
          </a:stretch>
        </p:blipFill>
        <p:spPr>
          <a:xfrm>
            <a:off x="4032237" y="812310"/>
            <a:ext cx="12192000" cy="6045690"/>
          </a:xfrm>
          <a:prstGeom prst="rect">
            <a:avLst/>
          </a:prstGeom>
        </p:spPr>
      </p:pic>
    </p:spTree>
    <p:extLst>
      <p:ext uri="{BB962C8B-B14F-4D97-AF65-F5344CB8AC3E}">
        <p14:creationId xmlns:p14="http://schemas.microsoft.com/office/powerpoint/2010/main" val="3600910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FCF64-A36F-AEA2-AE33-D59203057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9EC60B-8F05-9C39-826E-61731F68319D}"/>
              </a:ext>
            </a:extLst>
          </p:cNvPr>
          <p:cNvSpPr>
            <a:spLocks noGrp="1"/>
          </p:cNvSpPr>
          <p:nvPr>
            <p:ph type="title"/>
          </p:nvPr>
        </p:nvSpPr>
        <p:spPr/>
        <p:txBody>
          <a:bodyPr/>
          <a:lstStyle/>
          <a:p>
            <a:r>
              <a:rPr lang="en-GB" dirty="0"/>
              <a:t>Canvas as a set of Modular Software Operators</a:t>
            </a:r>
          </a:p>
        </p:txBody>
      </p:sp>
      <p:sp>
        <p:nvSpPr>
          <p:cNvPr id="4" name="TextBox 3">
            <a:extLst>
              <a:ext uri="{FF2B5EF4-FFF2-40B4-BE49-F238E27FC236}">
                <a16:creationId xmlns:a16="http://schemas.microsoft.com/office/drawing/2014/main" id="{BEBE748B-B5B7-AB56-EA5B-620532C1B88A}"/>
              </a:ext>
            </a:extLst>
          </p:cNvPr>
          <p:cNvSpPr txBox="1"/>
          <p:nvPr/>
        </p:nvSpPr>
        <p:spPr>
          <a:xfrm>
            <a:off x="544154" y="981651"/>
            <a:ext cx="10479231" cy="1015663"/>
          </a:xfrm>
          <a:prstGeom prst="rect">
            <a:avLst/>
          </a:prstGeom>
          <a:noFill/>
        </p:spPr>
        <p:txBody>
          <a:bodyPr wrap="square" rtlCol="0">
            <a:spAutoFit/>
          </a:bodyPr>
          <a:lstStyle/>
          <a:p>
            <a:pPr>
              <a:spcBef>
                <a:spcPts val="1200"/>
              </a:spcBef>
            </a:pPr>
            <a:r>
              <a:rPr lang="en-US" sz="2000"/>
              <a:t>The Canvas provides a set of modular operators to automate deployment and lifecycle management of an ODA Component. Each operator processes a sub-set of the  overall Component YAML</a:t>
            </a:r>
            <a:endParaRPr lang="en-GB" sz="2000"/>
          </a:p>
        </p:txBody>
      </p:sp>
      <p:grpSp>
        <p:nvGrpSpPr>
          <p:cNvPr id="24" name="Group 23">
            <a:extLst>
              <a:ext uri="{FF2B5EF4-FFF2-40B4-BE49-F238E27FC236}">
                <a16:creationId xmlns:a16="http://schemas.microsoft.com/office/drawing/2014/main" id="{7CFF8A69-68DC-AB95-6F0F-545DC580BF88}"/>
              </a:ext>
            </a:extLst>
          </p:cNvPr>
          <p:cNvGrpSpPr/>
          <p:nvPr/>
        </p:nvGrpSpPr>
        <p:grpSpPr>
          <a:xfrm>
            <a:off x="7512450" y="2836848"/>
            <a:ext cx="1878178" cy="249616"/>
            <a:chOff x="10794614" y="2763311"/>
            <a:chExt cx="1349825" cy="214785"/>
          </a:xfrm>
        </p:grpSpPr>
        <p:sp>
          <p:nvSpPr>
            <p:cNvPr id="53" name="Rectangle 52">
              <a:extLst>
                <a:ext uri="{FF2B5EF4-FFF2-40B4-BE49-F238E27FC236}">
                  <a16:creationId xmlns:a16="http://schemas.microsoft.com/office/drawing/2014/main" id="{F26CAE94-EE99-6F4C-F2CD-8B55AF4EE5D4}"/>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API Management</a:t>
              </a:r>
            </a:p>
          </p:txBody>
        </p:sp>
        <p:sp>
          <p:nvSpPr>
            <p:cNvPr id="54" name="Rectangle 53">
              <a:extLst>
                <a:ext uri="{FF2B5EF4-FFF2-40B4-BE49-F238E27FC236}">
                  <a16:creationId xmlns:a16="http://schemas.microsoft.com/office/drawing/2014/main" id="{D4D38B15-7DD4-8128-5E5F-07CB9137BAD4}"/>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5" name="Group 24">
            <a:extLst>
              <a:ext uri="{FF2B5EF4-FFF2-40B4-BE49-F238E27FC236}">
                <a16:creationId xmlns:a16="http://schemas.microsoft.com/office/drawing/2014/main" id="{B681836A-F692-73C2-BD3F-DE0ECFB854C6}"/>
              </a:ext>
            </a:extLst>
          </p:cNvPr>
          <p:cNvGrpSpPr/>
          <p:nvPr/>
        </p:nvGrpSpPr>
        <p:grpSpPr>
          <a:xfrm>
            <a:off x="7512450" y="3671501"/>
            <a:ext cx="1878178" cy="249616"/>
            <a:chOff x="10795124" y="3486136"/>
            <a:chExt cx="1349825" cy="214785"/>
          </a:xfrm>
        </p:grpSpPr>
        <p:sp>
          <p:nvSpPr>
            <p:cNvPr id="51" name="Rectangle 50">
              <a:extLst>
                <a:ext uri="{FF2B5EF4-FFF2-40B4-BE49-F238E27FC236}">
                  <a16:creationId xmlns:a16="http://schemas.microsoft.com/office/drawing/2014/main" id="{DD913288-2DEF-159B-93DB-A809E86524B5}"/>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Identity Management</a:t>
              </a:r>
            </a:p>
          </p:txBody>
        </p:sp>
        <p:sp>
          <p:nvSpPr>
            <p:cNvPr id="52" name="Rectangle 51">
              <a:extLst>
                <a:ext uri="{FF2B5EF4-FFF2-40B4-BE49-F238E27FC236}">
                  <a16:creationId xmlns:a16="http://schemas.microsoft.com/office/drawing/2014/main" id="{92CAE317-9C79-6BE6-013E-C8EF1A0AB215}"/>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6" name="Group 25">
            <a:extLst>
              <a:ext uri="{FF2B5EF4-FFF2-40B4-BE49-F238E27FC236}">
                <a16:creationId xmlns:a16="http://schemas.microsoft.com/office/drawing/2014/main" id="{0E9242E5-23F5-D210-E3A1-D7AA1F926B34}"/>
              </a:ext>
            </a:extLst>
          </p:cNvPr>
          <p:cNvGrpSpPr/>
          <p:nvPr/>
        </p:nvGrpSpPr>
        <p:grpSpPr>
          <a:xfrm>
            <a:off x="7512450" y="3393284"/>
            <a:ext cx="1878178" cy="249616"/>
            <a:chOff x="10795124" y="3246143"/>
            <a:chExt cx="1349825" cy="214785"/>
          </a:xfrm>
        </p:grpSpPr>
        <p:sp>
          <p:nvSpPr>
            <p:cNvPr id="49" name="Rectangle 48">
              <a:extLst>
                <a:ext uri="{FF2B5EF4-FFF2-40B4-BE49-F238E27FC236}">
                  <a16:creationId xmlns:a16="http://schemas.microsoft.com/office/drawing/2014/main" id="{DFB8592A-9D09-BDD2-C173-CA6C43A4AAE3}"/>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Event Management</a:t>
              </a:r>
            </a:p>
          </p:txBody>
        </p:sp>
        <p:sp>
          <p:nvSpPr>
            <p:cNvPr id="50" name="Rectangle 49">
              <a:extLst>
                <a:ext uri="{FF2B5EF4-FFF2-40B4-BE49-F238E27FC236}">
                  <a16:creationId xmlns:a16="http://schemas.microsoft.com/office/drawing/2014/main" id="{E789298F-5B50-DB42-BA45-2D6566741776}"/>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7" name="Group 26">
            <a:extLst>
              <a:ext uri="{FF2B5EF4-FFF2-40B4-BE49-F238E27FC236}">
                <a16:creationId xmlns:a16="http://schemas.microsoft.com/office/drawing/2014/main" id="{C8879C60-B583-90AA-EF4D-F2A4D9472385}"/>
              </a:ext>
            </a:extLst>
          </p:cNvPr>
          <p:cNvGrpSpPr/>
          <p:nvPr/>
        </p:nvGrpSpPr>
        <p:grpSpPr>
          <a:xfrm>
            <a:off x="7512450" y="3949719"/>
            <a:ext cx="1878178" cy="249616"/>
            <a:chOff x="10795124" y="3722555"/>
            <a:chExt cx="1349825" cy="214785"/>
          </a:xfrm>
        </p:grpSpPr>
        <p:sp>
          <p:nvSpPr>
            <p:cNvPr id="47" name="Rectangle 46">
              <a:extLst>
                <a:ext uri="{FF2B5EF4-FFF2-40B4-BE49-F238E27FC236}">
                  <a16:creationId xmlns:a16="http://schemas.microsoft.com/office/drawing/2014/main" id="{E5D942A9-B0DE-862F-5AD9-B70CFE70565C}"/>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Secrets Management</a:t>
              </a:r>
            </a:p>
          </p:txBody>
        </p:sp>
        <p:sp>
          <p:nvSpPr>
            <p:cNvPr id="48" name="Rectangle 47">
              <a:extLst>
                <a:ext uri="{FF2B5EF4-FFF2-40B4-BE49-F238E27FC236}">
                  <a16:creationId xmlns:a16="http://schemas.microsoft.com/office/drawing/2014/main" id="{413A695F-66E8-21B1-2B7B-1F8DA9587BB6}"/>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8" name="Group 27">
            <a:extLst>
              <a:ext uri="{FF2B5EF4-FFF2-40B4-BE49-F238E27FC236}">
                <a16:creationId xmlns:a16="http://schemas.microsoft.com/office/drawing/2014/main" id="{4BE0106C-477C-5D9F-BE24-9DF696D221AE}"/>
              </a:ext>
            </a:extLst>
          </p:cNvPr>
          <p:cNvGrpSpPr/>
          <p:nvPr/>
        </p:nvGrpSpPr>
        <p:grpSpPr>
          <a:xfrm>
            <a:off x="7512450" y="4227937"/>
            <a:ext cx="1878178" cy="249616"/>
            <a:chOff x="10795124" y="3961903"/>
            <a:chExt cx="1349825" cy="214785"/>
          </a:xfrm>
        </p:grpSpPr>
        <p:sp>
          <p:nvSpPr>
            <p:cNvPr id="45" name="Rectangle 44">
              <a:extLst>
                <a:ext uri="{FF2B5EF4-FFF2-40B4-BE49-F238E27FC236}">
                  <a16:creationId xmlns:a16="http://schemas.microsoft.com/office/drawing/2014/main" id="{46B26A09-933A-F940-A6A7-D614E91C2C0D}"/>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Carbon Management</a:t>
              </a:r>
            </a:p>
          </p:txBody>
        </p:sp>
        <p:sp>
          <p:nvSpPr>
            <p:cNvPr id="46" name="Rectangle 45">
              <a:extLst>
                <a:ext uri="{FF2B5EF4-FFF2-40B4-BE49-F238E27FC236}">
                  <a16:creationId xmlns:a16="http://schemas.microsoft.com/office/drawing/2014/main" id="{2998E6E2-CCA2-FA3C-F330-483A4F3ECEB3}"/>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9" name="Group 28">
            <a:extLst>
              <a:ext uri="{FF2B5EF4-FFF2-40B4-BE49-F238E27FC236}">
                <a16:creationId xmlns:a16="http://schemas.microsoft.com/office/drawing/2014/main" id="{CED25827-3AC3-8D74-0C9E-EA5DCB9291A2}"/>
              </a:ext>
            </a:extLst>
          </p:cNvPr>
          <p:cNvGrpSpPr/>
          <p:nvPr/>
        </p:nvGrpSpPr>
        <p:grpSpPr>
          <a:xfrm>
            <a:off x="7512450" y="3115066"/>
            <a:ext cx="1878178" cy="249616"/>
            <a:chOff x="10794612" y="3006829"/>
            <a:chExt cx="1349825" cy="214785"/>
          </a:xfrm>
        </p:grpSpPr>
        <p:sp>
          <p:nvSpPr>
            <p:cNvPr id="43" name="Rectangle 42">
              <a:extLst>
                <a:ext uri="{FF2B5EF4-FFF2-40B4-BE49-F238E27FC236}">
                  <a16:creationId xmlns:a16="http://schemas.microsoft.com/office/drawing/2014/main" id="{4B93B841-602A-20B0-E9DC-D3DFBF3487C4}"/>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Observability Management</a:t>
              </a:r>
            </a:p>
          </p:txBody>
        </p:sp>
        <p:sp>
          <p:nvSpPr>
            <p:cNvPr id="44" name="Rectangle 43">
              <a:extLst>
                <a:ext uri="{FF2B5EF4-FFF2-40B4-BE49-F238E27FC236}">
                  <a16:creationId xmlns:a16="http://schemas.microsoft.com/office/drawing/2014/main" id="{971736AD-BADA-FB88-2C47-FC74903A4282}"/>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sp>
        <p:nvSpPr>
          <p:cNvPr id="30" name="TextBox 29">
            <a:extLst>
              <a:ext uri="{FF2B5EF4-FFF2-40B4-BE49-F238E27FC236}">
                <a16:creationId xmlns:a16="http://schemas.microsoft.com/office/drawing/2014/main" id="{E4F82FB3-6AD0-A363-A4EB-C9A56DE089AA}"/>
              </a:ext>
            </a:extLst>
          </p:cNvPr>
          <p:cNvSpPr txBox="1"/>
          <p:nvPr/>
        </p:nvSpPr>
        <p:spPr>
          <a:xfrm>
            <a:off x="7571453" y="2511590"/>
            <a:ext cx="1781771" cy="246221"/>
          </a:xfrm>
          <a:prstGeom prst="rect">
            <a:avLst/>
          </a:prstGeom>
          <a:noFill/>
        </p:spPr>
        <p:txBody>
          <a:bodyPr wrap="square" rtlCol="0">
            <a:spAutoFit/>
          </a:bodyPr>
          <a:lstStyle/>
          <a:p>
            <a:r>
              <a:rPr lang="en-GB" sz="1000"/>
              <a:t>Canvas Modular Operators</a:t>
            </a:r>
          </a:p>
        </p:txBody>
      </p:sp>
      <p:grpSp>
        <p:nvGrpSpPr>
          <p:cNvPr id="31" name="Group 30">
            <a:extLst>
              <a:ext uri="{FF2B5EF4-FFF2-40B4-BE49-F238E27FC236}">
                <a16:creationId xmlns:a16="http://schemas.microsoft.com/office/drawing/2014/main" id="{C0877996-F70A-429D-5C03-9E3C99D46D94}"/>
              </a:ext>
            </a:extLst>
          </p:cNvPr>
          <p:cNvGrpSpPr/>
          <p:nvPr/>
        </p:nvGrpSpPr>
        <p:grpSpPr>
          <a:xfrm>
            <a:off x="7512450" y="4506155"/>
            <a:ext cx="1878178" cy="249616"/>
            <a:chOff x="10791949" y="4203203"/>
            <a:chExt cx="1349825" cy="214785"/>
          </a:xfrm>
        </p:grpSpPr>
        <p:sp>
          <p:nvSpPr>
            <p:cNvPr id="41" name="Rectangle 40">
              <a:extLst>
                <a:ext uri="{FF2B5EF4-FFF2-40B4-BE49-F238E27FC236}">
                  <a16:creationId xmlns:a16="http://schemas.microsoft.com/office/drawing/2014/main" id="{29BF9DAB-12DA-F138-AD53-8B7F16A8433C}"/>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Cost Management</a:t>
              </a:r>
            </a:p>
          </p:txBody>
        </p:sp>
        <p:sp>
          <p:nvSpPr>
            <p:cNvPr id="42" name="Rectangle 41">
              <a:extLst>
                <a:ext uri="{FF2B5EF4-FFF2-40B4-BE49-F238E27FC236}">
                  <a16:creationId xmlns:a16="http://schemas.microsoft.com/office/drawing/2014/main" id="{847D5EC3-4F30-719C-843B-525655D0EC55}"/>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2" name="Group 31">
            <a:extLst>
              <a:ext uri="{FF2B5EF4-FFF2-40B4-BE49-F238E27FC236}">
                <a16:creationId xmlns:a16="http://schemas.microsoft.com/office/drawing/2014/main" id="{8CA2F6BB-0B2D-AF8E-A0D5-6C72432EE9DE}"/>
              </a:ext>
            </a:extLst>
          </p:cNvPr>
          <p:cNvGrpSpPr/>
          <p:nvPr/>
        </p:nvGrpSpPr>
        <p:grpSpPr>
          <a:xfrm>
            <a:off x="7512450" y="4784372"/>
            <a:ext cx="1878178" cy="249616"/>
            <a:chOff x="10791949" y="4444503"/>
            <a:chExt cx="1349825" cy="214785"/>
          </a:xfrm>
        </p:grpSpPr>
        <p:sp>
          <p:nvSpPr>
            <p:cNvPr id="39" name="Rectangle 38">
              <a:extLst>
                <a:ext uri="{FF2B5EF4-FFF2-40B4-BE49-F238E27FC236}">
                  <a16:creationId xmlns:a16="http://schemas.microsoft.com/office/drawing/2014/main" id="{B3414E78-958F-94F3-284E-B8DD16AFB7BB}"/>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AI Management</a:t>
              </a:r>
            </a:p>
          </p:txBody>
        </p:sp>
        <p:sp>
          <p:nvSpPr>
            <p:cNvPr id="40" name="Rectangle 39">
              <a:extLst>
                <a:ext uri="{FF2B5EF4-FFF2-40B4-BE49-F238E27FC236}">
                  <a16:creationId xmlns:a16="http://schemas.microsoft.com/office/drawing/2014/main" id="{1796A65E-F4B8-7794-AF7E-38CBCD25EA54}"/>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3" name="Group 32">
            <a:extLst>
              <a:ext uri="{FF2B5EF4-FFF2-40B4-BE49-F238E27FC236}">
                <a16:creationId xmlns:a16="http://schemas.microsoft.com/office/drawing/2014/main" id="{D0E688B1-40EF-52C9-92FB-686BE930FF91}"/>
              </a:ext>
            </a:extLst>
          </p:cNvPr>
          <p:cNvGrpSpPr/>
          <p:nvPr/>
        </p:nvGrpSpPr>
        <p:grpSpPr>
          <a:xfrm>
            <a:off x="2671983" y="3883059"/>
            <a:ext cx="1878178" cy="249616"/>
            <a:chOff x="7247632" y="3594491"/>
            <a:chExt cx="1349825" cy="214785"/>
          </a:xfrm>
        </p:grpSpPr>
        <p:sp>
          <p:nvSpPr>
            <p:cNvPr id="37" name="Rectangle 36">
              <a:extLst>
                <a:ext uri="{FF2B5EF4-FFF2-40B4-BE49-F238E27FC236}">
                  <a16:creationId xmlns:a16="http://schemas.microsoft.com/office/drawing/2014/main" id="{7B6600C4-10BF-7EDF-048C-8F8D1E2BE30F}"/>
                </a:ext>
              </a:extLst>
            </p:cNvPr>
            <p:cNvSpPr/>
            <p:nvPr/>
          </p:nvSpPr>
          <p:spPr>
            <a:xfrm>
              <a:off x="7247632" y="359449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900">
                  <a:ln w="0"/>
                  <a:solidFill>
                    <a:schemeClr val="tx1"/>
                  </a:solidFill>
                  <a:effectLst>
                    <a:outerShdw blurRad="38100" dist="19050" dir="2700000" algn="tl" rotWithShape="0">
                      <a:schemeClr val="dk1">
                        <a:alpha val="40000"/>
                      </a:schemeClr>
                    </a:outerShdw>
                  </a:effectLst>
                </a:rPr>
                <a:t> Component Management</a:t>
              </a:r>
            </a:p>
          </p:txBody>
        </p:sp>
        <p:sp>
          <p:nvSpPr>
            <p:cNvPr id="38" name="Rectangle 37">
              <a:extLst>
                <a:ext uri="{FF2B5EF4-FFF2-40B4-BE49-F238E27FC236}">
                  <a16:creationId xmlns:a16="http://schemas.microsoft.com/office/drawing/2014/main" id="{DCC41E36-5A7E-E63E-7BA7-C579222C5697}"/>
                </a:ext>
              </a:extLst>
            </p:cNvPr>
            <p:cNvSpPr/>
            <p:nvPr/>
          </p:nvSpPr>
          <p:spPr>
            <a:xfrm>
              <a:off x="7317505" y="364917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4" name="Group 33">
            <a:extLst>
              <a:ext uri="{FF2B5EF4-FFF2-40B4-BE49-F238E27FC236}">
                <a16:creationId xmlns:a16="http://schemas.microsoft.com/office/drawing/2014/main" id="{A0331513-45C9-EAA2-0E2B-6E49CDFBBB6F}"/>
              </a:ext>
            </a:extLst>
          </p:cNvPr>
          <p:cNvGrpSpPr/>
          <p:nvPr/>
        </p:nvGrpSpPr>
        <p:grpSpPr>
          <a:xfrm>
            <a:off x="7512450" y="5062591"/>
            <a:ext cx="1878178" cy="249616"/>
            <a:chOff x="10791949" y="4444503"/>
            <a:chExt cx="1349825" cy="214785"/>
          </a:xfrm>
        </p:grpSpPr>
        <p:sp>
          <p:nvSpPr>
            <p:cNvPr id="35" name="Rectangle 34">
              <a:extLst>
                <a:ext uri="{FF2B5EF4-FFF2-40B4-BE49-F238E27FC236}">
                  <a16:creationId xmlns:a16="http://schemas.microsoft.com/office/drawing/2014/main" id="{C18C0269-9CFC-BCF1-08AD-884AEA6F39CD}"/>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Other ….</a:t>
              </a:r>
            </a:p>
          </p:txBody>
        </p:sp>
        <p:sp>
          <p:nvSpPr>
            <p:cNvPr id="36" name="Rectangle 35">
              <a:extLst>
                <a:ext uri="{FF2B5EF4-FFF2-40B4-BE49-F238E27FC236}">
                  <a16:creationId xmlns:a16="http://schemas.microsoft.com/office/drawing/2014/main" id="{57824444-FB14-BD6A-E627-45435F266699}"/>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pic>
        <p:nvPicPr>
          <p:cNvPr id="1026" name="Picture 2" descr="ODA explained: Tools for implementation and deployment">
            <a:extLst>
              <a:ext uri="{FF2B5EF4-FFF2-40B4-BE49-F238E27FC236}">
                <a16:creationId xmlns:a16="http://schemas.microsoft.com/office/drawing/2014/main" id="{B333FDD1-CB6F-4E1B-FA5E-8E63B14B736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a:fillRect/>
          </a:stretch>
        </p:blipFill>
        <p:spPr bwMode="auto">
          <a:xfrm>
            <a:off x="260348" y="1857437"/>
            <a:ext cx="2217077" cy="1981574"/>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52961810-E7E9-3FA1-557E-1A7AC1600E24}"/>
              </a:ext>
            </a:extLst>
          </p:cNvPr>
          <p:cNvCxnSpPr/>
          <p:nvPr/>
        </p:nvCxnSpPr>
        <p:spPr>
          <a:xfrm>
            <a:off x="2120900" y="4006607"/>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3337F31C-64B8-520D-097B-58BE47ADD228}"/>
              </a:ext>
            </a:extLst>
          </p:cNvPr>
          <p:cNvGrpSpPr/>
          <p:nvPr/>
        </p:nvGrpSpPr>
        <p:grpSpPr>
          <a:xfrm>
            <a:off x="897285" y="3813012"/>
            <a:ext cx="986563" cy="363237"/>
            <a:chOff x="897285" y="3856142"/>
            <a:chExt cx="986563" cy="363237"/>
          </a:xfrm>
        </p:grpSpPr>
        <p:sp>
          <p:nvSpPr>
            <p:cNvPr id="3" name="Rectangle: Single Corner Snipped 2">
              <a:extLst>
                <a:ext uri="{FF2B5EF4-FFF2-40B4-BE49-F238E27FC236}">
                  <a16:creationId xmlns:a16="http://schemas.microsoft.com/office/drawing/2014/main" id="{32ED98EA-F7AF-D261-FE37-2C3EFB67FBB4}"/>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Component</a:t>
              </a:r>
            </a:p>
          </p:txBody>
        </p:sp>
        <p:sp>
          <p:nvSpPr>
            <p:cNvPr id="7" name="TextBox 6">
              <a:extLst>
                <a:ext uri="{FF2B5EF4-FFF2-40B4-BE49-F238E27FC236}">
                  <a16:creationId xmlns:a16="http://schemas.microsoft.com/office/drawing/2014/main" id="{A355A771-99C0-7946-C61F-82586FE4EF47}"/>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grpSp>
        <p:nvGrpSpPr>
          <p:cNvPr id="9" name="Group 8">
            <a:extLst>
              <a:ext uri="{FF2B5EF4-FFF2-40B4-BE49-F238E27FC236}">
                <a16:creationId xmlns:a16="http://schemas.microsoft.com/office/drawing/2014/main" id="{E753518A-86B0-B720-8492-B1DB74BD0831}"/>
              </a:ext>
            </a:extLst>
          </p:cNvPr>
          <p:cNvGrpSpPr/>
          <p:nvPr/>
        </p:nvGrpSpPr>
        <p:grpSpPr>
          <a:xfrm>
            <a:off x="5176835" y="2838579"/>
            <a:ext cx="1093336" cy="363237"/>
            <a:chOff x="897285" y="3856142"/>
            <a:chExt cx="986563" cy="363237"/>
          </a:xfrm>
        </p:grpSpPr>
        <p:sp>
          <p:nvSpPr>
            <p:cNvPr id="10" name="Rectangle: Single Corner Snipped 9">
              <a:extLst>
                <a:ext uri="{FF2B5EF4-FFF2-40B4-BE49-F238E27FC236}">
                  <a16:creationId xmlns:a16="http://schemas.microsoft.com/office/drawing/2014/main" id="{DFDC8FF8-F1A5-FE81-8922-DFF3569B902D}"/>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ExposedAPI</a:t>
              </a:r>
              <a:endParaRPr lang="en-GB" sz="1000">
                <a:solidFill>
                  <a:schemeClr val="tx1"/>
                </a:solidFill>
              </a:endParaRPr>
            </a:p>
          </p:txBody>
        </p:sp>
        <p:sp>
          <p:nvSpPr>
            <p:cNvPr id="11" name="TextBox 10">
              <a:extLst>
                <a:ext uri="{FF2B5EF4-FFF2-40B4-BE49-F238E27FC236}">
                  <a16:creationId xmlns:a16="http://schemas.microsoft.com/office/drawing/2014/main" id="{85C559A8-16AF-EF6F-57BB-961715107E82}"/>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grpSp>
        <p:nvGrpSpPr>
          <p:cNvPr id="12" name="Group 11">
            <a:extLst>
              <a:ext uri="{FF2B5EF4-FFF2-40B4-BE49-F238E27FC236}">
                <a16:creationId xmlns:a16="http://schemas.microsoft.com/office/drawing/2014/main" id="{759DA7ED-74E9-67D3-A632-91996489334F}"/>
              </a:ext>
            </a:extLst>
          </p:cNvPr>
          <p:cNvGrpSpPr/>
          <p:nvPr/>
        </p:nvGrpSpPr>
        <p:grpSpPr>
          <a:xfrm>
            <a:off x="5176835" y="3285414"/>
            <a:ext cx="1093336" cy="363237"/>
            <a:chOff x="897285" y="3856142"/>
            <a:chExt cx="986563" cy="363237"/>
          </a:xfrm>
        </p:grpSpPr>
        <p:sp>
          <p:nvSpPr>
            <p:cNvPr id="13" name="Rectangle: Single Corner Snipped 12">
              <a:extLst>
                <a:ext uri="{FF2B5EF4-FFF2-40B4-BE49-F238E27FC236}">
                  <a16:creationId xmlns:a16="http://schemas.microsoft.com/office/drawing/2014/main" id="{4E46BE99-58D6-F216-9174-4DB48E4FA705}"/>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DependentAPI</a:t>
              </a:r>
              <a:endParaRPr lang="en-GB" sz="1000">
                <a:solidFill>
                  <a:schemeClr val="tx1"/>
                </a:solidFill>
              </a:endParaRPr>
            </a:p>
          </p:txBody>
        </p:sp>
        <p:sp>
          <p:nvSpPr>
            <p:cNvPr id="14" name="TextBox 13">
              <a:extLst>
                <a:ext uri="{FF2B5EF4-FFF2-40B4-BE49-F238E27FC236}">
                  <a16:creationId xmlns:a16="http://schemas.microsoft.com/office/drawing/2014/main" id="{CDEC6382-9765-D458-E6B2-06EF0600313F}"/>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grpSp>
        <p:nvGrpSpPr>
          <p:cNvPr id="15" name="Group 14">
            <a:extLst>
              <a:ext uri="{FF2B5EF4-FFF2-40B4-BE49-F238E27FC236}">
                <a16:creationId xmlns:a16="http://schemas.microsoft.com/office/drawing/2014/main" id="{6F822724-310D-5B32-E0FD-00EAF0A55139}"/>
              </a:ext>
            </a:extLst>
          </p:cNvPr>
          <p:cNvGrpSpPr/>
          <p:nvPr/>
        </p:nvGrpSpPr>
        <p:grpSpPr>
          <a:xfrm>
            <a:off x="5176835" y="3732249"/>
            <a:ext cx="1093336" cy="363237"/>
            <a:chOff x="897285" y="3856142"/>
            <a:chExt cx="986563" cy="363237"/>
          </a:xfrm>
        </p:grpSpPr>
        <p:sp>
          <p:nvSpPr>
            <p:cNvPr id="16" name="Rectangle: Single Corner Snipped 15">
              <a:extLst>
                <a:ext uri="{FF2B5EF4-FFF2-40B4-BE49-F238E27FC236}">
                  <a16:creationId xmlns:a16="http://schemas.microsoft.com/office/drawing/2014/main" id="{84A6D132-A1F5-DD16-9198-AF9078C40532}"/>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IdentityConfig</a:t>
              </a:r>
              <a:endParaRPr lang="en-GB" sz="1000">
                <a:solidFill>
                  <a:schemeClr val="tx1"/>
                </a:solidFill>
              </a:endParaRPr>
            </a:p>
          </p:txBody>
        </p:sp>
        <p:sp>
          <p:nvSpPr>
            <p:cNvPr id="17" name="TextBox 16">
              <a:extLst>
                <a:ext uri="{FF2B5EF4-FFF2-40B4-BE49-F238E27FC236}">
                  <a16:creationId xmlns:a16="http://schemas.microsoft.com/office/drawing/2014/main" id="{F71F1ECE-FF10-20A3-E72E-CDDFB28B047A}"/>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grpSp>
        <p:nvGrpSpPr>
          <p:cNvPr id="18" name="Group 17">
            <a:extLst>
              <a:ext uri="{FF2B5EF4-FFF2-40B4-BE49-F238E27FC236}">
                <a16:creationId xmlns:a16="http://schemas.microsoft.com/office/drawing/2014/main" id="{A3EB176F-4FE3-06DA-F114-AAF473B374DF}"/>
              </a:ext>
            </a:extLst>
          </p:cNvPr>
          <p:cNvGrpSpPr/>
          <p:nvPr/>
        </p:nvGrpSpPr>
        <p:grpSpPr>
          <a:xfrm>
            <a:off x="5176835" y="4179084"/>
            <a:ext cx="1093336" cy="363237"/>
            <a:chOff x="897285" y="3856142"/>
            <a:chExt cx="986563" cy="363237"/>
          </a:xfrm>
        </p:grpSpPr>
        <p:sp>
          <p:nvSpPr>
            <p:cNvPr id="19" name="Rectangle: Single Corner Snipped 18">
              <a:extLst>
                <a:ext uri="{FF2B5EF4-FFF2-40B4-BE49-F238E27FC236}">
                  <a16:creationId xmlns:a16="http://schemas.microsoft.com/office/drawing/2014/main" id="{4253B8AD-A12A-1EDF-5A23-4BBFD90F4C1E}"/>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SecretsMgmt</a:t>
              </a:r>
              <a:endParaRPr lang="en-GB" sz="1000">
                <a:solidFill>
                  <a:schemeClr val="tx1"/>
                </a:solidFill>
              </a:endParaRPr>
            </a:p>
          </p:txBody>
        </p:sp>
        <p:sp>
          <p:nvSpPr>
            <p:cNvPr id="20" name="TextBox 19">
              <a:extLst>
                <a:ext uri="{FF2B5EF4-FFF2-40B4-BE49-F238E27FC236}">
                  <a16:creationId xmlns:a16="http://schemas.microsoft.com/office/drawing/2014/main" id="{DC9B6495-A787-215E-6926-1D826790C578}"/>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grpSp>
        <p:nvGrpSpPr>
          <p:cNvPr id="22" name="Group 21">
            <a:extLst>
              <a:ext uri="{FF2B5EF4-FFF2-40B4-BE49-F238E27FC236}">
                <a16:creationId xmlns:a16="http://schemas.microsoft.com/office/drawing/2014/main" id="{EABA76EC-3C0F-8C2D-7BD1-B81928EE2345}"/>
              </a:ext>
            </a:extLst>
          </p:cNvPr>
          <p:cNvGrpSpPr/>
          <p:nvPr/>
        </p:nvGrpSpPr>
        <p:grpSpPr>
          <a:xfrm>
            <a:off x="5176835" y="4625920"/>
            <a:ext cx="1093336" cy="363237"/>
            <a:chOff x="897285" y="3856142"/>
            <a:chExt cx="986563" cy="363237"/>
          </a:xfrm>
        </p:grpSpPr>
        <p:sp>
          <p:nvSpPr>
            <p:cNvPr id="55" name="Rectangle: Single Corner Snipped 54">
              <a:extLst>
                <a:ext uri="{FF2B5EF4-FFF2-40B4-BE49-F238E27FC236}">
                  <a16:creationId xmlns:a16="http://schemas.microsoft.com/office/drawing/2014/main" id="{18ABBF7D-1E05-338E-D548-7CCD7B32B6FF}"/>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AIMgmt</a:t>
              </a:r>
              <a:endParaRPr lang="en-GB" sz="1000">
                <a:solidFill>
                  <a:schemeClr val="tx1"/>
                </a:solidFill>
              </a:endParaRPr>
            </a:p>
          </p:txBody>
        </p:sp>
        <p:sp>
          <p:nvSpPr>
            <p:cNvPr id="56" name="TextBox 55">
              <a:extLst>
                <a:ext uri="{FF2B5EF4-FFF2-40B4-BE49-F238E27FC236}">
                  <a16:creationId xmlns:a16="http://schemas.microsoft.com/office/drawing/2014/main" id="{82E24881-8CCF-8CA7-44F7-86381BD66897}"/>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cxnSp>
        <p:nvCxnSpPr>
          <p:cNvPr id="57" name="Straight Arrow Connector 56">
            <a:extLst>
              <a:ext uri="{FF2B5EF4-FFF2-40B4-BE49-F238E27FC236}">
                <a16:creationId xmlns:a16="http://schemas.microsoft.com/office/drawing/2014/main" id="{8CFBDB32-AB6B-54D9-93BC-A00014F57CD9}"/>
              </a:ext>
            </a:extLst>
          </p:cNvPr>
          <p:cNvCxnSpPr>
            <a:cxnSpLocks/>
          </p:cNvCxnSpPr>
          <p:nvPr/>
        </p:nvCxnSpPr>
        <p:spPr>
          <a:xfrm>
            <a:off x="6638266" y="3023245"/>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D54690B3-AE06-B9CF-3E7E-37DFE8EAEB78}"/>
              </a:ext>
            </a:extLst>
          </p:cNvPr>
          <p:cNvCxnSpPr>
            <a:cxnSpLocks/>
          </p:cNvCxnSpPr>
          <p:nvPr/>
        </p:nvCxnSpPr>
        <p:spPr>
          <a:xfrm>
            <a:off x="6638266" y="4385380"/>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CB39A37E-AE16-22E7-F6D9-3A3B363D2408}"/>
              </a:ext>
            </a:extLst>
          </p:cNvPr>
          <p:cNvCxnSpPr>
            <a:cxnSpLocks/>
          </p:cNvCxnSpPr>
          <p:nvPr/>
        </p:nvCxnSpPr>
        <p:spPr>
          <a:xfrm>
            <a:off x="6638266" y="3477290"/>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7D7D47F3-82CC-E220-94B1-94F4BF5E385A}"/>
              </a:ext>
            </a:extLst>
          </p:cNvPr>
          <p:cNvCxnSpPr>
            <a:cxnSpLocks/>
          </p:cNvCxnSpPr>
          <p:nvPr/>
        </p:nvCxnSpPr>
        <p:spPr>
          <a:xfrm>
            <a:off x="6638266" y="4839423"/>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4CB38EE0-79E5-D729-21B1-F32A17AA269C}"/>
              </a:ext>
            </a:extLst>
          </p:cNvPr>
          <p:cNvCxnSpPr>
            <a:cxnSpLocks/>
          </p:cNvCxnSpPr>
          <p:nvPr/>
        </p:nvCxnSpPr>
        <p:spPr>
          <a:xfrm>
            <a:off x="6638266" y="3931335"/>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4D6225A1-265C-A268-D06E-CB2F88084AB7}"/>
              </a:ext>
            </a:extLst>
          </p:cNvPr>
          <p:cNvCxnSpPr/>
          <p:nvPr/>
        </p:nvCxnSpPr>
        <p:spPr>
          <a:xfrm>
            <a:off x="4680070" y="3997678"/>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4" name="Straight Arrow Connector 1023">
            <a:extLst>
              <a:ext uri="{FF2B5EF4-FFF2-40B4-BE49-F238E27FC236}">
                <a16:creationId xmlns:a16="http://schemas.microsoft.com/office/drawing/2014/main" id="{57AE1DC2-D811-8332-8E39-4A163E0C62E1}"/>
              </a:ext>
            </a:extLst>
          </p:cNvPr>
          <p:cNvCxnSpPr>
            <a:cxnSpLocks/>
          </p:cNvCxnSpPr>
          <p:nvPr/>
        </p:nvCxnSpPr>
        <p:spPr>
          <a:xfrm>
            <a:off x="9697768" y="3106153"/>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5" name="Straight Arrow Connector 1024">
            <a:extLst>
              <a:ext uri="{FF2B5EF4-FFF2-40B4-BE49-F238E27FC236}">
                <a16:creationId xmlns:a16="http://schemas.microsoft.com/office/drawing/2014/main" id="{3E8A1699-70D7-AE05-BFCC-786F1B2DD8AC}"/>
              </a:ext>
            </a:extLst>
          </p:cNvPr>
          <p:cNvCxnSpPr>
            <a:cxnSpLocks/>
          </p:cNvCxnSpPr>
          <p:nvPr/>
        </p:nvCxnSpPr>
        <p:spPr>
          <a:xfrm>
            <a:off x="9697768" y="4468288"/>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7" name="Straight Arrow Connector 1026">
            <a:extLst>
              <a:ext uri="{FF2B5EF4-FFF2-40B4-BE49-F238E27FC236}">
                <a16:creationId xmlns:a16="http://schemas.microsoft.com/office/drawing/2014/main" id="{9EDC0EF6-5BE5-BC8D-14B7-6DB235378252}"/>
              </a:ext>
            </a:extLst>
          </p:cNvPr>
          <p:cNvCxnSpPr>
            <a:cxnSpLocks/>
          </p:cNvCxnSpPr>
          <p:nvPr/>
        </p:nvCxnSpPr>
        <p:spPr>
          <a:xfrm>
            <a:off x="9697768" y="3560198"/>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8" name="Straight Arrow Connector 1027">
            <a:extLst>
              <a:ext uri="{FF2B5EF4-FFF2-40B4-BE49-F238E27FC236}">
                <a16:creationId xmlns:a16="http://schemas.microsoft.com/office/drawing/2014/main" id="{A75B7038-6C6B-4310-8D00-71FF0BF371B1}"/>
              </a:ext>
            </a:extLst>
          </p:cNvPr>
          <p:cNvCxnSpPr>
            <a:cxnSpLocks/>
          </p:cNvCxnSpPr>
          <p:nvPr/>
        </p:nvCxnSpPr>
        <p:spPr>
          <a:xfrm>
            <a:off x="9697768" y="4922331"/>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9" name="Straight Arrow Connector 1028">
            <a:extLst>
              <a:ext uri="{FF2B5EF4-FFF2-40B4-BE49-F238E27FC236}">
                <a16:creationId xmlns:a16="http://schemas.microsoft.com/office/drawing/2014/main" id="{24495747-8820-A07F-BA05-6D4F3D8C3784}"/>
              </a:ext>
            </a:extLst>
          </p:cNvPr>
          <p:cNvCxnSpPr>
            <a:cxnSpLocks/>
          </p:cNvCxnSpPr>
          <p:nvPr/>
        </p:nvCxnSpPr>
        <p:spPr>
          <a:xfrm>
            <a:off x="9697768" y="4014243"/>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30" name="TextBox 1029">
            <a:extLst>
              <a:ext uri="{FF2B5EF4-FFF2-40B4-BE49-F238E27FC236}">
                <a16:creationId xmlns:a16="http://schemas.microsoft.com/office/drawing/2014/main" id="{FE39B2A6-521E-CE49-B02C-1101B9549A67}"/>
              </a:ext>
            </a:extLst>
          </p:cNvPr>
          <p:cNvSpPr txBox="1"/>
          <p:nvPr/>
        </p:nvSpPr>
        <p:spPr>
          <a:xfrm rot="16200000">
            <a:off x="10020976" y="3687306"/>
            <a:ext cx="1832292" cy="461665"/>
          </a:xfrm>
          <a:prstGeom prst="rect">
            <a:avLst/>
          </a:prstGeom>
          <a:noFill/>
        </p:spPr>
        <p:txBody>
          <a:bodyPr wrap="square" rtlCol="0">
            <a:spAutoFit/>
          </a:bodyPr>
          <a:lstStyle/>
          <a:p>
            <a:pPr algn="ctr"/>
            <a:r>
              <a:rPr lang="en-GB" sz="1200"/>
              <a:t>Configure and manage underlying System</a:t>
            </a:r>
          </a:p>
        </p:txBody>
      </p:sp>
      <p:grpSp>
        <p:nvGrpSpPr>
          <p:cNvPr id="1031" name="Group 1030">
            <a:extLst>
              <a:ext uri="{FF2B5EF4-FFF2-40B4-BE49-F238E27FC236}">
                <a16:creationId xmlns:a16="http://schemas.microsoft.com/office/drawing/2014/main" id="{3F3FF5E8-36A8-F583-6681-66C99E1F8BF5}"/>
              </a:ext>
            </a:extLst>
          </p:cNvPr>
          <p:cNvGrpSpPr/>
          <p:nvPr/>
        </p:nvGrpSpPr>
        <p:grpSpPr>
          <a:xfrm>
            <a:off x="5176835" y="5072756"/>
            <a:ext cx="1093336" cy="363237"/>
            <a:chOff x="897285" y="3856142"/>
            <a:chExt cx="986563" cy="363237"/>
          </a:xfrm>
        </p:grpSpPr>
        <p:sp>
          <p:nvSpPr>
            <p:cNvPr id="1032" name="Rectangle: Single Corner Snipped 1031">
              <a:extLst>
                <a:ext uri="{FF2B5EF4-FFF2-40B4-BE49-F238E27FC236}">
                  <a16:creationId xmlns:a16="http://schemas.microsoft.com/office/drawing/2014/main" id="{0CC76F51-35CF-C981-D289-291B89E05C35}"/>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TBD…</a:t>
              </a:r>
            </a:p>
          </p:txBody>
        </p:sp>
        <p:sp>
          <p:nvSpPr>
            <p:cNvPr id="1033" name="TextBox 1032">
              <a:extLst>
                <a:ext uri="{FF2B5EF4-FFF2-40B4-BE49-F238E27FC236}">
                  <a16:creationId xmlns:a16="http://schemas.microsoft.com/office/drawing/2014/main" id="{54B3D945-21A6-0B7A-BBD0-326418A9C162}"/>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sp>
        <p:nvSpPr>
          <p:cNvPr id="5" name="Rectangle 4">
            <a:extLst>
              <a:ext uri="{FF2B5EF4-FFF2-40B4-BE49-F238E27FC236}">
                <a16:creationId xmlns:a16="http://schemas.microsoft.com/office/drawing/2014/main" id="{93B6A199-D26F-8A19-3564-87F507B2E0CD}"/>
              </a:ext>
            </a:extLst>
          </p:cNvPr>
          <p:cNvSpPr/>
          <p:nvPr/>
        </p:nvSpPr>
        <p:spPr>
          <a:xfrm>
            <a:off x="13895877" y="2055833"/>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Kong Gateway</a:t>
            </a:r>
          </a:p>
        </p:txBody>
      </p:sp>
      <p:grpSp>
        <p:nvGrpSpPr>
          <p:cNvPr id="21" name="Group 20">
            <a:extLst>
              <a:ext uri="{FF2B5EF4-FFF2-40B4-BE49-F238E27FC236}">
                <a16:creationId xmlns:a16="http://schemas.microsoft.com/office/drawing/2014/main" id="{3B15118F-4862-D277-D6F2-57BB95FD4D4E}"/>
              </a:ext>
            </a:extLst>
          </p:cNvPr>
          <p:cNvGrpSpPr/>
          <p:nvPr/>
        </p:nvGrpSpPr>
        <p:grpSpPr>
          <a:xfrm>
            <a:off x="13897196" y="3124375"/>
            <a:ext cx="3465401" cy="445335"/>
            <a:chOff x="1459365" y="5070014"/>
            <a:chExt cx="3465401" cy="445335"/>
          </a:xfrm>
        </p:grpSpPr>
        <p:sp>
          <p:nvSpPr>
            <p:cNvPr id="23" name="Rectangle 22">
              <a:extLst>
                <a:ext uri="{FF2B5EF4-FFF2-40B4-BE49-F238E27FC236}">
                  <a16:creationId xmlns:a16="http://schemas.microsoft.com/office/drawing/2014/main" id="{07BB21EF-B3CE-BACF-E9E4-7CC213106970}"/>
                </a:ext>
              </a:extLst>
            </p:cNvPr>
            <p:cNvSpPr/>
            <p:nvPr/>
          </p:nvSpPr>
          <p:spPr>
            <a:xfrm>
              <a:off x="1459365" y="5070014"/>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Istio Service Mesh</a:t>
              </a:r>
            </a:p>
          </p:txBody>
        </p:sp>
        <p:pic>
          <p:nvPicPr>
            <p:cNvPr id="62" name="Picture 61">
              <a:extLst>
                <a:ext uri="{FF2B5EF4-FFF2-40B4-BE49-F238E27FC236}">
                  <a16:creationId xmlns:a16="http://schemas.microsoft.com/office/drawing/2014/main" id="{3C576AA2-74CD-A537-2726-6195380E5308}"/>
                </a:ext>
              </a:extLst>
            </p:cNvPr>
            <p:cNvPicPr>
              <a:picLocks noChangeAspect="1"/>
            </p:cNvPicPr>
            <p:nvPr/>
          </p:nvPicPr>
          <p:blipFill>
            <a:blip r:embed="rId3"/>
            <a:stretch>
              <a:fillRect/>
            </a:stretch>
          </p:blipFill>
          <p:spPr>
            <a:xfrm>
              <a:off x="1495400" y="5165008"/>
              <a:ext cx="1303066" cy="248906"/>
            </a:xfrm>
            <a:prstGeom prst="rect">
              <a:avLst/>
            </a:prstGeom>
          </p:spPr>
        </p:pic>
      </p:grpSp>
      <p:grpSp>
        <p:nvGrpSpPr>
          <p:cNvPr id="1034" name="Group 1033">
            <a:extLst>
              <a:ext uri="{FF2B5EF4-FFF2-40B4-BE49-F238E27FC236}">
                <a16:creationId xmlns:a16="http://schemas.microsoft.com/office/drawing/2014/main" id="{3BCF7B8E-7D59-DB3D-F94F-B8DE38BBCD42}"/>
              </a:ext>
            </a:extLst>
          </p:cNvPr>
          <p:cNvGrpSpPr/>
          <p:nvPr/>
        </p:nvGrpSpPr>
        <p:grpSpPr>
          <a:xfrm>
            <a:off x="13897196" y="3647191"/>
            <a:ext cx="3465401" cy="445335"/>
            <a:chOff x="1459365" y="5614496"/>
            <a:chExt cx="3465401" cy="445335"/>
          </a:xfrm>
        </p:grpSpPr>
        <p:sp>
          <p:nvSpPr>
            <p:cNvPr id="1035" name="Rectangle 1034">
              <a:extLst>
                <a:ext uri="{FF2B5EF4-FFF2-40B4-BE49-F238E27FC236}">
                  <a16:creationId xmlns:a16="http://schemas.microsoft.com/office/drawing/2014/main" id="{1E4B6618-032F-0F2B-A9B4-412D013BCD23}"/>
                </a:ext>
              </a:extLst>
            </p:cNvPr>
            <p:cNvSpPr/>
            <p:nvPr/>
          </p:nvSpPr>
          <p:spPr>
            <a:xfrm>
              <a:off x="1459365" y="5614496"/>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Google Apigee</a:t>
              </a:r>
            </a:p>
          </p:txBody>
        </p:sp>
        <p:pic>
          <p:nvPicPr>
            <p:cNvPr id="1036" name="Picture 8" descr="Google Cloud Services Partners ...">
              <a:extLst>
                <a:ext uri="{FF2B5EF4-FFF2-40B4-BE49-F238E27FC236}">
                  <a16:creationId xmlns:a16="http://schemas.microsoft.com/office/drawing/2014/main" id="{1B7E4EE4-3213-2E9C-B2F2-30A485EB5A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9289" y="5709217"/>
              <a:ext cx="1581621" cy="277892"/>
            </a:xfrm>
            <a:prstGeom prst="rect">
              <a:avLst/>
            </a:prstGeom>
            <a:noFill/>
            <a:extLst>
              <a:ext uri="{909E8E84-426E-40DD-AFC4-6F175D3DCCD1}">
                <a14:hiddenFill xmlns:a14="http://schemas.microsoft.com/office/drawing/2010/main">
                  <a:solidFill>
                    <a:srgbClr val="FFFFFF"/>
                  </a:solidFill>
                </a14:hiddenFill>
              </a:ext>
            </a:extLst>
          </p:spPr>
        </p:pic>
      </p:grpSp>
      <p:pic>
        <p:nvPicPr>
          <p:cNvPr id="1037" name="Picture 10" descr="Kong Logo - PNG Logo Vector Brand Downloads (SVG, EPS)">
            <a:extLst>
              <a:ext uri="{FF2B5EF4-FFF2-40B4-BE49-F238E27FC236}">
                <a16:creationId xmlns:a16="http://schemas.microsoft.com/office/drawing/2014/main" id="{AFF1AC66-71F3-7F76-3041-A83C20346F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48001" y="2134283"/>
            <a:ext cx="1015739" cy="331173"/>
          </a:xfrm>
          <a:prstGeom prst="rect">
            <a:avLst/>
          </a:prstGeom>
          <a:noFill/>
          <a:extLst>
            <a:ext uri="{909E8E84-426E-40DD-AFC4-6F175D3DCCD1}">
              <a14:hiddenFill xmlns:a14="http://schemas.microsoft.com/office/drawing/2010/main">
                <a:solidFill>
                  <a:srgbClr val="FFFFFF"/>
                </a:solidFill>
              </a14:hiddenFill>
            </a:ext>
          </a:extLst>
        </p:spPr>
      </p:pic>
      <p:grpSp>
        <p:nvGrpSpPr>
          <p:cNvPr id="1038" name="Group 1037">
            <a:extLst>
              <a:ext uri="{FF2B5EF4-FFF2-40B4-BE49-F238E27FC236}">
                <a16:creationId xmlns:a16="http://schemas.microsoft.com/office/drawing/2014/main" id="{13583FC2-ECCC-C56C-70FC-1C34E9604395}"/>
              </a:ext>
            </a:extLst>
          </p:cNvPr>
          <p:cNvGrpSpPr/>
          <p:nvPr/>
        </p:nvGrpSpPr>
        <p:grpSpPr>
          <a:xfrm>
            <a:off x="13666532" y="4519269"/>
            <a:ext cx="3691188" cy="785625"/>
            <a:chOff x="7514547" y="2600428"/>
            <a:chExt cx="3691188" cy="785625"/>
          </a:xfrm>
        </p:grpSpPr>
        <p:sp>
          <p:nvSpPr>
            <p:cNvPr id="1039" name="Rectangle 1038">
              <a:extLst>
                <a:ext uri="{FF2B5EF4-FFF2-40B4-BE49-F238E27FC236}">
                  <a16:creationId xmlns:a16="http://schemas.microsoft.com/office/drawing/2014/main" id="{EC73ACA7-B390-193D-FCC2-BD14FD5C091E}"/>
                </a:ext>
              </a:extLst>
            </p:cNvPr>
            <p:cNvSpPr/>
            <p:nvPr/>
          </p:nvSpPr>
          <p:spPr>
            <a:xfrm>
              <a:off x="7740334" y="2780450"/>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err="1">
                  <a:ln w="0"/>
                  <a:solidFill>
                    <a:schemeClr val="tx1"/>
                  </a:solidFill>
                  <a:effectLst>
                    <a:outerShdw blurRad="38100" dist="19050" dir="2700000" algn="tl" rotWithShape="0">
                      <a:schemeClr val="dk1">
                        <a:alpha val="40000"/>
                      </a:schemeClr>
                    </a:outerShdw>
                  </a:effectLst>
                </a:rPr>
                <a:t>WhaleCloud</a:t>
              </a:r>
              <a:r>
                <a:rPr lang="en-GB" sz="900">
                  <a:ln w="0"/>
                  <a:solidFill>
                    <a:schemeClr val="tx1"/>
                  </a:solidFill>
                  <a:effectLst>
                    <a:outerShdw blurRad="38100" dist="19050" dir="2700000" algn="tl" rotWithShape="0">
                      <a:schemeClr val="dk1">
                        <a:alpha val="40000"/>
                      </a:schemeClr>
                    </a:outerShdw>
                  </a:effectLst>
                </a:rPr>
                <a:t> APIG</a:t>
              </a:r>
            </a:p>
          </p:txBody>
        </p:sp>
        <p:pic>
          <p:nvPicPr>
            <p:cNvPr id="1040" name="Picture 16" descr="Whale Cloud ZSmart v9 – TM Forum">
              <a:extLst>
                <a:ext uri="{FF2B5EF4-FFF2-40B4-BE49-F238E27FC236}">
                  <a16:creationId xmlns:a16="http://schemas.microsoft.com/office/drawing/2014/main" id="{D0D333CC-0086-79B3-7E17-6BD31FEDABD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14547" y="2600428"/>
              <a:ext cx="2081268" cy="78562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41" name="Group 1040">
            <a:extLst>
              <a:ext uri="{FF2B5EF4-FFF2-40B4-BE49-F238E27FC236}">
                <a16:creationId xmlns:a16="http://schemas.microsoft.com/office/drawing/2014/main" id="{0C0BCF3D-BEB1-4D79-2FBE-A2C671C93F4F}"/>
              </a:ext>
            </a:extLst>
          </p:cNvPr>
          <p:cNvGrpSpPr/>
          <p:nvPr/>
        </p:nvGrpSpPr>
        <p:grpSpPr>
          <a:xfrm>
            <a:off x="13819196" y="3944842"/>
            <a:ext cx="3542082" cy="928041"/>
            <a:chOff x="7663653" y="2042753"/>
            <a:chExt cx="3542082" cy="928041"/>
          </a:xfrm>
        </p:grpSpPr>
        <p:sp>
          <p:nvSpPr>
            <p:cNvPr id="1042" name="Rectangle 1041">
              <a:extLst>
                <a:ext uri="{FF2B5EF4-FFF2-40B4-BE49-F238E27FC236}">
                  <a16:creationId xmlns:a16="http://schemas.microsoft.com/office/drawing/2014/main" id="{EC7AD7A2-63C3-135F-D7F1-B0BF69134F60}"/>
                </a:ext>
              </a:extLst>
            </p:cNvPr>
            <p:cNvSpPr/>
            <p:nvPr/>
          </p:nvSpPr>
          <p:spPr>
            <a:xfrm>
              <a:off x="7740334" y="2268346"/>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Microsoft Azure API Management</a:t>
              </a:r>
            </a:p>
          </p:txBody>
        </p:sp>
        <p:pic>
          <p:nvPicPr>
            <p:cNvPr id="1043" name="Picture 14" descr="Download Microsoft Azure (Windows Azure) Logo in SVG Vector or PNG File ...">
              <a:extLst>
                <a:ext uri="{FF2B5EF4-FFF2-40B4-BE49-F238E27FC236}">
                  <a16:creationId xmlns:a16="http://schemas.microsoft.com/office/drawing/2014/main" id="{DB4396AF-7B48-8F2F-4DED-6601A456D42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63653" y="2042753"/>
              <a:ext cx="1392062" cy="9280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44" name="Group 1043">
            <a:extLst>
              <a:ext uri="{FF2B5EF4-FFF2-40B4-BE49-F238E27FC236}">
                <a16:creationId xmlns:a16="http://schemas.microsoft.com/office/drawing/2014/main" id="{3FAF79D9-EB7B-AE52-0375-87679CC9AA68}"/>
              </a:ext>
            </a:extLst>
          </p:cNvPr>
          <p:cNvGrpSpPr/>
          <p:nvPr/>
        </p:nvGrpSpPr>
        <p:grpSpPr>
          <a:xfrm>
            <a:off x="13897196" y="2587243"/>
            <a:ext cx="3465401" cy="445335"/>
            <a:chOff x="1459365" y="4590288"/>
            <a:chExt cx="3465401" cy="445335"/>
          </a:xfrm>
        </p:grpSpPr>
        <p:sp>
          <p:nvSpPr>
            <p:cNvPr id="1045" name="Rectangle 1044">
              <a:extLst>
                <a:ext uri="{FF2B5EF4-FFF2-40B4-BE49-F238E27FC236}">
                  <a16:creationId xmlns:a16="http://schemas.microsoft.com/office/drawing/2014/main" id="{F67E7A0C-8B7B-E600-ED42-19127B659627}"/>
                </a:ext>
              </a:extLst>
            </p:cNvPr>
            <p:cNvSpPr/>
            <p:nvPr/>
          </p:nvSpPr>
          <p:spPr>
            <a:xfrm>
              <a:off x="1459365" y="4590288"/>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Apache APISIX</a:t>
              </a:r>
            </a:p>
          </p:txBody>
        </p:sp>
        <p:pic>
          <p:nvPicPr>
            <p:cNvPr id="1046" name="Picture 6" descr="Apache Software Foundation | Iknow LLC">
              <a:extLst>
                <a:ext uri="{FF2B5EF4-FFF2-40B4-BE49-F238E27FC236}">
                  <a16:creationId xmlns:a16="http://schemas.microsoft.com/office/drawing/2014/main" id="{F08668A8-28CB-CF41-AB2D-5BD38799CD6D}"/>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a:stretch/>
          </p:blipFill>
          <p:spPr bwMode="auto">
            <a:xfrm>
              <a:off x="1495400" y="4600300"/>
              <a:ext cx="984159" cy="408877"/>
            </a:xfrm>
            <a:prstGeom prst="rect">
              <a:avLst/>
            </a:prstGeom>
            <a:noFill/>
            <a:extLst>
              <a:ext uri="{909E8E84-426E-40DD-AFC4-6F175D3DCCD1}">
                <a14:hiddenFill xmlns:a14="http://schemas.microsoft.com/office/drawing/2010/main">
                  <a:solidFill>
                    <a:srgbClr val="FFFFFF"/>
                  </a:solidFill>
                </a14:hiddenFill>
              </a:ext>
            </a:extLst>
          </p:spPr>
        </p:pic>
      </p:grpSp>
      <p:sp>
        <p:nvSpPr>
          <p:cNvPr id="1047" name="Trapezoid 70">
            <a:extLst>
              <a:ext uri="{FF2B5EF4-FFF2-40B4-BE49-F238E27FC236}">
                <a16:creationId xmlns:a16="http://schemas.microsoft.com/office/drawing/2014/main" id="{1D494BCC-5B83-D14C-3D19-CCF27981DE1F}"/>
              </a:ext>
            </a:extLst>
          </p:cNvPr>
          <p:cNvSpPr/>
          <p:nvPr/>
        </p:nvSpPr>
        <p:spPr>
          <a:xfrm rot="16200000">
            <a:off x="11464436" y="2871508"/>
            <a:ext cx="3137698" cy="1523283"/>
          </a:xfrm>
          <a:custGeom>
            <a:avLst/>
            <a:gdLst>
              <a:gd name="connsiteX0" fmla="*/ 0 w 522680"/>
              <a:gd name="connsiteY0" fmla="*/ 813979 h 813979"/>
              <a:gd name="connsiteX1" fmla="*/ 130670 w 522680"/>
              <a:gd name="connsiteY1" fmla="*/ 0 h 813979"/>
              <a:gd name="connsiteX2" fmla="*/ 392010 w 522680"/>
              <a:gd name="connsiteY2" fmla="*/ 0 h 813979"/>
              <a:gd name="connsiteX3" fmla="*/ 522680 w 522680"/>
              <a:gd name="connsiteY3" fmla="*/ 813979 h 813979"/>
              <a:gd name="connsiteX4" fmla="*/ 0 w 522680"/>
              <a:gd name="connsiteY4" fmla="*/ 813979 h 813979"/>
              <a:gd name="connsiteX0" fmla="*/ 0 w 2488217"/>
              <a:gd name="connsiteY0" fmla="*/ 1523283 h 1523283"/>
              <a:gd name="connsiteX1" fmla="*/ 2096207 w 2488217"/>
              <a:gd name="connsiteY1" fmla="*/ 0 h 1523283"/>
              <a:gd name="connsiteX2" fmla="*/ 2357547 w 2488217"/>
              <a:gd name="connsiteY2" fmla="*/ 0 h 1523283"/>
              <a:gd name="connsiteX3" fmla="*/ 2488217 w 2488217"/>
              <a:gd name="connsiteY3" fmla="*/ 813979 h 1523283"/>
              <a:gd name="connsiteX4" fmla="*/ 0 w 2488217"/>
              <a:gd name="connsiteY4" fmla="*/ 1523283 h 1523283"/>
              <a:gd name="connsiteX0" fmla="*/ 0 w 3137698"/>
              <a:gd name="connsiteY0" fmla="*/ 1523283 h 1523283"/>
              <a:gd name="connsiteX1" fmla="*/ 2096207 w 3137698"/>
              <a:gd name="connsiteY1" fmla="*/ 0 h 1523283"/>
              <a:gd name="connsiteX2" fmla="*/ 2357547 w 3137698"/>
              <a:gd name="connsiteY2" fmla="*/ 0 h 1523283"/>
              <a:gd name="connsiteX3" fmla="*/ 3137698 w 3137698"/>
              <a:gd name="connsiteY3" fmla="*/ 1523280 h 1523283"/>
              <a:gd name="connsiteX4" fmla="*/ 0 w 3137698"/>
              <a:gd name="connsiteY4" fmla="*/ 1523283 h 15232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7698" h="1523283">
                <a:moveTo>
                  <a:pt x="0" y="1523283"/>
                </a:moveTo>
                <a:lnTo>
                  <a:pt x="2096207" y="0"/>
                </a:lnTo>
                <a:lnTo>
                  <a:pt x="2357547" y="0"/>
                </a:lnTo>
                <a:lnTo>
                  <a:pt x="3137698" y="1523280"/>
                </a:lnTo>
                <a:lnTo>
                  <a:pt x="0" y="1523283"/>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34380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D0D70-FF17-20C4-0FF5-BCF3C54CA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1D1EC8-B362-42BA-6973-89D1DC342D16}"/>
              </a:ext>
            </a:extLst>
          </p:cNvPr>
          <p:cNvSpPr>
            <a:spLocks noGrp="1"/>
          </p:cNvSpPr>
          <p:nvPr>
            <p:ph type="title"/>
          </p:nvPr>
        </p:nvSpPr>
        <p:spPr>
          <a:xfrm>
            <a:off x="452852" y="469089"/>
            <a:ext cx="11588894" cy="549275"/>
          </a:xfrm>
        </p:spPr>
        <p:txBody>
          <a:bodyPr/>
          <a:lstStyle/>
          <a:p>
            <a:r>
              <a:rPr lang="en-GB"/>
              <a:t>Canvas as a set of Modular Software Operators </a:t>
            </a:r>
            <a:r>
              <a:rPr lang="en-GB">
                <a:solidFill>
                  <a:srgbClr val="FF0000"/>
                </a:solidFill>
              </a:rPr>
              <a:t>– API Exposure</a:t>
            </a:r>
          </a:p>
        </p:txBody>
      </p:sp>
      <p:sp>
        <p:nvSpPr>
          <p:cNvPr id="4" name="TextBox 3">
            <a:extLst>
              <a:ext uri="{FF2B5EF4-FFF2-40B4-BE49-F238E27FC236}">
                <a16:creationId xmlns:a16="http://schemas.microsoft.com/office/drawing/2014/main" id="{AA4FFEA3-312C-D396-B4E0-ED3E37776551}"/>
              </a:ext>
            </a:extLst>
          </p:cNvPr>
          <p:cNvSpPr txBox="1"/>
          <p:nvPr/>
        </p:nvSpPr>
        <p:spPr>
          <a:xfrm>
            <a:off x="544154" y="981651"/>
            <a:ext cx="10479231" cy="1015663"/>
          </a:xfrm>
          <a:prstGeom prst="rect">
            <a:avLst/>
          </a:prstGeom>
          <a:noFill/>
        </p:spPr>
        <p:txBody>
          <a:bodyPr wrap="square" rtlCol="0">
            <a:spAutoFit/>
          </a:bodyPr>
          <a:lstStyle/>
          <a:p>
            <a:pPr>
              <a:spcBef>
                <a:spcPts val="1200"/>
              </a:spcBef>
            </a:pPr>
            <a:r>
              <a:rPr lang="en-US" sz="2000"/>
              <a:t>The Canvas can be technically implemented on a range of underlying technologies. For example, the </a:t>
            </a:r>
            <a:r>
              <a:rPr lang="en-US" sz="2000" err="1"/>
              <a:t>refefence</a:t>
            </a:r>
            <a:r>
              <a:rPr lang="en-US" sz="2000"/>
              <a:t> implementation has 6 different API Operator, and you could potentially develop an operator for any API Gateway or Service Mesh.</a:t>
            </a:r>
            <a:endParaRPr lang="en-GB" sz="2000"/>
          </a:p>
        </p:txBody>
      </p:sp>
      <p:grpSp>
        <p:nvGrpSpPr>
          <p:cNvPr id="24" name="Group 23">
            <a:extLst>
              <a:ext uri="{FF2B5EF4-FFF2-40B4-BE49-F238E27FC236}">
                <a16:creationId xmlns:a16="http://schemas.microsoft.com/office/drawing/2014/main" id="{669CCD7D-2F6D-A698-4A21-5A8D5E8E88B6}"/>
              </a:ext>
            </a:extLst>
          </p:cNvPr>
          <p:cNvGrpSpPr/>
          <p:nvPr/>
        </p:nvGrpSpPr>
        <p:grpSpPr>
          <a:xfrm>
            <a:off x="4730607" y="2836848"/>
            <a:ext cx="1878178" cy="249616"/>
            <a:chOff x="10794614" y="2763311"/>
            <a:chExt cx="1349825" cy="214785"/>
          </a:xfrm>
        </p:grpSpPr>
        <p:sp>
          <p:nvSpPr>
            <p:cNvPr id="53" name="Rectangle 52">
              <a:extLst>
                <a:ext uri="{FF2B5EF4-FFF2-40B4-BE49-F238E27FC236}">
                  <a16:creationId xmlns:a16="http://schemas.microsoft.com/office/drawing/2014/main" id="{9BEA6077-18A4-3E11-6415-25F10631ABBE}"/>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API Management</a:t>
              </a:r>
            </a:p>
          </p:txBody>
        </p:sp>
        <p:sp>
          <p:nvSpPr>
            <p:cNvPr id="54" name="Rectangle 53">
              <a:extLst>
                <a:ext uri="{FF2B5EF4-FFF2-40B4-BE49-F238E27FC236}">
                  <a16:creationId xmlns:a16="http://schemas.microsoft.com/office/drawing/2014/main" id="{11111D15-F6C5-C7D0-85CD-D230FBAC3516}"/>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5" name="Group 24">
            <a:extLst>
              <a:ext uri="{FF2B5EF4-FFF2-40B4-BE49-F238E27FC236}">
                <a16:creationId xmlns:a16="http://schemas.microsoft.com/office/drawing/2014/main" id="{D8768DE3-6077-3E92-B30D-554CBDAACAF1}"/>
              </a:ext>
            </a:extLst>
          </p:cNvPr>
          <p:cNvGrpSpPr/>
          <p:nvPr/>
        </p:nvGrpSpPr>
        <p:grpSpPr>
          <a:xfrm>
            <a:off x="4730607" y="3671501"/>
            <a:ext cx="1878178" cy="249616"/>
            <a:chOff x="10795124" y="3486136"/>
            <a:chExt cx="1349825" cy="214785"/>
          </a:xfrm>
        </p:grpSpPr>
        <p:sp>
          <p:nvSpPr>
            <p:cNvPr id="51" name="Rectangle 50">
              <a:extLst>
                <a:ext uri="{FF2B5EF4-FFF2-40B4-BE49-F238E27FC236}">
                  <a16:creationId xmlns:a16="http://schemas.microsoft.com/office/drawing/2014/main" id="{0F2557CB-4210-9247-9760-831A67D781ED}"/>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Identity Management</a:t>
              </a:r>
            </a:p>
          </p:txBody>
        </p:sp>
        <p:sp>
          <p:nvSpPr>
            <p:cNvPr id="52" name="Rectangle 51">
              <a:extLst>
                <a:ext uri="{FF2B5EF4-FFF2-40B4-BE49-F238E27FC236}">
                  <a16:creationId xmlns:a16="http://schemas.microsoft.com/office/drawing/2014/main" id="{677151A8-38AF-82F4-F618-64D2D9AC5E7E}"/>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6" name="Group 25">
            <a:extLst>
              <a:ext uri="{FF2B5EF4-FFF2-40B4-BE49-F238E27FC236}">
                <a16:creationId xmlns:a16="http://schemas.microsoft.com/office/drawing/2014/main" id="{14D6D125-752B-3A6B-48F2-178D6BE96C20}"/>
              </a:ext>
            </a:extLst>
          </p:cNvPr>
          <p:cNvGrpSpPr/>
          <p:nvPr/>
        </p:nvGrpSpPr>
        <p:grpSpPr>
          <a:xfrm>
            <a:off x="4730607" y="3393284"/>
            <a:ext cx="1878178" cy="249616"/>
            <a:chOff x="10795124" y="3246143"/>
            <a:chExt cx="1349825" cy="214785"/>
          </a:xfrm>
        </p:grpSpPr>
        <p:sp>
          <p:nvSpPr>
            <p:cNvPr id="49" name="Rectangle 48">
              <a:extLst>
                <a:ext uri="{FF2B5EF4-FFF2-40B4-BE49-F238E27FC236}">
                  <a16:creationId xmlns:a16="http://schemas.microsoft.com/office/drawing/2014/main" id="{92DE85F3-24E4-D132-49ED-DB7EF8355A6A}"/>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Event Management</a:t>
              </a:r>
            </a:p>
          </p:txBody>
        </p:sp>
        <p:sp>
          <p:nvSpPr>
            <p:cNvPr id="50" name="Rectangle 49">
              <a:extLst>
                <a:ext uri="{FF2B5EF4-FFF2-40B4-BE49-F238E27FC236}">
                  <a16:creationId xmlns:a16="http://schemas.microsoft.com/office/drawing/2014/main" id="{F9218F99-66FA-8A1B-B795-65CA163B7904}"/>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7" name="Group 26">
            <a:extLst>
              <a:ext uri="{FF2B5EF4-FFF2-40B4-BE49-F238E27FC236}">
                <a16:creationId xmlns:a16="http://schemas.microsoft.com/office/drawing/2014/main" id="{0D0199ED-AFD7-19D8-43B0-2F86F8F6F7F2}"/>
              </a:ext>
            </a:extLst>
          </p:cNvPr>
          <p:cNvGrpSpPr/>
          <p:nvPr/>
        </p:nvGrpSpPr>
        <p:grpSpPr>
          <a:xfrm>
            <a:off x="4730607" y="3949719"/>
            <a:ext cx="1878178" cy="249616"/>
            <a:chOff x="10795124" y="3722555"/>
            <a:chExt cx="1349825" cy="214785"/>
          </a:xfrm>
        </p:grpSpPr>
        <p:sp>
          <p:nvSpPr>
            <p:cNvPr id="47" name="Rectangle 46">
              <a:extLst>
                <a:ext uri="{FF2B5EF4-FFF2-40B4-BE49-F238E27FC236}">
                  <a16:creationId xmlns:a16="http://schemas.microsoft.com/office/drawing/2014/main" id="{140BDA86-A9CA-B5F7-73E9-C57599C215FC}"/>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Secrets Management</a:t>
              </a:r>
            </a:p>
          </p:txBody>
        </p:sp>
        <p:sp>
          <p:nvSpPr>
            <p:cNvPr id="48" name="Rectangle 47">
              <a:extLst>
                <a:ext uri="{FF2B5EF4-FFF2-40B4-BE49-F238E27FC236}">
                  <a16:creationId xmlns:a16="http://schemas.microsoft.com/office/drawing/2014/main" id="{AE004280-E87E-E101-2E4E-1EC346B6BD89}"/>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8" name="Group 27">
            <a:extLst>
              <a:ext uri="{FF2B5EF4-FFF2-40B4-BE49-F238E27FC236}">
                <a16:creationId xmlns:a16="http://schemas.microsoft.com/office/drawing/2014/main" id="{A9340983-CA0A-B22F-AF1A-B1FC71AEB5B5}"/>
              </a:ext>
            </a:extLst>
          </p:cNvPr>
          <p:cNvGrpSpPr/>
          <p:nvPr/>
        </p:nvGrpSpPr>
        <p:grpSpPr>
          <a:xfrm>
            <a:off x="4730607" y="4227937"/>
            <a:ext cx="1878178" cy="249616"/>
            <a:chOff x="10795124" y="3961903"/>
            <a:chExt cx="1349825" cy="214785"/>
          </a:xfrm>
        </p:grpSpPr>
        <p:sp>
          <p:nvSpPr>
            <p:cNvPr id="45" name="Rectangle 44">
              <a:extLst>
                <a:ext uri="{FF2B5EF4-FFF2-40B4-BE49-F238E27FC236}">
                  <a16:creationId xmlns:a16="http://schemas.microsoft.com/office/drawing/2014/main" id="{F3A48919-D016-6B27-194F-A27AB533875B}"/>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Carbon Management</a:t>
              </a:r>
            </a:p>
          </p:txBody>
        </p:sp>
        <p:sp>
          <p:nvSpPr>
            <p:cNvPr id="46" name="Rectangle 45">
              <a:extLst>
                <a:ext uri="{FF2B5EF4-FFF2-40B4-BE49-F238E27FC236}">
                  <a16:creationId xmlns:a16="http://schemas.microsoft.com/office/drawing/2014/main" id="{49C61B49-83F9-AFA0-8D87-855E39605A08}"/>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9" name="Group 28">
            <a:extLst>
              <a:ext uri="{FF2B5EF4-FFF2-40B4-BE49-F238E27FC236}">
                <a16:creationId xmlns:a16="http://schemas.microsoft.com/office/drawing/2014/main" id="{5045B944-4A88-CAEA-5BD4-A6C4B7254526}"/>
              </a:ext>
            </a:extLst>
          </p:cNvPr>
          <p:cNvGrpSpPr/>
          <p:nvPr/>
        </p:nvGrpSpPr>
        <p:grpSpPr>
          <a:xfrm>
            <a:off x="4730607" y="3115066"/>
            <a:ext cx="1878178" cy="249616"/>
            <a:chOff x="10794612" y="3006829"/>
            <a:chExt cx="1349825" cy="214785"/>
          </a:xfrm>
        </p:grpSpPr>
        <p:sp>
          <p:nvSpPr>
            <p:cNvPr id="43" name="Rectangle 42">
              <a:extLst>
                <a:ext uri="{FF2B5EF4-FFF2-40B4-BE49-F238E27FC236}">
                  <a16:creationId xmlns:a16="http://schemas.microsoft.com/office/drawing/2014/main" id="{06AA0F59-C02B-1A0D-7861-351D4944DC0D}"/>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Observability Management</a:t>
              </a:r>
            </a:p>
          </p:txBody>
        </p:sp>
        <p:sp>
          <p:nvSpPr>
            <p:cNvPr id="44" name="Rectangle 43">
              <a:extLst>
                <a:ext uri="{FF2B5EF4-FFF2-40B4-BE49-F238E27FC236}">
                  <a16:creationId xmlns:a16="http://schemas.microsoft.com/office/drawing/2014/main" id="{7AD62243-998C-DD51-67A2-0CD1FDE5CFBE}"/>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sp>
        <p:nvSpPr>
          <p:cNvPr id="30" name="TextBox 29">
            <a:extLst>
              <a:ext uri="{FF2B5EF4-FFF2-40B4-BE49-F238E27FC236}">
                <a16:creationId xmlns:a16="http://schemas.microsoft.com/office/drawing/2014/main" id="{E0A536B5-0E7D-FECB-CC1E-40988DF61209}"/>
              </a:ext>
            </a:extLst>
          </p:cNvPr>
          <p:cNvSpPr txBox="1"/>
          <p:nvPr/>
        </p:nvSpPr>
        <p:spPr>
          <a:xfrm>
            <a:off x="4789610" y="2511590"/>
            <a:ext cx="1781771" cy="246221"/>
          </a:xfrm>
          <a:prstGeom prst="rect">
            <a:avLst/>
          </a:prstGeom>
          <a:noFill/>
        </p:spPr>
        <p:txBody>
          <a:bodyPr wrap="square" rtlCol="0">
            <a:spAutoFit/>
          </a:bodyPr>
          <a:lstStyle/>
          <a:p>
            <a:r>
              <a:rPr lang="en-GB" sz="1000"/>
              <a:t>Canvas Modular Operators</a:t>
            </a:r>
          </a:p>
        </p:txBody>
      </p:sp>
      <p:grpSp>
        <p:nvGrpSpPr>
          <p:cNvPr id="31" name="Group 30">
            <a:extLst>
              <a:ext uri="{FF2B5EF4-FFF2-40B4-BE49-F238E27FC236}">
                <a16:creationId xmlns:a16="http://schemas.microsoft.com/office/drawing/2014/main" id="{B1437540-3515-96C7-698E-24E621F3DD3F}"/>
              </a:ext>
            </a:extLst>
          </p:cNvPr>
          <p:cNvGrpSpPr/>
          <p:nvPr/>
        </p:nvGrpSpPr>
        <p:grpSpPr>
          <a:xfrm>
            <a:off x="4730607" y="4506155"/>
            <a:ext cx="1878178" cy="249616"/>
            <a:chOff x="10791949" y="4203203"/>
            <a:chExt cx="1349825" cy="214785"/>
          </a:xfrm>
        </p:grpSpPr>
        <p:sp>
          <p:nvSpPr>
            <p:cNvPr id="41" name="Rectangle 40">
              <a:extLst>
                <a:ext uri="{FF2B5EF4-FFF2-40B4-BE49-F238E27FC236}">
                  <a16:creationId xmlns:a16="http://schemas.microsoft.com/office/drawing/2014/main" id="{F431E940-7190-410C-6D9B-6FB9706A2F0F}"/>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Cost Management</a:t>
              </a:r>
            </a:p>
          </p:txBody>
        </p:sp>
        <p:sp>
          <p:nvSpPr>
            <p:cNvPr id="42" name="Rectangle 41">
              <a:extLst>
                <a:ext uri="{FF2B5EF4-FFF2-40B4-BE49-F238E27FC236}">
                  <a16:creationId xmlns:a16="http://schemas.microsoft.com/office/drawing/2014/main" id="{9A23C77D-104B-5AE8-A450-AEC65807E9AC}"/>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2" name="Group 31">
            <a:extLst>
              <a:ext uri="{FF2B5EF4-FFF2-40B4-BE49-F238E27FC236}">
                <a16:creationId xmlns:a16="http://schemas.microsoft.com/office/drawing/2014/main" id="{17FF0FF0-92E3-DA55-C0D7-9BDD19BFEA63}"/>
              </a:ext>
            </a:extLst>
          </p:cNvPr>
          <p:cNvGrpSpPr/>
          <p:nvPr/>
        </p:nvGrpSpPr>
        <p:grpSpPr>
          <a:xfrm>
            <a:off x="4730607" y="4784372"/>
            <a:ext cx="1878178" cy="249616"/>
            <a:chOff x="10791949" y="4444503"/>
            <a:chExt cx="1349825" cy="214785"/>
          </a:xfrm>
        </p:grpSpPr>
        <p:sp>
          <p:nvSpPr>
            <p:cNvPr id="39" name="Rectangle 38">
              <a:extLst>
                <a:ext uri="{FF2B5EF4-FFF2-40B4-BE49-F238E27FC236}">
                  <a16:creationId xmlns:a16="http://schemas.microsoft.com/office/drawing/2014/main" id="{69D0B892-2DE7-F903-6580-70D50250CB0A}"/>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AI Management</a:t>
              </a:r>
            </a:p>
          </p:txBody>
        </p:sp>
        <p:sp>
          <p:nvSpPr>
            <p:cNvPr id="40" name="Rectangle 39">
              <a:extLst>
                <a:ext uri="{FF2B5EF4-FFF2-40B4-BE49-F238E27FC236}">
                  <a16:creationId xmlns:a16="http://schemas.microsoft.com/office/drawing/2014/main" id="{E33BF4E0-B03C-9C9A-1DD2-D79A2ED066BB}"/>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3" name="Group 32">
            <a:extLst>
              <a:ext uri="{FF2B5EF4-FFF2-40B4-BE49-F238E27FC236}">
                <a16:creationId xmlns:a16="http://schemas.microsoft.com/office/drawing/2014/main" id="{01221D20-B781-4F26-75E5-74A1DA184272}"/>
              </a:ext>
            </a:extLst>
          </p:cNvPr>
          <p:cNvGrpSpPr/>
          <p:nvPr/>
        </p:nvGrpSpPr>
        <p:grpSpPr>
          <a:xfrm>
            <a:off x="212115" y="3883059"/>
            <a:ext cx="1878178" cy="249616"/>
            <a:chOff x="7247632" y="3594491"/>
            <a:chExt cx="1349825" cy="214785"/>
          </a:xfrm>
        </p:grpSpPr>
        <p:sp>
          <p:nvSpPr>
            <p:cNvPr id="37" name="Rectangle 36">
              <a:extLst>
                <a:ext uri="{FF2B5EF4-FFF2-40B4-BE49-F238E27FC236}">
                  <a16:creationId xmlns:a16="http://schemas.microsoft.com/office/drawing/2014/main" id="{CC2AA540-2BC8-5923-D420-A99A4DB813A0}"/>
                </a:ext>
              </a:extLst>
            </p:cNvPr>
            <p:cNvSpPr/>
            <p:nvPr/>
          </p:nvSpPr>
          <p:spPr>
            <a:xfrm>
              <a:off x="7247632" y="359449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900">
                  <a:ln w="0"/>
                  <a:solidFill>
                    <a:schemeClr val="tx1"/>
                  </a:solidFill>
                  <a:effectLst>
                    <a:outerShdw blurRad="38100" dist="19050" dir="2700000" algn="tl" rotWithShape="0">
                      <a:schemeClr val="dk1">
                        <a:alpha val="40000"/>
                      </a:schemeClr>
                    </a:outerShdw>
                  </a:effectLst>
                </a:rPr>
                <a:t> Component Management</a:t>
              </a:r>
            </a:p>
          </p:txBody>
        </p:sp>
        <p:sp>
          <p:nvSpPr>
            <p:cNvPr id="38" name="Rectangle 37">
              <a:extLst>
                <a:ext uri="{FF2B5EF4-FFF2-40B4-BE49-F238E27FC236}">
                  <a16:creationId xmlns:a16="http://schemas.microsoft.com/office/drawing/2014/main" id="{5E6A95DD-F121-246A-F383-5F0F98B6CA7C}"/>
                </a:ext>
              </a:extLst>
            </p:cNvPr>
            <p:cNvSpPr/>
            <p:nvPr/>
          </p:nvSpPr>
          <p:spPr>
            <a:xfrm>
              <a:off x="7317505" y="364917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4" name="Group 33">
            <a:extLst>
              <a:ext uri="{FF2B5EF4-FFF2-40B4-BE49-F238E27FC236}">
                <a16:creationId xmlns:a16="http://schemas.microsoft.com/office/drawing/2014/main" id="{4EEB7AE5-D69C-6106-44C9-2BCA0B252BD2}"/>
              </a:ext>
            </a:extLst>
          </p:cNvPr>
          <p:cNvGrpSpPr/>
          <p:nvPr/>
        </p:nvGrpSpPr>
        <p:grpSpPr>
          <a:xfrm>
            <a:off x="4730607" y="5062591"/>
            <a:ext cx="1878178" cy="249616"/>
            <a:chOff x="10791949" y="4444503"/>
            <a:chExt cx="1349825" cy="214785"/>
          </a:xfrm>
        </p:grpSpPr>
        <p:sp>
          <p:nvSpPr>
            <p:cNvPr id="35" name="Rectangle 34">
              <a:extLst>
                <a:ext uri="{FF2B5EF4-FFF2-40B4-BE49-F238E27FC236}">
                  <a16:creationId xmlns:a16="http://schemas.microsoft.com/office/drawing/2014/main" id="{7F3EF3E0-E42C-6DD1-FB3F-949FF70A81FA}"/>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Other ….</a:t>
              </a:r>
            </a:p>
          </p:txBody>
        </p:sp>
        <p:sp>
          <p:nvSpPr>
            <p:cNvPr id="36" name="Rectangle 35">
              <a:extLst>
                <a:ext uri="{FF2B5EF4-FFF2-40B4-BE49-F238E27FC236}">
                  <a16:creationId xmlns:a16="http://schemas.microsoft.com/office/drawing/2014/main" id="{212D5B48-8B3D-9982-AD86-B97B9CF62B10}"/>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pic>
        <p:nvPicPr>
          <p:cNvPr id="1026" name="Picture 2" descr="ODA explained: Tools for implementation and deployment">
            <a:extLst>
              <a:ext uri="{FF2B5EF4-FFF2-40B4-BE49-F238E27FC236}">
                <a16:creationId xmlns:a16="http://schemas.microsoft.com/office/drawing/2014/main" id="{0712B421-429F-77B0-70B3-84BC38114B6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a:fillRect/>
          </a:stretch>
        </p:blipFill>
        <p:spPr bwMode="auto">
          <a:xfrm>
            <a:off x="260348" y="1857437"/>
            <a:ext cx="2217077" cy="1981574"/>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B522679C-AE88-53D0-885C-FBB070879225}"/>
              </a:ext>
            </a:extLst>
          </p:cNvPr>
          <p:cNvGrpSpPr/>
          <p:nvPr/>
        </p:nvGrpSpPr>
        <p:grpSpPr>
          <a:xfrm>
            <a:off x="2716967" y="2838579"/>
            <a:ext cx="1093336" cy="363237"/>
            <a:chOff x="897285" y="3856142"/>
            <a:chExt cx="986563" cy="363237"/>
          </a:xfrm>
        </p:grpSpPr>
        <p:sp>
          <p:nvSpPr>
            <p:cNvPr id="10" name="Rectangle: Single Corner Snipped 9">
              <a:extLst>
                <a:ext uri="{FF2B5EF4-FFF2-40B4-BE49-F238E27FC236}">
                  <a16:creationId xmlns:a16="http://schemas.microsoft.com/office/drawing/2014/main" id="{6564F159-CEA3-E459-3B45-93D5CB591359}"/>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ExposedAPI</a:t>
              </a:r>
              <a:endParaRPr lang="en-GB" sz="1000">
                <a:solidFill>
                  <a:schemeClr val="tx1"/>
                </a:solidFill>
              </a:endParaRPr>
            </a:p>
          </p:txBody>
        </p:sp>
        <p:sp>
          <p:nvSpPr>
            <p:cNvPr id="11" name="TextBox 10">
              <a:extLst>
                <a:ext uri="{FF2B5EF4-FFF2-40B4-BE49-F238E27FC236}">
                  <a16:creationId xmlns:a16="http://schemas.microsoft.com/office/drawing/2014/main" id="{496565D3-E1DD-4257-B50C-C4AD4D6A4228}"/>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grpSp>
        <p:nvGrpSpPr>
          <p:cNvPr id="12" name="Group 11">
            <a:extLst>
              <a:ext uri="{FF2B5EF4-FFF2-40B4-BE49-F238E27FC236}">
                <a16:creationId xmlns:a16="http://schemas.microsoft.com/office/drawing/2014/main" id="{57586985-A1CF-88BF-E793-076AC50ECA9D}"/>
              </a:ext>
            </a:extLst>
          </p:cNvPr>
          <p:cNvGrpSpPr/>
          <p:nvPr/>
        </p:nvGrpSpPr>
        <p:grpSpPr>
          <a:xfrm>
            <a:off x="2716967" y="3285414"/>
            <a:ext cx="1093336" cy="363237"/>
            <a:chOff x="897285" y="3856142"/>
            <a:chExt cx="986563" cy="363237"/>
          </a:xfrm>
        </p:grpSpPr>
        <p:sp>
          <p:nvSpPr>
            <p:cNvPr id="13" name="Rectangle: Single Corner Snipped 12">
              <a:extLst>
                <a:ext uri="{FF2B5EF4-FFF2-40B4-BE49-F238E27FC236}">
                  <a16:creationId xmlns:a16="http://schemas.microsoft.com/office/drawing/2014/main" id="{85360AEE-AF36-897E-7E07-4C5FC5A8D612}"/>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DependentAPI</a:t>
              </a:r>
              <a:endParaRPr lang="en-GB" sz="1000">
                <a:solidFill>
                  <a:schemeClr val="tx1"/>
                </a:solidFill>
              </a:endParaRPr>
            </a:p>
          </p:txBody>
        </p:sp>
        <p:sp>
          <p:nvSpPr>
            <p:cNvPr id="14" name="TextBox 13">
              <a:extLst>
                <a:ext uri="{FF2B5EF4-FFF2-40B4-BE49-F238E27FC236}">
                  <a16:creationId xmlns:a16="http://schemas.microsoft.com/office/drawing/2014/main" id="{10E97876-F559-3EE1-8425-F62E38CC0E5D}"/>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grpSp>
        <p:nvGrpSpPr>
          <p:cNvPr id="15" name="Group 14">
            <a:extLst>
              <a:ext uri="{FF2B5EF4-FFF2-40B4-BE49-F238E27FC236}">
                <a16:creationId xmlns:a16="http://schemas.microsoft.com/office/drawing/2014/main" id="{4225ECBF-61C7-A08A-7399-F124BF8C2636}"/>
              </a:ext>
            </a:extLst>
          </p:cNvPr>
          <p:cNvGrpSpPr/>
          <p:nvPr/>
        </p:nvGrpSpPr>
        <p:grpSpPr>
          <a:xfrm>
            <a:off x="2716967" y="3732249"/>
            <a:ext cx="1093336" cy="363237"/>
            <a:chOff x="897285" y="3856142"/>
            <a:chExt cx="986563" cy="363237"/>
          </a:xfrm>
        </p:grpSpPr>
        <p:sp>
          <p:nvSpPr>
            <p:cNvPr id="16" name="Rectangle: Single Corner Snipped 15">
              <a:extLst>
                <a:ext uri="{FF2B5EF4-FFF2-40B4-BE49-F238E27FC236}">
                  <a16:creationId xmlns:a16="http://schemas.microsoft.com/office/drawing/2014/main" id="{0A6D454D-D182-1D0A-D948-67D0D936F639}"/>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IdentityConfig</a:t>
              </a:r>
              <a:endParaRPr lang="en-GB" sz="1000">
                <a:solidFill>
                  <a:schemeClr val="tx1"/>
                </a:solidFill>
              </a:endParaRPr>
            </a:p>
          </p:txBody>
        </p:sp>
        <p:sp>
          <p:nvSpPr>
            <p:cNvPr id="17" name="TextBox 16">
              <a:extLst>
                <a:ext uri="{FF2B5EF4-FFF2-40B4-BE49-F238E27FC236}">
                  <a16:creationId xmlns:a16="http://schemas.microsoft.com/office/drawing/2014/main" id="{185A60D7-FC91-96A2-F825-3158EE5D2E1F}"/>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grpSp>
        <p:nvGrpSpPr>
          <p:cNvPr id="18" name="Group 17">
            <a:extLst>
              <a:ext uri="{FF2B5EF4-FFF2-40B4-BE49-F238E27FC236}">
                <a16:creationId xmlns:a16="http://schemas.microsoft.com/office/drawing/2014/main" id="{6ABA0D97-AC59-A6B1-60C5-84D81E6B0909}"/>
              </a:ext>
            </a:extLst>
          </p:cNvPr>
          <p:cNvGrpSpPr/>
          <p:nvPr/>
        </p:nvGrpSpPr>
        <p:grpSpPr>
          <a:xfrm>
            <a:off x="2716967" y="4179084"/>
            <a:ext cx="1093336" cy="363237"/>
            <a:chOff x="897285" y="3856142"/>
            <a:chExt cx="986563" cy="363237"/>
          </a:xfrm>
        </p:grpSpPr>
        <p:sp>
          <p:nvSpPr>
            <p:cNvPr id="19" name="Rectangle: Single Corner Snipped 18">
              <a:extLst>
                <a:ext uri="{FF2B5EF4-FFF2-40B4-BE49-F238E27FC236}">
                  <a16:creationId xmlns:a16="http://schemas.microsoft.com/office/drawing/2014/main" id="{47AE8C90-4200-44D9-D933-0E2D16C84F8F}"/>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SecretsMgmt</a:t>
              </a:r>
              <a:endParaRPr lang="en-GB" sz="1000">
                <a:solidFill>
                  <a:schemeClr val="tx1"/>
                </a:solidFill>
              </a:endParaRPr>
            </a:p>
          </p:txBody>
        </p:sp>
        <p:sp>
          <p:nvSpPr>
            <p:cNvPr id="20" name="TextBox 19">
              <a:extLst>
                <a:ext uri="{FF2B5EF4-FFF2-40B4-BE49-F238E27FC236}">
                  <a16:creationId xmlns:a16="http://schemas.microsoft.com/office/drawing/2014/main" id="{7ADB2BF2-BCC3-4754-E08B-D0F46866B42B}"/>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grpSp>
        <p:nvGrpSpPr>
          <p:cNvPr id="22" name="Group 21">
            <a:extLst>
              <a:ext uri="{FF2B5EF4-FFF2-40B4-BE49-F238E27FC236}">
                <a16:creationId xmlns:a16="http://schemas.microsoft.com/office/drawing/2014/main" id="{6B685C40-4955-1400-9CA9-EFAE0CF871E2}"/>
              </a:ext>
            </a:extLst>
          </p:cNvPr>
          <p:cNvGrpSpPr/>
          <p:nvPr/>
        </p:nvGrpSpPr>
        <p:grpSpPr>
          <a:xfrm>
            <a:off x="2716967" y="4625920"/>
            <a:ext cx="1093336" cy="363237"/>
            <a:chOff x="897285" y="3856142"/>
            <a:chExt cx="986563" cy="363237"/>
          </a:xfrm>
        </p:grpSpPr>
        <p:sp>
          <p:nvSpPr>
            <p:cNvPr id="55" name="Rectangle: Single Corner Snipped 54">
              <a:extLst>
                <a:ext uri="{FF2B5EF4-FFF2-40B4-BE49-F238E27FC236}">
                  <a16:creationId xmlns:a16="http://schemas.microsoft.com/office/drawing/2014/main" id="{1C544323-7910-67C9-1C49-706F61BFDDDF}"/>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AIMgmt</a:t>
              </a:r>
              <a:endParaRPr lang="en-GB" sz="1000">
                <a:solidFill>
                  <a:schemeClr val="tx1"/>
                </a:solidFill>
              </a:endParaRPr>
            </a:p>
          </p:txBody>
        </p:sp>
        <p:sp>
          <p:nvSpPr>
            <p:cNvPr id="56" name="TextBox 55">
              <a:extLst>
                <a:ext uri="{FF2B5EF4-FFF2-40B4-BE49-F238E27FC236}">
                  <a16:creationId xmlns:a16="http://schemas.microsoft.com/office/drawing/2014/main" id="{760D25E9-4C2C-7B47-878A-D3BC286111A5}"/>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cxnSp>
        <p:nvCxnSpPr>
          <p:cNvPr id="57" name="Straight Arrow Connector 56">
            <a:extLst>
              <a:ext uri="{FF2B5EF4-FFF2-40B4-BE49-F238E27FC236}">
                <a16:creationId xmlns:a16="http://schemas.microsoft.com/office/drawing/2014/main" id="{0FC7BC68-368C-070B-9473-4C1AF4C4CEF2}"/>
              </a:ext>
            </a:extLst>
          </p:cNvPr>
          <p:cNvCxnSpPr>
            <a:cxnSpLocks/>
          </p:cNvCxnSpPr>
          <p:nvPr/>
        </p:nvCxnSpPr>
        <p:spPr>
          <a:xfrm>
            <a:off x="4114003" y="3023245"/>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38955180-4C8D-EB03-224E-01ED56262DBB}"/>
              </a:ext>
            </a:extLst>
          </p:cNvPr>
          <p:cNvCxnSpPr>
            <a:cxnSpLocks/>
          </p:cNvCxnSpPr>
          <p:nvPr/>
        </p:nvCxnSpPr>
        <p:spPr>
          <a:xfrm>
            <a:off x="4114003" y="4385380"/>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607D5F4B-F502-5B8A-68B0-AC53EBE0C960}"/>
              </a:ext>
            </a:extLst>
          </p:cNvPr>
          <p:cNvCxnSpPr>
            <a:cxnSpLocks/>
          </p:cNvCxnSpPr>
          <p:nvPr/>
        </p:nvCxnSpPr>
        <p:spPr>
          <a:xfrm>
            <a:off x="4114003" y="3477290"/>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29CCFD7-9898-A93F-8363-9177B81A160D}"/>
              </a:ext>
            </a:extLst>
          </p:cNvPr>
          <p:cNvCxnSpPr>
            <a:cxnSpLocks/>
          </p:cNvCxnSpPr>
          <p:nvPr/>
        </p:nvCxnSpPr>
        <p:spPr>
          <a:xfrm>
            <a:off x="4114003" y="4839423"/>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0B2C5C70-C969-3E5A-CB0A-69417AB77546}"/>
              </a:ext>
            </a:extLst>
          </p:cNvPr>
          <p:cNvCxnSpPr>
            <a:cxnSpLocks/>
          </p:cNvCxnSpPr>
          <p:nvPr/>
        </p:nvCxnSpPr>
        <p:spPr>
          <a:xfrm>
            <a:off x="4114003" y="3931335"/>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202EF6D-8740-69FE-D163-57455904C656}"/>
              </a:ext>
            </a:extLst>
          </p:cNvPr>
          <p:cNvCxnSpPr/>
          <p:nvPr/>
        </p:nvCxnSpPr>
        <p:spPr>
          <a:xfrm>
            <a:off x="2220202" y="3997678"/>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031" name="Group 1030">
            <a:extLst>
              <a:ext uri="{FF2B5EF4-FFF2-40B4-BE49-F238E27FC236}">
                <a16:creationId xmlns:a16="http://schemas.microsoft.com/office/drawing/2014/main" id="{E6DE48BD-1B0B-D19C-B389-F7842CAFBFA2}"/>
              </a:ext>
            </a:extLst>
          </p:cNvPr>
          <p:cNvGrpSpPr/>
          <p:nvPr/>
        </p:nvGrpSpPr>
        <p:grpSpPr>
          <a:xfrm>
            <a:off x="2716967" y="5072756"/>
            <a:ext cx="1093336" cy="363237"/>
            <a:chOff x="897285" y="3856142"/>
            <a:chExt cx="986563" cy="363237"/>
          </a:xfrm>
        </p:grpSpPr>
        <p:sp>
          <p:nvSpPr>
            <p:cNvPr id="1032" name="Rectangle: Single Corner Snipped 1031">
              <a:extLst>
                <a:ext uri="{FF2B5EF4-FFF2-40B4-BE49-F238E27FC236}">
                  <a16:creationId xmlns:a16="http://schemas.microsoft.com/office/drawing/2014/main" id="{CD9506BC-0566-D908-3849-A87EBB86540B}"/>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solidFill>
                    <a:schemeClr val="tx1"/>
                  </a:solidFill>
                </a:rPr>
                <a:t>TBD…</a:t>
              </a:r>
            </a:p>
          </p:txBody>
        </p:sp>
        <p:sp>
          <p:nvSpPr>
            <p:cNvPr id="1033" name="TextBox 1032">
              <a:extLst>
                <a:ext uri="{FF2B5EF4-FFF2-40B4-BE49-F238E27FC236}">
                  <a16:creationId xmlns:a16="http://schemas.microsoft.com/office/drawing/2014/main" id="{7432A7CB-924E-2988-1013-66FADD253680}"/>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sp>
        <p:nvSpPr>
          <p:cNvPr id="5" name="Rectangle 4">
            <a:extLst>
              <a:ext uri="{FF2B5EF4-FFF2-40B4-BE49-F238E27FC236}">
                <a16:creationId xmlns:a16="http://schemas.microsoft.com/office/drawing/2014/main" id="{5F3FC3B9-8813-813D-119F-5AB5328E0901}"/>
              </a:ext>
            </a:extLst>
          </p:cNvPr>
          <p:cNvSpPr/>
          <p:nvPr/>
        </p:nvSpPr>
        <p:spPr>
          <a:xfrm>
            <a:off x="8422347" y="2055833"/>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Kong Gateway</a:t>
            </a:r>
          </a:p>
        </p:txBody>
      </p:sp>
      <p:grpSp>
        <p:nvGrpSpPr>
          <p:cNvPr id="21" name="Group 20">
            <a:extLst>
              <a:ext uri="{FF2B5EF4-FFF2-40B4-BE49-F238E27FC236}">
                <a16:creationId xmlns:a16="http://schemas.microsoft.com/office/drawing/2014/main" id="{7A54A76B-3B2D-EBC6-AE9E-473E1A32857E}"/>
              </a:ext>
            </a:extLst>
          </p:cNvPr>
          <p:cNvGrpSpPr/>
          <p:nvPr/>
        </p:nvGrpSpPr>
        <p:grpSpPr>
          <a:xfrm>
            <a:off x="8423666" y="3124375"/>
            <a:ext cx="3465401" cy="445335"/>
            <a:chOff x="1459365" y="5070014"/>
            <a:chExt cx="3465401" cy="445335"/>
          </a:xfrm>
        </p:grpSpPr>
        <p:sp>
          <p:nvSpPr>
            <p:cNvPr id="23" name="Rectangle 22">
              <a:extLst>
                <a:ext uri="{FF2B5EF4-FFF2-40B4-BE49-F238E27FC236}">
                  <a16:creationId xmlns:a16="http://schemas.microsoft.com/office/drawing/2014/main" id="{1B1AF448-ECE5-C7CE-E8A0-E673809D26A2}"/>
                </a:ext>
              </a:extLst>
            </p:cNvPr>
            <p:cNvSpPr/>
            <p:nvPr/>
          </p:nvSpPr>
          <p:spPr>
            <a:xfrm>
              <a:off x="1459365" y="5070014"/>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Istio Service Mesh</a:t>
              </a:r>
            </a:p>
          </p:txBody>
        </p:sp>
        <p:pic>
          <p:nvPicPr>
            <p:cNvPr id="62" name="Picture 61">
              <a:extLst>
                <a:ext uri="{FF2B5EF4-FFF2-40B4-BE49-F238E27FC236}">
                  <a16:creationId xmlns:a16="http://schemas.microsoft.com/office/drawing/2014/main" id="{FFF1869B-88C5-DC54-DA2D-D478644C2D05}"/>
                </a:ext>
              </a:extLst>
            </p:cNvPr>
            <p:cNvPicPr>
              <a:picLocks noChangeAspect="1"/>
            </p:cNvPicPr>
            <p:nvPr/>
          </p:nvPicPr>
          <p:blipFill>
            <a:blip r:embed="rId3"/>
            <a:stretch>
              <a:fillRect/>
            </a:stretch>
          </p:blipFill>
          <p:spPr>
            <a:xfrm>
              <a:off x="1495400" y="5165008"/>
              <a:ext cx="1303066" cy="248906"/>
            </a:xfrm>
            <a:prstGeom prst="rect">
              <a:avLst/>
            </a:prstGeom>
          </p:spPr>
        </p:pic>
      </p:grpSp>
      <p:grpSp>
        <p:nvGrpSpPr>
          <p:cNvPr id="1034" name="Group 1033">
            <a:extLst>
              <a:ext uri="{FF2B5EF4-FFF2-40B4-BE49-F238E27FC236}">
                <a16:creationId xmlns:a16="http://schemas.microsoft.com/office/drawing/2014/main" id="{F1F65CF4-483F-21A9-4626-73963E5DF87E}"/>
              </a:ext>
            </a:extLst>
          </p:cNvPr>
          <p:cNvGrpSpPr/>
          <p:nvPr/>
        </p:nvGrpSpPr>
        <p:grpSpPr>
          <a:xfrm>
            <a:off x="8423666" y="3647191"/>
            <a:ext cx="3465401" cy="445335"/>
            <a:chOff x="1459365" y="5614496"/>
            <a:chExt cx="3465401" cy="445335"/>
          </a:xfrm>
        </p:grpSpPr>
        <p:sp>
          <p:nvSpPr>
            <p:cNvPr id="1035" name="Rectangle 1034">
              <a:extLst>
                <a:ext uri="{FF2B5EF4-FFF2-40B4-BE49-F238E27FC236}">
                  <a16:creationId xmlns:a16="http://schemas.microsoft.com/office/drawing/2014/main" id="{12798A44-730A-CE72-F3AF-65EDAA4FE14B}"/>
                </a:ext>
              </a:extLst>
            </p:cNvPr>
            <p:cNvSpPr/>
            <p:nvPr/>
          </p:nvSpPr>
          <p:spPr>
            <a:xfrm>
              <a:off x="1459365" y="5614496"/>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Google Apigee</a:t>
              </a:r>
            </a:p>
          </p:txBody>
        </p:sp>
        <p:pic>
          <p:nvPicPr>
            <p:cNvPr id="1036" name="Picture 8" descr="Google Cloud Services Partners ...">
              <a:extLst>
                <a:ext uri="{FF2B5EF4-FFF2-40B4-BE49-F238E27FC236}">
                  <a16:creationId xmlns:a16="http://schemas.microsoft.com/office/drawing/2014/main" id="{BAA5EF3F-0543-37DB-1036-8E36E660E5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9289" y="5709217"/>
              <a:ext cx="1581621" cy="277892"/>
            </a:xfrm>
            <a:prstGeom prst="rect">
              <a:avLst/>
            </a:prstGeom>
            <a:noFill/>
            <a:extLst>
              <a:ext uri="{909E8E84-426E-40DD-AFC4-6F175D3DCCD1}">
                <a14:hiddenFill xmlns:a14="http://schemas.microsoft.com/office/drawing/2010/main">
                  <a:solidFill>
                    <a:srgbClr val="FFFFFF"/>
                  </a:solidFill>
                </a14:hiddenFill>
              </a:ext>
            </a:extLst>
          </p:spPr>
        </p:pic>
      </p:grpSp>
      <p:pic>
        <p:nvPicPr>
          <p:cNvPr id="1037" name="Picture 10" descr="Kong Logo - PNG Logo Vector Brand Downloads (SVG, EPS)">
            <a:extLst>
              <a:ext uri="{FF2B5EF4-FFF2-40B4-BE49-F238E27FC236}">
                <a16:creationId xmlns:a16="http://schemas.microsoft.com/office/drawing/2014/main" id="{15DC5445-FBF6-4F2D-89DB-B770717704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74471" y="2134283"/>
            <a:ext cx="1015739" cy="331173"/>
          </a:xfrm>
          <a:prstGeom prst="rect">
            <a:avLst/>
          </a:prstGeom>
          <a:noFill/>
          <a:extLst>
            <a:ext uri="{909E8E84-426E-40DD-AFC4-6F175D3DCCD1}">
              <a14:hiddenFill xmlns:a14="http://schemas.microsoft.com/office/drawing/2010/main">
                <a:solidFill>
                  <a:srgbClr val="FFFFFF"/>
                </a:solidFill>
              </a14:hiddenFill>
            </a:ext>
          </a:extLst>
        </p:spPr>
      </p:pic>
      <p:grpSp>
        <p:nvGrpSpPr>
          <p:cNvPr id="1038" name="Group 1037">
            <a:extLst>
              <a:ext uri="{FF2B5EF4-FFF2-40B4-BE49-F238E27FC236}">
                <a16:creationId xmlns:a16="http://schemas.microsoft.com/office/drawing/2014/main" id="{7FCC2874-EDCD-D998-BC5E-EE235A910ECB}"/>
              </a:ext>
            </a:extLst>
          </p:cNvPr>
          <p:cNvGrpSpPr/>
          <p:nvPr/>
        </p:nvGrpSpPr>
        <p:grpSpPr>
          <a:xfrm>
            <a:off x="8193002" y="4519269"/>
            <a:ext cx="3691188" cy="785625"/>
            <a:chOff x="7514547" y="2600428"/>
            <a:chExt cx="3691188" cy="785625"/>
          </a:xfrm>
        </p:grpSpPr>
        <p:sp>
          <p:nvSpPr>
            <p:cNvPr id="1039" name="Rectangle 1038">
              <a:extLst>
                <a:ext uri="{FF2B5EF4-FFF2-40B4-BE49-F238E27FC236}">
                  <a16:creationId xmlns:a16="http://schemas.microsoft.com/office/drawing/2014/main" id="{22385186-837F-1372-D546-FC966AEA6BE0}"/>
                </a:ext>
              </a:extLst>
            </p:cNvPr>
            <p:cNvSpPr/>
            <p:nvPr/>
          </p:nvSpPr>
          <p:spPr>
            <a:xfrm>
              <a:off x="7740334" y="2780450"/>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err="1">
                  <a:ln w="0"/>
                  <a:solidFill>
                    <a:schemeClr val="tx1"/>
                  </a:solidFill>
                  <a:effectLst>
                    <a:outerShdw blurRad="38100" dist="19050" dir="2700000" algn="tl" rotWithShape="0">
                      <a:schemeClr val="dk1">
                        <a:alpha val="40000"/>
                      </a:schemeClr>
                    </a:outerShdw>
                  </a:effectLst>
                </a:rPr>
                <a:t>WhaleCloud</a:t>
              </a:r>
              <a:r>
                <a:rPr lang="en-GB" sz="900">
                  <a:ln w="0"/>
                  <a:solidFill>
                    <a:schemeClr val="tx1"/>
                  </a:solidFill>
                  <a:effectLst>
                    <a:outerShdw blurRad="38100" dist="19050" dir="2700000" algn="tl" rotWithShape="0">
                      <a:schemeClr val="dk1">
                        <a:alpha val="40000"/>
                      </a:schemeClr>
                    </a:outerShdw>
                  </a:effectLst>
                </a:rPr>
                <a:t> APIG</a:t>
              </a:r>
            </a:p>
          </p:txBody>
        </p:sp>
        <p:pic>
          <p:nvPicPr>
            <p:cNvPr id="1040" name="Picture 16" descr="Whale Cloud ZSmart v9 – TM Forum">
              <a:extLst>
                <a:ext uri="{FF2B5EF4-FFF2-40B4-BE49-F238E27FC236}">
                  <a16:creationId xmlns:a16="http://schemas.microsoft.com/office/drawing/2014/main" id="{E6FCC4CF-EEA0-1CEC-1B93-28DE20F877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14547" y="2600428"/>
              <a:ext cx="2081268" cy="78562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41" name="Group 1040">
            <a:extLst>
              <a:ext uri="{FF2B5EF4-FFF2-40B4-BE49-F238E27FC236}">
                <a16:creationId xmlns:a16="http://schemas.microsoft.com/office/drawing/2014/main" id="{E63AC30C-7C8B-82F2-E5C8-9492601A469F}"/>
              </a:ext>
            </a:extLst>
          </p:cNvPr>
          <p:cNvGrpSpPr/>
          <p:nvPr/>
        </p:nvGrpSpPr>
        <p:grpSpPr>
          <a:xfrm>
            <a:off x="8345666" y="3944842"/>
            <a:ext cx="3542082" cy="928041"/>
            <a:chOff x="7663653" y="2042753"/>
            <a:chExt cx="3542082" cy="928041"/>
          </a:xfrm>
        </p:grpSpPr>
        <p:sp>
          <p:nvSpPr>
            <p:cNvPr id="1042" name="Rectangle 1041">
              <a:extLst>
                <a:ext uri="{FF2B5EF4-FFF2-40B4-BE49-F238E27FC236}">
                  <a16:creationId xmlns:a16="http://schemas.microsoft.com/office/drawing/2014/main" id="{0F772DA9-1643-F79C-EAE2-51CE7F5C368A}"/>
                </a:ext>
              </a:extLst>
            </p:cNvPr>
            <p:cNvSpPr/>
            <p:nvPr/>
          </p:nvSpPr>
          <p:spPr>
            <a:xfrm>
              <a:off x="7740334" y="2268346"/>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Microsoft Azure API Management</a:t>
              </a:r>
            </a:p>
          </p:txBody>
        </p:sp>
        <p:pic>
          <p:nvPicPr>
            <p:cNvPr id="1043" name="Picture 14" descr="Download Microsoft Azure (Windows Azure) Logo in SVG Vector or PNG File ...">
              <a:extLst>
                <a:ext uri="{FF2B5EF4-FFF2-40B4-BE49-F238E27FC236}">
                  <a16:creationId xmlns:a16="http://schemas.microsoft.com/office/drawing/2014/main" id="{4D84B628-5CF4-8C2F-EE72-DA09B39DDF4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63653" y="2042753"/>
              <a:ext cx="1392062" cy="9280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44" name="Group 1043">
            <a:extLst>
              <a:ext uri="{FF2B5EF4-FFF2-40B4-BE49-F238E27FC236}">
                <a16:creationId xmlns:a16="http://schemas.microsoft.com/office/drawing/2014/main" id="{CF0AFD2D-41B3-E3F5-270A-11346CC10CAC}"/>
              </a:ext>
            </a:extLst>
          </p:cNvPr>
          <p:cNvGrpSpPr/>
          <p:nvPr/>
        </p:nvGrpSpPr>
        <p:grpSpPr>
          <a:xfrm>
            <a:off x="8423666" y="2587243"/>
            <a:ext cx="3465401" cy="445335"/>
            <a:chOff x="1459365" y="4590288"/>
            <a:chExt cx="3465401" cy="445335"/>
          </a:xfrm>
        </p:grpSpPr>
        <p:sp>
          <p:nvSpPr>
            <p:cNvPr id="1045" name="Rectangle 1044">
              <a:extLst>
                <a:ext uri="{FF2B5EF4-FFF2-40B4-BE49-F238E27FC236}">
                  <a16:creationId xmlns:a16="http://schemas.microsoft.com/office/drawing/2014/main" id="{9DB9D8F8-EDF6-AA9E-5FD5-89D0448DFCA3}"/>
                </a:ext>
              </a:extLst>
            </p:cNvPr>
            <p:cNvSpPr/>
            <p:nvPr/>
          </p:nvSpPr>
          <p:spPr>
            <a:xfrm>
              <a:off x="1459365" y="4590288"/>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Apache APISIX</a:t>
              </a:r>
            </a:p>
          </p:txBody>
        </p:sp>
        <p:pic>
          <p:nvPicPr>
            <p:cNvPr id="1046" name="Picture 6" descr="Apache Software Foundation | Iknow LLC">
              <a:extLst>
                <a:ext uri="{FF2B5EF4-FFF2-40B4-BE49-F238E27FC236}">
                  <a16:creationId xmlns:a16="http://schemas.microsoft.com/office/drawing/2014/main" id="{94072D6F-D8ED-78FE-5503-33D757CA7408}"/>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a:stretch/>
          </p:blipFill>
          <p:spPr bwMode="auto">
            <a:xfrm>
              <a:off x="1495400" y="4600300"/>
              <a:ext cx="984159" cy="408877"/>
            </a:xfrm>
            <a:prstGeom prst="rect">
              <a:avLst/>
            </a:prstGeom>
            <a:noFill/>
            <a:extLst>
              <a:ext uri="{909E8E84-426E-40DD-AFC4-6F175D3DCCD1}">
                <a14:hiddenFill xmlns:a14="http://schemas.microsoft.com/office/drawing/2010/main">
                  <a:solidFill>
                    <a:srgbClr val="FFFFFF"/>
                  </a:solidFill>
                </a14:hiddenFill>
              </a:ext>
            </a:extLst>
          </p:spPr>
        </p:pic>
      </p:grpSp>
      <p:sp>
        <p:nvSpPr>
          <p:cNvPr id="1047" name="Trapezoid 70">
            <a:extLst>
              <a:ext uri="{FF2B5EF4-FFF2-40B4-BE49-F238E27FC236}">
                <a16:creationId xmlns:a16="http://schemas.microsoft.com/office/drawing/2014/main" id="{08D0D5FA-F317-4D80-6C73-1E2B46A85CEB}"/>
              </a:ext>
            </a:extLst>
          </p:cNvPr>
          <p:cNvSpPr/>
          <p:nvPr/>
        </p:nvSpPr>
        <p:spPr>
          <a:xfrm rot="16200000">
            <a:off x="5990906" y="2871508"/>
            <a:ext cx="3137698" cy="1523283"/>
          </a:xfrm>
          <a:custGeom>
            <a:avLst/>
            <a:gdLst>
              <a:gd name="connsiteX0" fmla="*/ 0 w 522680"/>
              <a:gd name="connsiteY0" fmla="*/ 813979 h 813979"/>
              <a:gd name="connsiteX1" fmla="*/ 130670 w 522680"/>
              <a:gd name="connsiteY1" fmla="*/ 0 h 813979"/>
              <a:gd name="connsiteX2" fmla="*/ 392010 w 522680"/>
              <a:gd name="connsiteY2" fmla="*/ 0 h 813979"/>
              <a:gd name="connsiteX3" fmla="*/ 522680 w 522680"/>
              <a:gd name="connsiteY3" fmla="*/ 813979 h 813979"/>
              <a:gd name="connsiteX4" fmla="*/ 0 w 522680"/>
              <a:gd name="connsiteY4" fmla="*/ 813979 h 813979"/>
              <a:gd name="connsiteX0" fmla="*/ 0 w 2488217"/>
              <a:gd name="connsiteY0" fmla="*/ 1523283 h 1523283"/>
              <a:gd name="connsiteX1" fmla="*/ 2096207 w 2488217"/>
              <a:gd name="connsiteY1" fmla="*/ 0 h 1523283"/>
              <a:gd name="connsiteX2" fmla="*/ 2357547 w 2488217"/>
              <a:gd name="connsiteY2" fmla="*/ 0 h 1523283"/>
              <a:gd name="connsiteX3" fmla="*/ 2488217 w 2488217"/>
              <a:gd name="connsiteY3" fmla="*/ 813979 h 1523283"/>
              <a:gd name="connsiteX4" fmla="*/ 0 w 2488217"/>
              <a:gd name="connsiteY4" fmla="*/ 1523283 h 1523283"/>
              <a:gd name="connsiteX0" fmla="*/ 0 w 3137698"/>
              <a:gd name="connsiteY0" fmla="*/ 1523283 h 1523283"/>
              <a:gd name="connsiteX1" fmla="*/ 2096207 w 3137698"/>
              <a:gd name="connsiteY1" fmla="*/ 0 h 1523283"/>
              <a:gd name="connsiteX2" fmla="*/ 2357547 w 3137698"/>
              <a:gd name="connsiteY2" fmla="*/ 0 h 1523283"/>
              <a:gd name="connsiteX3" fmla="*/ 3137698 w 3137698"/>
              <a:gd name="connsiteY3" fmla="*/ 1523280 h 1523283"/>
              <a:gd name="connsiteX4" fmla="*/ 0 w 3137698"/>
              <a:gd name="connsiteY4" fmla="*/ 1523283 h 15232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7698" h="1523283">
                <a:moveTo>
                  <a:pt x="0" y="1523283"/>
                </a:moveTo>
                <a:lnTo>
                  <a:pt x="2096207" y="0"/>
                </a:lnTo>
                <a:lnTo>
                  <a:pt x="2357547" y="0"/>
                </a:lnTo>
                <a:lnTo>
                  <a:pt x="3137698" y="1523280"/>
                </a:lnTo>
                <a:lnTo>
                  <a:pt x="0" y="1523283"/>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864765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3D33D-3515-BCBB-DFCE-7AFED92AE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CBD659-2772-E95F-F732-F0713296A326}"/>
              </a:ext>
            </a:extLst>
          </p:cNvPr>
          <p:cNvSpPr>
            <a:spLocks noGrp="1"/>
          </p:cNvSpPr>
          <p:nvPr>
            <p:ph type="title"/>
          </p:nvPr>
        </p:nvSpPr>
        <p:spPr>
          <a:xfrm>
            <a:off x="452852" y="469089"/>
            <a:ext cx="11588894" cy="549275"/>
          </a:xfrm>
        </p:spPr>
        <p:txBody>
          <a:bodyPr/>
          <a:lstStyle/>
          <a:p>
            <a:r>
              <a:rPr lang="en-GB"/>
              <a:t>API Exposure deep-dive</a:t>
            </a:r>
          </a:p>
        </p:txBody>
      </p:sp>
      <p:sp>
        <p:nvSpPr>
          <p:cNvPr id="4" name="TextBox 3">
            <a:extLst>
              <a:ext uri="{FF2B5EF4-FFF2-40B4-BE49-F238E27FC236}">
                <a16:creationId xmlns:a16="http://schemas.microsoft.com/office/drawing/2014/main" id="{A5323373-59E9-F186-3D4B-C5259963A3F2}"/>
              </a:ext>
            </a:extLst>
          </p:cNvPr>
          <p:cNvSpPr txBox="1"/>
          <p:nvPr/>
        </p:nvSpPr>
        <p:spPr>
          <a:xfrm>
            <a:off x="544154" y="981651"/>
            <a:ext cx="10479231" cy="400110"/>
          </a:xfrm>
          <a:prstGeom prst="rect">
            <a:avLst/>
          </a:prstGeom>
          <a:noFill/>
        </p:spPr>
        <p:txBody>
          <a:bodyPr wrap="square" rtlCol="0">
            <a:spAutoFit/>
          </a:bodyPr>
          <a:lstStyle/>
          <a:p>
            <a:pPr>
              <a:spcBef>
                <a:spcPts val="1200"/>
              </a:spcBef>
            </a:pPr>
            <a:r>
              <a:rPr lang="en-US" sz="2000" err="1"/>
              <a:t>ExposedAPI</a:t>
            </a:r>
            <a:r>
              <a:rPr lang="en-US" sz="2000"/>
              <a:t> part of YAML spec defines requirements for API Exposure </a:t>
            </a:r>
            <a:endParaRPr lang="en-GB" sz="2000"/>
          </a:p>
        </p:txBody>
      </p:sp>
      <p:grpSp>
        <p:nvGrpSpPr>
          <p:cNvPr id="9" name="Group 8">
            <a:extLst>
              <a:ext uri="{FF2B5EF4-FFF2-40B4-BE49-F238E27FC236}">
                <a16:creationId xmlns:a16="http://schemas.microsoft.com/office/drawing/2014/main" id="{464910E9-5A6F-C308-2F64-92864E938972}"/>
              </a:ext>
            </a:extLst>
          </p:cNvPr>
          <p:cNvGrpSpPr/>
          <p:nvPr/>
        </p:nvGrpSpPr>
        <p:grpSpPr>
          <a:xfrm>
            <a:off x="2188933" y="1671655"/>
            <a:ext cx="1093336" cy="363237"/>
            <a:chOff x="897285" y="3856142"/>
            <a:chExt cx="986563" cy="363237"/>
          </a:xfrm>
        </p:grpSpPr>
        <p:sp>
          <p:nvSpPr>
            <p:cNvPr id="10" name="Rectangle: Single Corner Snipped 9">
              <a:extLst>
                <a:ext uri="{FF2B5EF4-FFF2-40B4-BE49-F238E27FC236}">
                  <a16:creationId xmlns:a16="http://schemas.microsoft.com/office/drawing/2014/main" id="{1E874243-47D8-F127-FC7A-9445C279C614}"/>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ExposedAPI</a:t>
              </a:r>
              <a:endParaRPr lang="en-GB" sz="1000">
                <a:solidFill>
                  <a:schemeClr val="tx1"/>
                </a:solidFill>
              </a:endParaRPr>
            </a:p>
          </p:txBody>
        </p:sp>
        <p:sp>
          <p:nvSpPr>
            <p:cNvPr id="11" name="TextBox 10">
              <a:extLst>
                <a:ext uri="{FF2B5EF4-FFF2-40B4-BE49-F238E27FC236}">
                  <a16:creationId xmlns:a16="http://schemas.microsoft.com/office/drawing/2014/main" id="{47FFE08B-21CE-5048-735B-098076D28A59}"/>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cxnSp>
        <p:nvCxnSpPr>
          <p:cNvPr id="57" name="Straight Arrow Connector 56">
            <a:extLst>
              <a:ext uri="{FF2B5EF4-FFF2-40B4-BE49-F238E27FC236}">
                <a16:creationId xmlns:a16="http://schemas.microsoft.com/office/drawing/2014/main" id="{CF5E90DC-83F8-1D5E-2D85-2344850BC505}"/>
              </a:ext>
            </a:extLst>
          </p:cNvPr>
          <p:cNvCxnSpPr>
            <a:cxnSpLocks/>
          </p:cNvCxnSpPr>
          <p:nvPr/>
        </p:nvCxnSpPr>
        <p:spPr>
          <a:xfrm>
            <a:off x="3585969" y="1856321"/>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AA1143D1-B78F-21E8-F66B-C7EA980CDF91}"/>
              </a:ext>
            </a:extLst>
          </p:cNvPr>
          <p:cNvSpPr/>
          <p:nvPr/>
        </p:nvSpPr>
        <p:spPr>
          <a:xfrm>
            <a:off x="4147514" y="1671655"/>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Kong Gateway</a:t>
            </a:r>
          </a:p>
        </p:txBody>
      </p:sp>
      <p:pic>
        <p:nvPicPr>
          <p:cNvPr id="1037" name="Picture 10" descr="Kong Logo - PNG Logo Vector Brand Downloads (SVG, EPS)">
            <a:extLst>
              <a:ext uri="{FF2B5EF4-FFF2-40B4-BE49-F238E27FC236}">
                <a16:creationId xmlns:a16="http://schemas.microsoft.com/office/drawing/2014/main" id="{73A271A5-EEA1-1422-1DCB-91BDB862B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9638" y="1750105"/>
            <a:ext cx="1015739" cy="33117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8AE8AF8-321D-1EF7-F051-0243D125153E}"/>
              </a:ext>
            </a:extLst>
          </p:cNvPr>
          <p:cNvSpPr txBox="1"/>
          <p:nvPr/>
        </p:nvSpPr>
        <p:spPr>
          <a:xfrm>
            <a:off x="9730746" y="2638241"/>
            <a:ext cx="2311000" cy="646331"/>
          </a:xfrm>
          <a:prstGeom prst="rect">
            <a:avLst/>
          </a:prstGeom>
          <a:noFill/>
        </p:spPr>
        <p:txBody>
          <a:bodyPr wrap="square">
            <a:spAutoFit/>
          </a:bodyPr>
          <a:lstStyle/>
          <a:p>
            <a:r>
              <a:rPr lang="en-GB">
                <a:hlinkClick r:id="rId3"/>
              </a:rPr>
              <a:t>/operators/</a:t>
            </a:r>
            <a:r>
              <a:rPr lang="en-GB" err="1">
                <a:hlinkClick r:id="rId3"/>
              </a:rPr>
              <a:t>api</a:t>
            </a:r>
            <a:r>
              <a:rPr lang="en-GB">
                <a:hlinkClick r:id="rId3"/>
              </a:rPr>
              <a:t>-management</a:t>
            </a:r>
            <a:endParaRPr lang="en-GB"/>
          </a:p>
        </p:txBody>
      </p:sp>
      <p:pic>
        <p:nvPicPr>
          <p:cNvPr id="12" name="Picture 11">
            <a:extLst>
              <a:ext uri="{FF2B5EF4-FFF2-40B4-BE49-F238E27FC236}">
                <a16:creationId xmlns:a16="http://schemas.microsoft.com/office/drawing/2014/main" id="{8D60006D-1C91-7938-E0B1-6E55D3112187}"/>
              </a:ext>
            </a:extLst>
          </p:cNvPr>
          <p:cNvPicPr>
            <a:picLocks noChangeAspect="1"/>
          </p:cNvPicPr>
          <p:nvPr/>
        </p:nvPicPr>
        <p:blipFill>
          <a:blip r:embed="rId4"/>
          <a:stretch>
            <a:fillRect/>
          </a:stretch>
        </p:blipFill>
        <p:spPr>
          <a:xfrm>
            <a:off x="850881" y="2366178"/>
            <a:ext cx="8728992" cy="11217024"/>
          </a:xfrm>
          <a:prstGeom prst="rect">
            <a:avLst/>
          </a:prstGeom>
          <a:ln>
            <a:solidFill>
              <a:schemeClr val="bg1">
                <a:lumMod val="7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351438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541D1-4761-2CA5-3682-547EC87FEB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B68401-B6FC-02C1-C6D3-3783304F2156}"/>
              </a:ext>
            </a:extLst>
          </p:cNvPr>
          <p:cNvSpPr>
            <a:spLocks noGrp="1"/>
          </p:cNvSpPr>
          <p:nvPr>
            <p:ph type="title"/>
          </p:nvPr>
        </p:nvSpPr>
        <p:spPr>
          <a:xfrm>
            <a:off x="452852" y="469089"/>
            <a:ext cx="11588894" cy="549275"/>
          </a:xfrm>
        </p:spPr>
        <p:txBody>
          <a:bodyPr/>
          <a:lstStyle/>
          <a:p>
            <a:r>
              <a:rPr lang="en-GB"/>
              <a:t>API Exposure deep-dive</a:t>
            </a:r>
          </a:p>
        </p:txBody>
      </p:sp>
      <p:sp>
        <p:nvSpPr>
          <p:cNvPr id="4" name="TextBox 3">
            <a:extLst>
              <a:ext uri="{FF2B5EF4-FFF2-40B4-BE49-F238E27FC236}">
                <a16:creationId xmlns:a16="http://schemas.microsoft.com/office/drawing/2014/main" id="{5BD5CB69-B821-0917-4F4C-395145F8DB05}"/>
              </a:ext>
            </a:extLst>
          </p:cNvPr>
          <p:cNvSpPr txBox="1"/>
          <p:nvPr/>
        </p:nvSpPr>
        <p:spPr>
          <a:xfrm>
            <a:off x="544154" y="981651"/>
            <a:ext cx="10479231" cy="400110"/>
          </a:xfrm>
          <a:prstGeom prst="rect">
            <a:avLst/>
          </a:prstGeom>
          <a:noFill/>
        </p:spPr>
        <p:txBody>
          <a:bodyPr wrap="square" rtlCol="0">
            <a:spAutoFit/>
          </a:bodyPr>
          <a:lstStyle/>
          <a:p>
            <a:pPr>
              <a:spcBef>
                <a:spcPts val="1200"/>
              </a:spcBef>
            </a:pPr>
            <a:r>
              <a:rPr lang="en-US" sz="2000" err="1"/>
              <a:t>ExposedAPI</a:t>
            </a:r>
            <a:r>
              <a:rPr lang="en-US" sz="2000"/>
              <a:t> part of YAML spec defines requirements for API Exposure </a:t>
            </a:r>
            <a:endParaRPr lang="en-GB" sz="2000"/>
          </a:p>
        </p:txBody>
      </p:sp>
      <p:grpSp>
        <p:nvGrpSpPr>
          <p:cNvPr id="9" name="Group 8">
            <a:extLst>
              <a:ext uri="{FF2B5EF4-FFF2-40B4-BE49-F238E27FC236}">
                <a16:creationId xmlns:a16="http://schemas.microsoft.com/office/drawing/2014/main" id="{F0D16398-FBB9-CC02-D09C-DA85B1052A60}"/>
              </a:ext>
            </a:extLst>
          </p:cNvPr>
          <p:cNvGrpSpPr/>
          <p:nvPr/>
        </p:nvGrpSpPr>
        <p:grpSpPr>
          <a:xfrm>
            <a:off x="2188933" y="1671655"/>
            <a:ext cx="1093336" cy="363237"/>
            <a:chOff x="897285" y="3856142"/>
            <a:chExt cx="986563" cy="363237"/>
          </a:xfrm>
        </p:grpSpPr>
        <p:sp>
          <p:nvSpPr>
            <p:cNvPr id="10" name="Rectangle: Single Corner Snipped 9">
              <a:extLst>
                <a:ext uri="{FF2B5EF4-FFF2-40B4-BE49-F238E27FC236}">
                  <a16:creationId xmlns:a16="http://schemas.microsoft.com/office/drawing/2014/main" id="{297EF13C-ECCB-6616-3D39-B8AAC22570D2}"/>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ExposedAPI</a:t>
              </a:r>
              <a:endParaRPr lang="en-GB" sz="1000">
                <a:solidFill>
                  <a:schemeClr val="tx1"/>
                </a:solidFill>
              </a:endParaRPr>
            </a:p>
          </p:txBody>
        </p:sp>
        <p:sp>
          <p:nvSpPr>
            <p:cNvPr id="11" name="TextBox 10">
              <a:extLst>
                <a:ext uri="{FF2B5EF4-FFF2-40B4-BE49-F238E27FC236}">
                  <a16:creationId xmlns:a16="http://schemas.microsoft.com/office/drawing/2014/main" id="{6778BF94-BDA9-6D7F-78BE-8E1A9918E578}"/>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cxnSp>
        <p:nvCxnSpPr>
          <p:cNvPr id="57" name="Straight Arrow Connector 56">
            <a:extLst>
              <a:ext uri="{FF2B5EF4-FFF2-40B4-BE49-F238E27FC236}">
                <a16:creationId xmlns:a16="http://schemas.microsoft.com/office/drawing/2014/main" id="{6C3BB04B-2330-D178-E7EC-BDEDD9E76D94}"/>
              </a:ext>
            </a:extLst>
          </p:cNvPr>
          <p:cNvCxnSpPr>
            <a:cxnSpLocks/>
          </p:cNvCxnSpPr>
          <p:nvPr/>
        </p:nvCxnSpPr>
        <p:spPr>
          <a:xfrm>
            <a:off x="3585969" y="1856321"/>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39BC90CF-375E-6FB3-BB59-E8689F7BFB50}"/>
              </a:ext>
            </a:extLst>
          </p:cNvPr>
          <p:cNvSpPr/>
          <p:nvPr/>
        </p:nvSpPr>
        <p:spPr>
          <a:xfrm>
            <a:off x="4147514" y="1671655"/>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Kong Gateway</a:t>
            </a:r>
          </a:p>
        </p:txBody>
      </p:sp>
      <p:pic>
        <p:nvPicPr>
          <p:cNvPr id="1037" name="Picture 10" descr="Kong Logo - PNG Logo Vector Brand Downloads (SVG, EPS)">
            <a:extLst>
              <a:ext uri="{FF2B5EF4-FFF2-40B4-BE49-F238E27FC236}">
                <a16:creationId xmlns:a16="http://schemas.microsoft.com/office/drawing/2014/main" id="{A0F42BAE-0258-0F0F-03D7-8BE1917E68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9638" y="1750105"/>
            <a:ext cx="1015739" cy="33117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0A9C89B-4CCA-9F2D-CA98-90684AEBC26A}"/>
              </a:ext>
            </a:extLst>
          </p:cNvPr>
          <p:cNvSpPr txBox="1"/>
          <p:nvPr/>
        </p:nvSpPr>
        <p:spPr>
          <a:xfrm>
            <a:off x="9730746" y="2638241"/>
            <a:ext cx="2311000" cy="646331"/>
          </a:xfrm>
          <a:prstGeom prst="rect">
            <a:avLst/>
          </a:prstGeom>
          <a:noFill/>
        </p:spPr>
        <p:txBody>
          <a:bodyPr wrap="square">
            <a:spAutoFit/>
          </a:bodyPr>
          <a:lstStyle/>
          <a:p>
            <a:r>
              <a:rPr lang="en-GB">
                <a:hlinkClick r:id="rId3"/>
              </a:rPr>
              <a:t>/operators/</a:t>
            </a:r>
            <a:r>
              <a:rPr lang="en-GB" err="1">
                <a:hlinkClick r:id="rId3"/>
              </a:rPr>
              <a:t>api</a:t>
            </a:r>
            <a:r>
              <a:rPr lang="en-GB">
                <a:hlinkClick r:id="rId3"/>
              </a:rPr>
              <a:t>-management</a:t>
            </a:r>
            <a:endParaRPr lang="en-GB"/>
          </a:p>
        </p:txBody>
      </p:sp>
      <p:pic>
        <p:nvPicPr>
          <p:cNvPr id="12" name="Picture 11">
            <a:extLst>
              <a:ext uri="{FF2B5EF4-FFF2-40B4-BE49-F238E27FC236}">
                <a16:creationId xmlns:a16="http://schemas.microsoft.com/office/drawing/2014/main" id="{1EC31746-4DDC-8C0D-D8BC-EFA77ED2CF13}"/>
              </a:ext>
            </a:extLst>
          </p:cNvPr>
          <p:cNvPicPr>
            <a:picLocks noChangeAspect="1"/>
          </p:cNvPicPr>
          <p:nvPr/>
        </p:nvPicPr>
        <p:blipFill>
          <a:blip r:embed="rId4"/>
          <a:stretch>
            <a:fillRect/>
          </a:stretch>
        </p:blipFill>
        <p:spPr>
          <a:xfrm>
            <a:off x="723308" y="-3858407"/>
            <a:ext cx="8728992" cy="11217024"/>
          </a:xfrm>
          <a:prstGeom prst="rect">
            <a:avLst/>
          </a:prstGeom>
          <a:ln>
            <a:solidFill>
              <a:schemeClr val="bg1">
                <a:lumMod val="7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2537649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EE480-2191-6CDB-C5EB-480B9AA923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17EAA-5A1F-9802-CFC2-05AB73C53CC1}"/>
              </a:ext>
            </a:extLst>
          </p:cNvPr>
          <p:cNvSpPr>
            <a:spLocks noGrp="1"/>
          </p:cNvSpPr>
          <p:nvPr>
            <p:ph type="title"/>
          </p:nvPr>
        </p:nvSpPr>
        <p:spPr>
          <a:xfrm>
            <a:off x="452852" y="469089"/>
            <a:ext cx="11588894" cy="549275"/>
          </a:xfrm>
        </p:spPr>
        <p:txBody>
          <a:bodyPr/>
          <a:lstStyle/>
          <a:p>
            <a:r>
              <a:rPr lang="en-GB"/>
              <a:t>API Exposure deep-dive</a:t>
            </a:r>
          </a:p>
        </p:txBody>
      </p:sp>
      <p:sp>
        <p:nvSpPr>
          <p:cNvPr id="4" name="TextBox 3">
            <a:extLst>
              <a:ext uri="{FF2B5EF4-FFF2-40B4-BE49-F238E27FC236}">
                <a16:creationId xmlns:a16="http://schemas.microsoft.com/office/drawing/2014/main" id="{4BFF7F4B-F582-518E-74D7-DC85A0130167}"/>
              </a:ext>
            </a:extLst>
          </p:cNvPr>
          <p:cNvSpPr txBox="1"/>
          <p:nvPr/>
        </p:nvSpPr>
        <p:spPr>
          <a:xfrm>
            <a:off x="544154" y="981651"/>
            <a:ext cx="10479231" cy="400110"/>
          </a:xfrm>
          <a:prstGeom prst="rect">
            <a:avLst/>
          </a:prstGeom>
          <a:noFill/>
        </p:spPr>
        <p:txBody>
          <a:bodyPr wrap="square" rtlCol="0">
            <a:spAutoFit/>
          </a:bodyPr>
          <a:lstStyle/>
          <a:p>
            <a:pPr>
              <a:spcBef>
                <a:spcPts val="1200"/>
              </a:spcBef>
            </a:pPr>
            <a:r>
              <a:rPr lang="en-US" sz="2000" err="1"/>
              <a:t>ExposedAPI</a:t>
            </a:r>
            <a:r>
              <a:rPr lang="en-US" sz="2000"/>
              <a:t> part of YAML spec defines requirements for API Exposure </a:t>
            </a:r>
            <a:endParaRPr lang="en-GB" sz="2000"/>
          </a:p>
        </p:txBody>
      </p:sp>
      <p:grpSp>
        <p:nvGrpSpPr>
          <p:cNvPr id="9" name="Group 8">
            <a:extLst>
              <a:ext uri="{FF2B5EF4-FFF2-40B4-BE49-F238E27FC236}">
                <a16:creationId xmlns:a16="http://schemas.microsoft.com/office/drawing/2014/main" id="{09D4C319-B348-BC0C-F524-14CE460F1442}"/>
              </a:ext>
            </a:extLst>
          </p:cNvPr>
          <p:cNvGrpSpPr/>
          <p:nvPr/>
        </p:nvGrpSpPr>
        <p:grpSpPr>
          <a:xfrm>
            <a:off x="2188933" y="1671655"/>
            <a:ext cx="1093336" cy="363237"/>
            <a:chOff x="897285" y="3856142"/>
            <a:chExt cx="986563" cy="363237"/>
          </a:xfrm>
        </p:grpSpPr>
        <p:sp>
          <p:nvSpPr>
            <p:cNvPr id="10" name="Rectangle: Single Corner Snipped 9">
              <a:extLst>
                <a:ext uri="{FF2B5EF4-FFF2-40B4-BE49-F238E27FC236}">
                  <a16:creationId xmlns:a16="http://schemas.microsoft.com/office/drawing/2014/main" id="{D4D3B38F-BF06-33D0-7AEE-223EC338302C}"/>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ExposedAPI</a:t>
              </a:r>
              <a:endParaRPr lang="en-GB" sz="1000">
                <a:solidFill>
                  <a:schemeClr val="tx1"/>
                </a:solidFill>
              </a:endParaRPr>
            </a:p>
          </p:txBody>
        </p:sp>
        <p:sp>
          <p:nvSpPr>
            <p:cNvPr id="11" name="TextBox 10">
              <a:extLst>
                <a:ext uri="{FF2B5EF4-FFF2-40B4-BE49-F238E27FC236}">
                  <a16:creationId xmlns:a16="http://schemas.microsoft.com/office/drawing/2014/main" id="{36CC8127-712F-43B2-FFDB-87256B460F4F}"/>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cxnSp>
        <p:nvCxnSpPr>
          <p:cNvPr id="57" name="Straight Arrow Connector 56">
            <a:extLst>
              <a:ext uri="{FF2B5EF4-FFF2-40B4-BE49-F238E27FC236}">
                <a16:creationId xmlns:a16="http://schemas.microsoft.com/office/drawing/2014/main" id="{D6FC5B0B-3624-BE1F-D566-C7861B079945}"/>
              </a:ext>
            </a:extLst>
          </p:cNvPr>
          <p:cNvCxnSpPr>
            <a:cxnSpLocks/>
          </p:cNvCxnSpPr>
          <p:nvPr/>
        </p:nvCxnSpPr>
        <p:spPr>
          <a:xfrm>
            <a:off x="3585969" y="1856321"/>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E779578-3593-8475-BE75-FF67E1733B2B}"/>
              </a:ext>
            </a:extLst>
          </p:cNvPr>
          <p:cNvSpPr/>
          <p:nvPr/>
        </p:nvSpPr>
        <p:spPr>
          <a:xfrm>
            <a:off x="4147514" y="1671655"/>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Kong Gateway</a:t>
            </a:r>
          </a:p>
        </p:txBody>
      </p:sp>
      <p:pic>
        <p:nvPicPr>
          <p:cNvPr id="1037" name="Picture 10" descr="Kong Logo - PNG Logo Vector Brand Downloads (SVG, EPS)">
            <a:extLst>
              <a:ext uri="{FF2B5EF4-FFF2-40B4-BE49-F238E27FC236}">
                <a16:creationId xmlns:a16="http://schemas.microsoft.com/office/drawing/2014/main" id="{41AB0ECA-6BCF-9596-FD04-C30435A0C5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9638" y="1750105"/>
            <a:ext cx="1015739" cy="33117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CBB7F1B-EF6E-3AEC-04FB-34146303A04D}"/>
              </a:ext>
            </a:extLst>
          </p:cNvPr>
          <p:cNvSpPr txBox="1"/>
          <p:nvPr/>
        </p:nvSpPr>
        <p:spPr>
          <a:xfrm>
            <a:off x="9730746" y="2824525"/>
            <a:ext cx="3161006" cy="646331"/>
          </a:xfrm>
          <a:prstGeom prst="rect">
            <a:avLst/>
          </a:prstGeom>
          <a:noFill/>
        </p:spPr>
        <p:txBody>
          <a:bodyPr wrap="square">
            <a:spAutoFit/>
          </a:bodyPr>
          <a:lstStyle/>
          <a:p>
            <a:r>
              <a:rPr lang="en-GB">
                <a:hlinkClick r:id="rId3"/>
              </a:rPr>
              <a:t>/operators/</a:t>
            </a:r>
            <a:r>
              <a:rPr lang="en-GB" err="1">
                <a:hlinkClick r:id="rId3"/>
              </a:rPr>
              <a:t>api</a:t>
            </a:r>
            <a:r>
              <a:rPr lang="en-GB">
                <a:hlinkClick r:id="rId3"/>
              </a:rPr>
              <a:t>-management/</a:t>
            </a:r>
            <a:r>
              <a:rPr lang="en-GB" err="1">
                <a:hlinkClick r:id="rId3"/>
              </a:rPr>
              <a:t>kong</a:t>
            </a:r>
            <a:endParaRPr lang="en-GB"/>
          </a:p>
        </p:txBody>
      </p:sp>
      <p:pic>
        <p:nvPicPr>
          <p:cNvPr id="13" name="Picture 12">
            <a:extLst>
              <a:ext uri="{FF2B5EF4-FFF2-40B4-BE49-F238E27FC236}">
                <a16:creationId xmlns:a16="http://schemas.microsoft.com/office/drawing/2014/main" id="{3E633601-63F8-0DA6-1841-403C30B40220}"/>
              </a:ext>
            </a:extLst>
          </p:cNvPr>
          <p:cNvPicPr>
            <a:picLocks noChangeAspect="1"/>
          </p:cNvPicPr>
          <p:nvPr/>
        </p:nvPicPr>
        <p:blipFill>
          <a:blip r:embed="rId4"/>
          <a:stretch>
            <a:fillRect/>
          </a:stretch>
        </p:blipFill>
        <p:spPr>
          <a:xfrm>
            <a:off x="328259" y="2406884"/>
            <a:ext cx="9402487" cy="3334215"/>
          </a:xfrm>
          <a:prstGeom prst="rect">
            <a:avLst/>
          </a:prstGeom>
        </p:spPr>
      </p:pic>
    </p:spTree>
    <p:extLst>
      <p:ext uri="{BB962C8B-B14F-4D97-AF65-F5344CB8AC3E}">
        <p14:creationId xmlns:p14="http://schemas.microsoft.com/office/powerpoint/2010/main" val="27614016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DCFD0-6614-DEF9-CE10-99C7611E91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0781DA-B8B0-E606-417B-B8A016ED8A69}"/>
              </a:ext>
            </a:extLst>
          </p:cNvPr>
          <p:cNvSpPr>
            <a:spLocks noGrp="1"/>
          </p:cNvSpPr>
          <p:nvPr>
            <p:ph type="title"/>
          </p:nvPr>
        </p:nvSpPr>
        <p:spPr/>
        <p:txBody>
          <a:bodyPr/>
          <a:lstStyle/>
          <a:p>
            <a:r>
              <a:rPr lang="en-GB"/>
              <a:t>Identity Config Management</a:t>
            </a:r>
          </a:p>
        </p:txBody>
      </p:sp>
      <p:pic>
        <p:nvPicPr>
          <p:cNvPr id="1026" name="Picture 2">
            <a:extLst>
              <a:ext uri="{FF2B5EF4-FFF2-40B4-BE49-F238E27FC236}">
                <a16:creationId xmlns:a16="http://schemas.microsoft.com/office/drawing/2014/main" id="{FB371361-120A-7898-761D-727531198C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8568418" y="1419225"/>
            <a:ext cx="3023507" cy="32914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5C15E31-1244-F1BF-5450-B089BF441081}"/>
              </a:ext>
            </a:extLst>
          </p:cNvPr>
          <p:cNvSpPr txBox="1"/>
          <p:nvPr/>
        </p:nvSpPr>
        <p:spPr>
          <a:xfrm>
            <a:off x="623208" y="1454150"/>
            <a:ext cx="7654017" cy="3139321"/>
          </a:xfrm>
          <a:prstGeom prst="rect">
            <a:avLst/>
          </a:prstGeom>
          <a:noFill/>
        </p:spPr>
        <p:txBody>
          <a:bodyPr wrap="square" rtlCol="0">
            <a:spAutoFit/>
          </a:bodyPr>
          <a:lstStyle/>
          <a:p>
            <a:r>
              <a:rPr lang="en-GB"/>
              <a:t>Each ODA Component includes a declarative definition of its requirements for Roles and Permissions. The component does not implement any Identity Management solution, but instead relies on an Identity Service to be available in the Canvas.</a:t>
            </a:r>
          </a:p>
          <a:p>
            <a:endParaRPr lang="en-GB"/>
          </a:p>
          <a:p>
            <a:r>
              <a:rPr lang="en-GB"/>
              <a:t>A Canvas platform can use any Identity Management solution that can support the </a:t>
            </a:r>
            <a:r>
              <a:rPr lang="en-GB" err="1"/>
              <a:t>Oauth</a:t>
            </a:r>
            <a:r>
              <a:rPr lang="en-GB"/>
              <a:t> 2.0 standard services. Identity Config Operators automate the configuration of the Identity Management Systems using roles and permissions that are mastered in the Component.</a:t>
            </a:r>
          </a:p>
          <a:p>
            <a:endParaRPr lang="en-GB"/>
          </a:p>
          <a:p>
            <a:r>
              <a:rPr lang="en-GB"/>
              <a:t>Reference canvas now has Identity Config Operators for </a:t>
            </a:r>
          </a:p>
        </p:txBody>
      </p:sp>
      <p:sp>
        <p:nvSpPr>
          <p:cNvPr id="9" name="Rectangle 8">
            <a:extLst>
              <a:ext uri="{FF2B5EF4-FFF2-40B4-BE49-F238E27FC236}">
                <a16:creationId xmlns:a16="http://schemas.microsoft.com/office/drawing/2014/main" id="{02598113-9944-7983-DEE5-2EC55CA82737}"/>
              </a:ext>
            </a:extLst>
          </p:cNvPr>
          <p:cNvSpPr/>
          <p:nvPr/>
        </p:nvSpPr>
        <p:spPr>
          <a:xfrm>
            <a:off x="1335419" y="5234172"/>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err="1">
                <a:ln w="0"/>
                <a:solidFill>
                  <a:schemeClr val="tx1"/>
                </a:solidFill>
                <a:effectLst>
                  <a:outerShdw blurRad="38100" dist="19050" dir="2700000" algn="tl" rotWithShape="0">
                    <a:schemeClr val="dk1">
                      <a:alpha val="40000"/>
                    </a:schemeClr>
                  </a:outerShdw>
                </a:effectLst>
              </a:rPr>
              <a:t>Keycloak</a:t>
            </a:r>
            <a:endParaRPr lang="en-GB" sz="90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C74FD669-D6AF-6A9F-0821-1F7A1EC096A5}"/>
              </a:ext>
            </a:extLst>
          </p:cNvPr>
          <p:cNvSpPr/>
          <p:nvPr/>
        </p:nvSpPr>
        <p:spPr>
          <a:xfrm>
            <a:off x="5220661" y="5244184"/>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Microsoft Azure </a:t>
            </a:r>
            <a:r>
              <a:rPr lang="en-GB" sz="900" err="1">
                <a:ln w="0"/>
                <a:solidFill>
                  <a:schemeClr val="tx1"/>
                </a:solidFill>
                <a:effectLst>
                  <a:outerShdw blurRad="38100" dist="19050" dir="2700000" algn="tl" rotWithShape="0">
                    <a:schemeClr val="dk1">
                      <a:alpha val="40000"/>
                    </a:schemeClr>
                  </a:outerShdw>
                </a:effectLst>
              </a:rPr>
              <a:t>Entra</a:t>
            </a:r>
            <a:r>
              <a:rPr lang="en-GB" sz="900">
                <a:ln w="0"/>
                <a:solidFill>
                  <a:schemeClr val="tx1"/>
                </a:solidFill>
                <a:effectLst>
                  <a:outerShdw blurRad="38100" dist="19050" dir="2700000" algn="tl" rotWithShape="0">
                    <a:schemeClr val="dk1">
                      <a:alpha val="40000"/>
                    </a:schemeClr>
                  </a:outerShdw>
                </a:effectLst>
              </a:rPr>
              <a:t> ID</a:t>
            </a:r>
          </a:p>
        </p:txBody>
      </p:sp>
      <p:pic>
        <p:nvPicPr>
          <p:cNvPr id="1038" name="Picture 14" descr="Download Microsoft Azure (Windows Azure) Logo in SVG Vector or PNG File ...">
            <a:extLst>
              <a:ext uri="{FF2B5EF4-FFF2-40B4-BE49-F238E27FC236}">
                <a16:creationId xmlns:a16="http://schemas.microsoft.com/office/drawing/2014/main" id="{496926C9-CFD4-C696-B77D-D01AB499ED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2944" y="4984601"/>
            <a:ext cx="1392062" cy="92804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53828F9-D404-66A6-043D-EBA2E5AC24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4591" y="5295422"/>
            <a:ext cx="1563528" cy="322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0980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045F0-3B91-FFA4-D76D-539D6B7629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DEF773-EC76-6B35-1621-47CAC57C5102}"/>
              </a:ext>
            </a:extLst>
          </p:cNvPr>
          <p:cNvSpPr>
            <a:spLocks noGrp="1"/>
          </p:cNvSpPr>
          <p:nvPr>
            <p:ph type="title"/>
          </p:nvPr>
        </p:nvSpPr>
        <p:spPr/>
        <p:txBody>
          <a:bodyPr/>
          <a:lstStyle/>
          <a:p>
            <a:r>
              <a:rPr lang="en-GB"/>
              <a:t>Identity Config Management – Deep Dive</a:t>
            </a:r>
          </a:p>
        </p:txBody>
      </p:sp>
      <p:sp>
        <p:nvSpPr>
          <p:cNvPr id="5" name="TextBox 4">
            <a:extLst>
              <a:ext uri="{FF2B5EF4-FFF2-40B4-BE49-F238E27FC236}">
                <a16:creationId xmlns:a16="http://schemas.microsoft.com/office/drawing/2014/main" id="{A4A48756-91C1-CF78-C776-0EB067B4389D}"/>
              </a:ext>
            </a:extLst>
          </p:cNvPr>
          <p:cNvSpPr txBox="1"/>
          <p:nvPr/>
        </p:nvSpPr>
        <p:spPr>
          <a:xfrm>
            <a:off x="361524" y="963515"/>
            <a:ext cx="7654017" cy="369332"/>
          </a:xfrm>
          <a:prstGeom prst="rect">
            <a:avLst/>
          </a:prstGeom>
          <a:noFill/>
        </p:spPr>
        <p:txBody>
          <a:bodyPr wrap="square" rtlCol="0">
            <a:spAutoFit/>
          </a:bodyPr>
          <a:lstStyle/>
          <a:p>
            <a:r>
              <a:rPr lang="en-US" err="1"/>
              <a:t>IdentityConfig</a:t>
            </a:r>
            <a:r>
              <a:rPr lang="en-US"/>
              <a:t> part of YAML spec defines requirements for </a:t>
            </a:r>
            <a:r>
              <a:rPr lang="en-GB"/>
              <a:t>Roles</a:t>
            </a:r>
          </a:p>
        </p:txBody>
      </p:sp>
      <p:grpSp>
        <p:nvGrpSpPr>
          <p:cNvPr id="3" name="Group 2">
            <a:extLst>
              <a:ext uri="{FF2B5EF4-FFF2-40B4-BE49-F238E27FC236}">
                <a16:creationId xmlns:a16="http://schemas.microsoft.com/office/drawing/2014/main" id="{EA9CDA77-4B18-9E7F-5CD1-330E210F62D0}"/>
              </a:ext>
            </a:extLst>
          </p:cNvPr>
          <p:cNvGrpSpPr/>
          <p:nvPr/>
        </p:nvGrpSpPr>
        <p:grpSpPr>
          <a:xfrm>
            <a:off x="2329084" y="1645654"/>
            <a:ext cx="1093336" cy="363237"/>
            <a:chOff x="897285" y="3856142"/>
            <a:chExt cx="986563" cy="363237"/>
          </a:xfrm>
        </p:grpSpPr>
        <p:sp>
          <p:nvSpPr>
            <p:cNvPr id="4" name="Rectangle: Single Corner Snipped 3">
              <a:extLst>
                <a:ext uri="{FF2B5EF4-FFF2-40B4-BE49-F238E27FC236}">
                  <a16:creationId xmlns:a16="http://schemas.microsoft.com/office/drawing/2014/main" id="{8541960E-ED1C-011B-61F2-74BCB7CF94D8}"/>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IdentityConfig</a:t>
              </a:r>
              <a:endParaRPr lang="en-GB" sz="1000">
                <a:solidFill>
                  <a:schemeClr val="tx1"/>
                </a:solidFill>
              </a:endParaRPr>
            </a:p>
          </p:txBody>
        </p:sp>
        <p:sp>
          <p:nvSpPr>
            <p:cNvPr id="6" name="TextBox 5">
              <a:extLst>
                <a:ext uri="{FF2B5EF4-FFF2-40B4-BE49-F238E27FC236}">
                  <a16:creationId xmlns:a16="http://schemas.microsoft.com/office/drawing/2014/main" id="{B003599F-3D86-788C-D616-A17F180C4AAA}"/>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cxnSp>
        <p:nvCxnSpPr>
          <p:cNvPr id="7" name="Straight Arrow Connector 6">
            <a:extLst>
              <a:ext uri="{FF2B5EF4-FFF2-40B4-BE49-F238E27FC236}">
                <a16:creationId xmlns:a16="http://schemas.microsoft.com/office/drawing/2014/main" id="{16200874-4FC2-FB55-C1E4-86B54CAC8C47}"/>
              </a:ext>
            </a:extLst>
          </p:cNvPr>
          <p:cNvCxnSpPr>
            <a:cxnSpLocks/>
          </p:cNvCxnSpPr>
          <p:nvPr/>
        </p:nvCxnSpPr>
        <p:spPr>
          <a:xfrm>
            <a:off x="3585969" y="1856321"/>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0D092355-227E-2F75-AE48-AEA22C2A74E2}"/>
              </a:ext>
            </a:extLst>
          </p:cNvPr>
          <p:cNvPicPr>
            <a:picLocks noChangeAspect="1"/>
          </p:cNvPicPr>
          <p:nvPr/>
        </p:nvPicPr>
        <p:blipFill>
          <a:blip r:embed="rId2"/>
          <a:stretch>
            <a:fillRect/>
          </a:stretch>
        </p:blipFill>
        <p:spPr>
          <a:xfrm>
            <a:off x="966181" y="2185789"/>
            <a:ext cx="9081000" cy="6858000"/>
          </a:xfrm>
          <a:prstGeom prst="rect">
            <a:avLst/>
          </a:prstGeom>
          <a:ln>
            <a:solidFill>
              <a:schemeClr val="bg1">
                <a:lumMod val="75000"/>
              </a:schemeClr>
            </a:solidFill>
          </a:ln>
          <a:effectLst>
            <a:outerShdw blurRad="50800" dist="38100" dir="2700000" algn="tl" rotWithShape="0">
              <a:prstClr val="black">
                <a:alpha val="40000"/>
              </a:prstClr>
            </a:outerShdw>
          </a:effectLst>
        </p:spPr>
      </p:pic>
      <p:sp>
        <p:nvSpPr>
          <p:cNvPr id="12" name="Rectangle 11">
            <a:extLst>
              <a:ext uri="{FF2B5EF4-FFF2-40B4-BE49-F238E27FC236}">
                <a16:creationId xmlns:a16="http://schemas.microsoft.com/office/drawing/2014/main" id="{19D741DF-F70C-B5F7-8904-978BDEF87E4B}"/>
              </a:ext>
            </a:extLst>
          </p:cNvPr>
          <p:cNvSpPr/>
          <p:nvPr/>
        </p:nvSpPr>
        <p:spPr>
          <a:xfrm>
            <a:off x="4204125" y="1633653"/>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err="1">
                <a:ln w="0"/>
                <a:solidFill>
                  <a:schemeClr val="tx1"/>
                </a:solidFill>
                <a:effectLst>
                  <a:outerShdw blurRad="38100" dist="19050" dir="2700000" algn="tl" rotWithShape="0">
                    <a:schemeClr val="dk1">
                      <a:alpha val="40000"/>
                    </a:schemeClr>
                  </a:outerShdw>
                </a:effectLst>
              </a:rPr>
              <a:t>Keycloak</a:t>
            </a:r>
            <a:endParaRPr lang="en-GB" sz="900">
              <a:ln w="0"/>
              <a:solidFill>
                <a:schemeClr val="tx1"/>
              </a:solidFill>
              <a:effectLst>
                <a:outerShdw blurRad="38100" dist="19050" dir="2700000" algn="tl" rotWithShape="0">
                  <a:schemeClr val="dk1">
                    <a:alpha val="40000"/>
                  </a:schemeClr>
                </a:outerShdw>
              </a:effectLst>
            </a:endParaRPr>
          </a:p>
        </p:txBody>
      </p:sp>
      <p:pic>
        <p:nvPicPr>
          <p:cNvPr id="13" name="Picture 12">
            <a:extLst>
              <a:ext uri="{FF2B5EF4-FFF2-40B4-BE49-F238E27FC236}">
                <a16:creationId xmlns:a16="http://schemas.microsoft.com/office/drawing/2014/main" id="{47FC08BD-41FC-D561-B9C9-91463741A4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3297" y="1694903"/>
            <a:ext cx="1563528" cy="322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8094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1509F-0B55-EE41-1939-C66E70C746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96452C-CA61-0A77-40B1-C2CE4848046D}"/>
              </a:ext>
            </a:extLst>
          </p:cNvPr>
          <p:cNvSpPr>
            <a:spLocks noGrp="1"/>
          </p:cNvSpPr>
          <p:nvPr>
            <p:ph type="title"/>
          </p:nvPr>
        </p:nvSpPr>
        <p:spPr/>
        <p:txBody>
          <a:bodyPr/>
          <a:lstStyle/>
          <a:p>
            <a:r>
              <a:rPr lang="en-GB"/>
              <a:t>Identity Config Management – Deep Dive</a:t>
            </a:r>
          </a:p>
        </p:txBody>
      </p:sp>
      <p:sp>
        <p:nvSpPr>
          <p:cNvPr id="5" name="TextBox 4">
            <a:extLst>
              <a:ext uri="{FF2B5EF4-FFF2-40B4-BE49-F238E27FC236}">
                <a16:creationId xmlns:a16="http://schemas.microsoft.com/office/drawing/2014/main" id="{A711A8CB-2CE0-D3B1-9E2E-8ACC30DD47F4}"/>
              </a:ext>
            </a:extLst>
          </p:cNvPr>
          <p:cNvSpPr txBox="1"/>
          <p:nvPr/>
        </p:nvSpPr>
        <p:spPr>
          <a:xfrm>
            <a:off x="361524" y="963515"/>
            <a:ext cx="7654017" cy="369332"/>
          </a:xfrm>
          <a:prstGeom prst="rect">
            <a:avLst/>
          </a:prstGeom>
          <a:noFill/>
        </p:spPr>
        <p:txBody>
          <a:bodyPr wrap="square" rtlCol="0">
            <a:spAutoFit/>
          </a:bodyPr>
          <a:lstStyle/>
          <a:p>
            <a:r>
              <a:rPr lang="en-US" err="1"/>
              <a:t>IdentityConfig</a:t>
            </a:r>
            <a:r>
              <a:rPr lang="en-US"/>
              <a:t> part of YAML spec defines requirements for </a:t>
            </a:r>
            <a:r>
              <a:rPr lang="en-GB"/>
              <a:t>Roles</a:t>
            </a:r>
          </a:p>
        </p:txBody>
      </p:sp>
      <p:grpSp>
        <p:nvGrpSpPr>
          <p:cNvPr id="3" name="Group 2">
            <a:extLst>
              <a:ext uri="{FF2B5EF4-FFF2-40B4-BE49-F238E27FC236}">
                <a16:creationId xmlns:a16="http://schemas.microsoft.com/office/drawing/2014/main" id="{2783E6BF-AABE-7766-8839-C84A0910D3F8}"/>
              </a:ext>
            </a:extLst>
          </p:cNvPr>
          <p:cNvGrpSpPr/>
          <p:nvPr/>
        </p:nvGrpSpPr>
        <p:grpSpPr>
          <a:xfrm>
            <a:off x="2329084" y="1645654"/>
            <a:ext cx="1093336" cy="363237"/>
            <a:chOff x="897285" y="3856142"/>
            <a:chExt cx="986563" cy="363237"/>
          </a:xfrm>
        </p:grpSpPr>
        <p:sp>
          <p:nvSpPr>
            <p:cNvPr id="4" name="Rectangle: Single Corner Snipped 3">
              <a:extLst>
                <a:ext uri="{FF2B5EF4-FFF2-40B4-BE49-F238E27FC236}">
                  <a16:creationId xmlns:a16="http://schemas.microsoft.com/office/drawing/2014/main" id="{C183094C-AE41-0C02-5B8A-0732CC427DE1}"/>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IdentityConfig</a:t>
              </a:r>
              <a:endParaRPr lang="en-GB" sz="1000">
                <a:solidFill>
                  <a:schemeClr val="tx1"/>
                </a:solidFill>
              </a:endParaRPr>
            </a:p>
          </p:txBody>
        </p:sp>
        <p:sp>
          <p:nvSpPr>
            <p:cNvPr id="6" name="TextBox 5">
              <a:extLst>
                <a:ext uri="{FF2B5EF4-FFF2-40B4-BE49-F238E27FC236}">
                  <a16:creationId xmlns:a16="http://schemas.microsoft.com/office/drawing/2014/main" id="{4C47959F-A252-9835-F4CB-601CCB2E2850}"/>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pic>
        <p:nvPicPr>
          <p:cNvPr id="11" name="Picture 10">
            <a:extLst>
              <a:ext uri="{FF2B5EF4-FFF2-40B4-BE49-F238E27FC236}">
                <a16:creationId xmlns:a16="http://schemas.microsoft.com/office/drawing/2014/main" id="{728E28FD-42D9-756D-018A-C29CB3EA2610}"/>
              </a:ext>
            </a:extLst>
          </p:cNvPr>
          <p:cNvPicPr>
            <a:picLocks noChangeAspect="1"/>
          </p:cNvPicPr>
          <p:nvPr/>
        </p:nvPicPr>
        <p:blipFill>
          <a:blip r:embed="rId2"/>
          <a:stretch>
            <a:fillRect/>
          </a:stretch>
        </p:blipFill>
        <p:spPr>
          <a:xfrm>
            <a:off x="966181" y="0"/>
            <a:ext cx="9081000" cy="6858000"/>
          </a:xfrm>
          <a:prstGeom prst="rect">
            <a:avLst/>
          </a:prstGeom>
          <a:ln>
            <a:solidFill>
              <a:schemeClr val="bg1">
                <a:lumMod val="7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9649481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65039-1D0F-6EAE-3116-D32289081B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D2FEAE-6AE0-0388-1872-25CD5234269C}"/>
              </a:ext>
            </a:extLst>
          </p:cNvPr>
          <p:cNvSpPr>
            <a:spLocks noGrp="1"/>
          </p:cNvSpPr>
          <p:nvPr>
            <p:ph type="title"/>
          </p:nvPr>
        </p:nvSpPr>
        <p:spPr/>
        <p:txBody>
          <a:bodyPr/>
          <a:lstStyle/>
          <a:p>
            <a:r>
              <a:rPr lang="en-GB"/>
              <a:t>Observability Config Management</a:t>
            </a:r>
          </a:p>
        </p:txBody>
      </p:sp>
      <p:pic>
        <p:nvPicPr>
          <p:cNvPr id="1026" name="Picture 2">
            <a:extLst>
              <a:ext uri="{FF2B5EF4-FFF2-40B4-BE49-F238E27FC236}">
                <a16:creationId xmlns:a16="http://schemas.microsoft.com/office/drawing/2014/main" id="{5EF69E88-B4FF-0EAB-A962-A80095DECED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8568418" y="1419225"/>
            <a:ext cx="3023507" cy="32914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3046CE4-2C4E-936D-06CE-D763F6B267A1}"/>
              </a:ext>
            </a:extLst>
          </p:cNvPr>
          <p:cNvSpPr txBox="1"/>
          <p:nvPr/>
        </p:nvSpPr>
        <p:spPr>
          <a:xfrm>
            <a:off x="623208" y="1619250"/>
            <a:ext cx="7654017" cy="3139321"/>
          </a:xfrm>
          <a:prstGeom prst="rect">
            <a:avLst/>
          </a:prstGeom>
          <a:noFill/>
        </p:spPr>
        <p:txBody>
          <a:bodyPr wrap="square" rtlCol="0">
            <a:spAutoFit/>
          </a:bodyPr>
          <a:lstStyle/>
          <a:p>
            <a:r>
              <a:rPr lang="en-GB"/>
              <a:t>Each ODA Component includes a declarative definition of its requirements for Observability. The component does not implement any Observability solution, but instead relies on an Observability to be available in the Canvas.</a:t>
            </a:r>
          </a:p>
          <a:p>
            <a:endParaRPr lang="en-GB"/>
          </a:p>
          <a:p>
            <a:r>
              <a:rPr lang="en-GB"/>
              <a:t>A Canvas platform can use any Observability solution that can support the Open Metrics and open Telemetry standard services. Observability Config Operators automate the configuration of the Observability Systems using requirements declared in the Component.</a:t>
            </a:r>
          </a:p>
          <a:p>
            <a:endParaRPr lang="en-GB"/>
          </a:p>
          <a:p>
            <a:r>
              <a:rPr lang="en-GB"/>
              <a:t>Reference canvas now has Observability Operators for </a:t>
            </a:r>
          </a:p>
        </p:txBody>
      </p:sp>
      <p:sp>
        <p:nvSpPr>
          <p:cNvPr id="9" name="Rectangle 8">
            <a:extLst>
              <a:ext uri="{FF2B5EF4-FFF2-40B4-BE49-F238E27FC236}">
                <a16:creationId xmlns:a16="http://schemas.microsoft.com/office/drawing/2014/main" id="{5458D9CF-3921-1BF9-1FCC-A0F393F44608}"/>
              </a:ext>
            </a:extLst>
          </p:cNvPr>
          <p:cNvSpPr/>
          <p:nvPr/>
        </p:nvSpPr>
        <p:spPr>
          <a:xfrm>
            <a:off x="1335419" y="5234172"/>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Prometheus / Grafana / </a:t>
            </a:r>
            <a:r>
              <a:rPr lang="en-GB" sz="900" err="1">
                <a:ln w="0"/>
                <a:solidFill>
                  <a:schemeClr val="tx1"/>
                </a:solidFill>
                <a:effectLst>
                  <a:outerShdw blurRad="38100" dist="19050" dir="2700000" algn="tl" rotWithShape="0">
                    <a:schemeClr val="dk1">
                      <a:alpha val="40000"/>
                    </a:schemeClr>
                  </a:outerShdw>
                </a:effectLst>
              </a:rPr>
              <a:t>Kiali</a:t>
            </a:r>
            <a:endParaRPr lang="en-GB" sz="90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6A29B2D4-FA0E-05B9-9075-81BF6701CF2C}"/>
              </a:ext>
            </a:extLst>
          </p:cNvPr>
          <p:cNvSpPr/>
          <p:nvPr/>
        </p:nvSpPr>
        <p:spPr>
          <a:xfrm>
            <a:off x="5220661" y="5244184"/>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Microsoft Azure Managed Observability</a:t>
            </a:r>
          </a:p>
        </p:txBody>
      </p:sp>
      <p:pic>
        <p:nvPicPr>
          <p:cNvPr id="1038" name="Picture 14" descr="Download Microsoft Azure (Windows Azure) Logo in SVG Vector or PNG File ...">
            <a:extLst>
              <a:ext uri="{FF2B5EF4-FFF2-40B4-BE49-F238E27FC236}">
                <a16:creationId xmlns:a16="http://schemas.microsoft.com/office/drawing/2014/main" id="{9F8DA1E9-89A0-8EC8-1A68-0C95CB8854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2944" y="4984601"/>
            <a:ext cx="1392062" cy="92804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Prometheus (software) - Wikipedia">
            <a:extLst>
              <a:ext uri="{FF2B5EF4-FFF2-40B4-BE49-F238E27FC236}">
                <a16:creationId xmlns:a16="http://schemas.microsoft.com/office/drawing/2014/main" id="{D2EB7858-900B-632F-FDCE-D82A888516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4940" y="5251395"/>
            <a:ext cx="416628" cy="41477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511CBBF9-447F-9785-A0EE-224C4B000086}"/>
              </a:ext>
            </a:extLst>
          </p:cNvPr>
          <p:cNvSpPr/>
          <p:nvPr/>
        </p:nvSpPr>
        <p:spPr>
          <a:xfrm>
            <a:off x="1340833" y="5749961"/>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Google Managed Observability</a:t>
            </a:r>
          </a:p>
        </p:txBody>
      </p:sp>
      <p:pic>
        <p:nvPicPr>
          <p:cNvPr id="7" name="Picture 8" descr="Google Cloud Services Partners ...">
            <a:extLst>
              <a:ext uri="{FF2B5EF4-FFF2-40B4-BE49-F238E27FC236}">
                <a16:creationId xmlns:a16="http://schemas.microsoft.com/office/drawing/2014/main" id="{65445A52-7DB6-CA7C-4BD7-F3DC39ECB5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0757" y="5844682"/>
            <a:ext cx="1581621" cy="27789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7B069374-ED38-83EF-8F5E-43C400F7DCFA}"/>
              </a:ext>
            </a:extLst>
          </p:cNvPr>
          <p:cNvSpPr/>
          <p:nvPr/>
        </p:nvSpPr>
        <p:spPr>
          <a:xfrm>
            <a:off x="5220661" y="5749961"/>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a:t>
            </a:r>
            <a:r>
              <a:rPr lang="en-GB" sz="900" err="1">
                <a:ln w="0"/>
                <a:solidFill>
                  <a:schemeClr val="tx1"/>
                </a:solidFill>
                <a:effectLst>
                  <a:outerShdw blurRad="38100" dist="19050" dir="2700000" algn="tl" rotWithShape="0">
                    <a:schemeClr val="dk1">
                      <a:alpha val="40000"/>
                    </a:schemeClr>
                  </a:outerShdw>
                </a:effectLst>
              </a:rPr>
              <a:t>DataDog</a:t>
            </a:r>
            <a:endParaRPr lang="en-GB" sz="900">
              <a:ln w="0"/>
              <a:solidFill>
                <a:schemeClr val="tx1"/>
              </a:solidFill>
              <a:effectLst>
                <a:outerShdw blurRad="38100" dist="19050" dir="2700000" algn="tl" rotWithShape="0">
                  <a:schemeClr val="dk1">
                    <a:alpha val="40000"/>
                  </a:schemeClr>
                </a:outerShdw>
              </a:effectLst>
            </a:endParaRPr>
          </a:p>
        </p:txBody>
      </p:sp>
      <p:pic>
        <p:nvPicPr>
          <p:cNvPr id="12" name="Picture 4" descr="Datadog Improves Salesforce Security ...">
            <a:extLst>
              <a:ext uri="{FF2B5EF4-FFF2-40B4-BE49-F238E27FC236}">
                <a16:creationId xmlns:a16="http://schemas.microsoft.com/office/drawing/2014/main" id="{D86FFBC4-649E-7D42-52ED-E392082E6C1D}"/>
              </a:ext>
            </a:extLst>
          </p:cNvPr>
          <p:cNvPicPr>
            <a:picLocks noChangeAspect="1" noChangeArrowheads="1"/>
          </p:cNvPicPr>
          <p:nvPr/>
        </p:nvPicPr>
        <p:blipFill rotWithShape="1">
          <a:blip r:embed="rId6"/>
          <a:srcRect/>
          <a:stretch/>
        </p:blipFill>
        <p:spPr bwMode="auto">
          <a:xfrm>
            <a:off x="5249336" y="5782548"/>
            <a:ext cx="1595969" cy="3835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Datadog - Full Stack Python">
            <a:extLst>
              <a:ext uri="{FF2B5EF4-FFF2-40B4-BE49-F238E27FC236}">
                <a16:creationId xmlns:a16="http://schemas.microsoft.com/office/drawing/2014/main" id="{6CCEA349-1900-4AB7-75C6-DD26E99FA7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17491" y="5802415"/>
            <a:ext cx="1338010" cy="340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2362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0F06A-4C1A-4026-A6F4-6F3D798136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FF9486-6F74-0D18-403C-A92B06C06CC1}"/>
              </a:ext>
            </a:extLst>
          </p:cNvPr>
          <p:cNvSpPr>
            <a:spLocks noGrp="1"/>
          </p:cNvSpPr>
          <p:nvPr>
            <p:ph type="title"/>
          </p:nvPr>
        </p:nvSpPr>
        <p:spPr/>
        <p:txBody>
          <a:bodyPr/>
          <a:lstStyle/>
          <a:p>
            <a:r>
              <a:rPr lang="en-GB"/>
              <a:t>Observability Config Management</a:t>
            </a:r>
          </a:p>
        </p:txBody>
      </p:sp>
      <p:sp>
        <p:nvSpPr>
          <p:cNvPr id="5" name="TextBox 4">
            <a:extLst>
              <a:ext uri="{FF2B5EF4-FFF2-40B4-BE49-F238E27FC236}">
                <a16:creationId xmlns:a16="http://schemas.microsoft.com/office/drawing/2014/main" id="{22BBA08C-B047-2676-294A-F02DF8EC4E20}"/>
              </a:ext>
            </a:extLst>
          </p:cNvPr>
          <p:cNvSpPr txBox="1"/>
          <p:nvPr/>
        </p:nvSpPr>
        <p:spPr>
          <a:xfrm>
            <a:off x="674153" y="945358"/>
            <a:ext cx="11517847" cy="369332"/>
          </a:xfrm>
          <a:prstGeom prst="rect">
            <a:avLst/>
          </a:prstGeom>
          <a:noFill/>
        </p:spPr>
        <p:txBody>
          <a:bodyPr wrap="square" rtlCol="0">
            <a:spAutoFit/>
          </a:bodyPr>
          <a:lstStyle/>
          <a:p>
            <a:r>
              <a:rPr lang="en-GB" err="1"/>
              <a:t>OpenMetrics</a:t>
            </a:r>
            <a:r>
              <a:rPr lang="en-GB"/>
              <a:t> and </a:t>
            </a:r>
            <a:r>
              <a:rPr lang="en-GB" err="1"/>
              <a:t>OpenTelemetry</a:t>
            </a:r>
            <a:r>
              <a:rPr lang="en-GB"/>
              <a:t> support enable performance monitoring and tracing based on observability data </a:t>
            </a:r>
          </a:p>
        </p:txBody>
      </p:sp>
      <p:sp>
        <p:nvSpPr>
          <p:cNvPr id="9" name="Rectangle 8">
            <a:extLst>
              <a:ext uri="{FF2B5EF4-FFF2-40B4-BE49-F238E27FC236}">
                <a16:creationId xmlns:a16="http://schemas.microsoft.com/office/drawing/2014/main" id="{AB6494E5-9503-C368-9EC1-CA2ADFEF06EF}"/>
              </a:ext>
            </a:extLst>
          </p:cNvPr>
          <p:cNvSpPr/>
          <p:nvPr/>
        </p:nvSpPr>
        <p:spPr>
          <a:xfrm>
            <a:off x="4246194" y="1633653"/>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Prometheus / Grafana /Jaeger /  Kiali</a:t>
            </a:r>
          </a:p>
        </p:txBody>
      </p:sp>
      <p:pic>
        <p:nvPicPr>
          <p:cNvPr id="4" name="Picture 3" descr="Prometheus (software) - Wikipedia">
            <a:extLst>
              <a:ext uri="{FF2B5EF4-FFF2-40B4-BE49-F238E27FC236}">
                <a16:creationId xmlns:a16="http://schemas.microsoft.com/office/drawing/2014/main" id="{BFD0C62F-6056-C513-4829-2356FF4CB0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5715" y="1650876"/>
            <a:ext cx="416628" cy="41477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4152F78B-9188-A0EE-7BB7-D4D1B03C8985}"/>
              </a:ext>
            </a:extLst>
          </p:cNvPr>
          <p:cNvGrpSpPr/>
          <p:nvPr/>
        </p:nvGrpSpPr>
        <p:grpSpPr>
          <a:xfrm>
            <a:off x="2188933" y="1671655"/>
            <a:ext cx="1093336" cy="363237"/>
            <a:chOff x="897285" y="3856142"/>
            <a:chExt cx="986563" cy="363237"/>
          </a:xfrm>
        </p:grpSpPr>
        <p:sp>
          <p:nvSpPr>
            <p:cNvPr id="13" name="Rectangle: Single Corner Snipped 12">
              <a:extLst>
                <a:ext uri="{FF2B5EF4-FFF2-40B4-BE49-F238E27FC236}">
                  <a16:creationId xmlns:a16="http://schemas.microsoft.com/office/drawing/2014/main" id="{6904DF12-6CEA-75FF-981A-91C2F685FCFE}"/>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ExposedAPI</a:t>
              </a:r>
              <a:endParaRPr lang="en-GB" sz="1000">
                <a:solidFill>
                  <a:schemeClr val="tx1"/>
                </a:solidFill>
              </a:endParaRPr>
            </a:p>
          </p:txBody>
        </p:sp>
        <p:sp>
          <p:nvSpPr>
            <p:cNvPr id="14" name="TextBox 13">
              <a:extLst>
                <a:ext uri="{FF2B5EF4-FFF2-40B4-BE49-F238E27FC236}">
                  <a16:creationId xmlns:a16="http://schemas.microsoft.com/office/drawing/2014/main" id="{FE98BD24-87E8-8FF5-0469-08619FC0273B}"/>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cxnSp>
        <p:nvCxnSpPr>
          <p:cNvPr id="15" name="Straight Arrow Connector 14">
            <a:extLst>
              <a:ext uri="{FF2B5EF4-FFF2-40B4-BE49-F238E27FC236}">
                <a16:creationId xmlns:a16="http://schemas.microsoft.com/office/drawing/2014/main" id="{66B98A00-C840-AD9D-8664-B392B3F03046}"/>
              </a:ext>
            </a:extLst>
          </p:cNvPr>
          <p:cNvCxnSpPr>
            <a:cxnSpLocks/>
          </p:cNvCxnSpPr>
          <p:nvPr/>
        </p:nvCxnSpPr>
        <p:spPr>
          <a:xfrm>
            <a:off x="3585969" y="1856321"/>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85B3C8ED-98DA-0760-B85A-0899103F80A9}"/>
              </a:ext>
            </a:extLst>
          </p:cNvPr>
          <p:cNvPicPr>
            <a:picLocks noChangeAspect="1"/>
          </p:cNvPicPr>
          <p:nvPr/>
        </p:nvPicPr>
        <p:blipFill>
          <a:blip r:embed="rId3"/>
          <a:stretch>
            <a:fillRect/>
          </a:stretch>
        </p:blipFill>
        <p:spPr>
          <a:xfrm>
            <a:off x="1223119" y="2397951"/>
            <a:ext cx="9511549" cy="25843395"/>
          </a:xfrm>
          <a:prstGeom prst="rect">
            <a:avLst/>
          </a:prstGeom>
        </p:spPr>
      </p:pic>
    </p:spTree>
    <p:extLst>
      <p:ext uri="{BB962C8B-B14F-4D97-AF65-F5344CB8AC3E}">
        <p14:creationId xmlns:p14="http://schemas.microsoft.com/office/powerpoint/2010/main" val="39818109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26AE9-F30F-1260-FA83-822F79DE1F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F7F4A-2F12-4420-85CD-9F1DDDEF193F}"/>
              </a:ext>
            </a:extLst>
          </p:cNvPr>
          <p:cNvSpPr>
            <a:spLocks noGrp="1"/>
          </p:cNvSpPr>
          <p:nvPr>
            <p:ph type="title"/>
          </p:nvPr>
        </p:nvSpPr>
        <p:spPr/>
        <p:txBody>
          <a:bodyPr/>
          <a:lstStyle/>
          <a:p>
            <a:r>
              <a:rPr lang="en-GB"/>
              <a:t>Observability Config Management</a:t>
            </a:r>
          </a:p>
        </p:txBody>
      </p:sp>
      <p:sp>
        <p:nvSpPr>
          <p:cNvPr id="5" name="TextBox 4">
            <a:extLst>
              <a:ext uri="{FF2B5EF4-FFF2-40B4-BE49-F238E27FC236}">
                <a16:creationId xmlns:a16="http://schemas.microsoft.com/office/drawing/2014/main" id="{7B92ED53-AE50-D4CD-8D4D-645D55B5E549}"/>
              </a:ext>
            </a:extLst>
          </p:cNvPr>
          <p:cNvSpPr txBox="1"/>
          <p:nvPr/>
        </p:nvSpPr>
        <p:spPr>
          <a:xfrm>
            <a:off x="674153" y="945358"/>
            <a:ext cx="11517847" cy="369332"/>
          </a:xfrm>
          <a:prstGeom prst="rect">
            <a:avLst/>
          </a:prstGeom>
          <a:noFill/>
        </p:spPr>
        <p:txBody>
          <a:bodyPr wrap="square" rtlCol="0">
            <a:spAutoFit/>
          </a:bodyPr>
          <a:lstStyle/>
          <a:p>
            <a:r>
              <a:rPr lang="en-GB" err="1"/>
              <a:t>OpenMetrics</a:t>
            </a:r>
            <a:r>
              <a:rPr lang="en-GB"/>
              <a:t> and </a:t>
            </a:r>
            <a:r>
              <a:rPr lang="en-GB" err="1"/>
              <a:t>OpenTelemetry</a:t>
            </a:r>
            <a:r>
              <a:rPr lang="en-GB"/>
              <a:t> support enable performance monitoring and tracing based on observability data </a:t>
            </a:r>
          </a:p>
        </p:txBody>
      </p:sp>
      <p:sp>
        <p:nvSpPr>
          <p:cNvPr id="9" name="Rectangle 8">
            <a:extLst>
              <a:ext uri="{FF2B5EF4-FFF2-40B4-BE49-F238E27FC236}">
                <a16:creationId xmlns:a16="http://schemas.microsoft.com/office/drawing/2014/main" id="{AA063E7D-1D66-FEEC-4C61-63E54044CBD7}"/>
              </a:ext>
            </a:extLst>
          </p:cNvPr>
          <p:cNvSpPr/>
          <p:nvPr/>
        </p:nvSpPr>
        <p:spPr>
          <a:xfrm>
            <a:off x="4246194" y="1633653"/>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Prometheus / Grafana /Jaeger /  Kiali</a:t>
            </a:r>
          </a:p>
        </p:txBody>
      </p:sp>
      <p:pic>
        <p:nvPicPr>
          <p:cNvPr id="4" name="Picture 3" descr="Prometheus (software) - Wikipedia">
            <a:extLst>
              <a:ext uri="{FF2B5EF4-FFF2-40B4-BE49-F238E27FC236}">
                <a16:creationId xmlns:a16="http://schemas.microsoft.com/office/drawing/2014/main" id="{E8BDDF67-A098-91E3-AF0A-198FF3C3AD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5715" y="1650876"/>
            <a:ext cx="416628" cy="41477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78018732-6AF4-75D1-2ADE-44FD0E9B7D45}"/>
              </a:ext>
            </a:extLst>
          </p:cNvPr>
          <p:cNvGrpSpPr/>
          <p:nvPr/>
        </p:nvGrpSpPr>
        <p:grpSpPr>
          <a:xfrm>
            <a:off x="2188933" y="1671655"/>
            <a:ext cx="1093336" cy="363237"/>
            <a:chOff x="897285" y="3856142"/>
            <a:chExt cx="986563" cy="363237"/>
          </a:xfrm>
        </p:grpSpPr>
        <p:sp>
          <p:nvSpPr>
            <p:cNvPr id="13" name="Rectangle: Single Corner Snipped 12">
              <a:extLst>
                <a:ext uri="{FF2B5EF4-FFF2-40B4-BE49-F238E27FC236}">
                  <a16:creationId xmlns:a16="http://schemas.microsoft.com/office/drawing/2014/main" id="{C4952C94-D9F5-16BA-49D3-C17D14CE768A}"/>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ExposedAPI</a:t>
              </a:r>
              <a:endParaRPr lang="en-GB" sz="1000">
                <a:solidFill>
                  <a:schemeClr val="tx1"/>
                </a:solidFill>
              </a:endParaRPr>
            </a:p>
          </p:txBody>
        </p:sp>
        <p:sp>
          <p:nvSpPr>
            <p:cNvPr id="14" name="TextBox 13">
              <a:extLst>
                <a:ext uri="{FF2B5EF4-FFF2-40B4-BE49-F238E27FC236}">
                  <a16:creationId xmlns:a16="http://schemas.microsoft.com/office/drawing/2014/main" id="{9B20A456-1698-C73B-4D3A-079F8BFBC861}"/>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cxnSp>
        <p:nvCxnSpPr>
          <p:cNvPr id="15" name="Straight Arrow Connector 14">
            <a:extLst>
              <a:ext uri="{FF2B5EF4-FFF2-40B4-BE49-F238E27FC236}">
                <a16:creationId xmlns:a16="http://schemas.microsoft.com/office/drawing/2014/main" id="{95953BDC-4D90-7A38-CD07-E240BADBFF25}"/>
              </a:ext>
            </a:extLst>
          </p:cNvPr>
          <p:cNvCxnSpPr>
            <a:cxnSpLocks/>
          </p:cNvCxnSpPr>
          <p:nvPr/>
        </p:nvCxnSpPr>
        <p:spPr>
          <a:xfrm>
            <a:off x="3585969" y="1856321"/>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06249CEA-1F1F-BC01-DA76-BA912A918779}"/>
              </a:ext>
            </a:extLst>
          </p:cNvPr>
          <p:cNvPicPr>
            <a:picLocks noChangeAspect="1"/>
          </p:cNvPicPr>
          <p:nvPr/>
        </p:nvPicPr>
        <p:blipFill>
          <a:blip r:embed="rId3"/>
          <a:stretch>
            <a:fillRect/>
          </a:stretch>
        </p:blipFill>
        <p:spPr>
          <a:xfrm>
            <a:off x="1223119" y="-4778704"/>
            <a:ext cx="9511549" cy="25843395"/>
          </a:xfrm>
          <a:prstGeom prst="rect">
            <a:avLst/>
          </a:prstGeom>
        </p:spPr>
      </p:pic>
    </p:spTree>
    <p:extLst>
      <p:ext uri="{BB962C8B-B14F-4D97-AF65-F5344CB8AC3E}">
        <p14:creationId xmlns:p14="http://schemas.microsoft.com/office/powerpoint/2010/main" val="27393023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83114-2C8A-7AC8-6108-CE5F293471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99A1D-3AA3-101D-10BA-7FB046AF2D49}"/>
              </a:ext>
            </a:extLst>
          </p:cNvPr>
          <p:cNvSpPr>
            <a:spLocks noGrp="1"/>
          </p:cNvSpPr>
          <p:nvPr>
            <p:ph type="title"/>
          </p:nvPr>
        </p:nvSpPr>
        <p:spPr/>
        <p:txBody>
          <a:bodyPr/>
          <a:lstStyle/>
          <a:p>
            <a:r>
              <a:rPr lang="en-GB"/>
              <a:t>Observability Config Management</a:t>
            </a:r>
          </a:p>
        </p:txBody>
      </p:sp>
      <p:sp>
        <p:nvSpPr>
          <p:cNvPr id="5" name="TextBox 4">
            <a:extLst>
              <a:ext uri="{FF2B5EF4-FFF2-40B4-BE49-F238E27FC236}">
                <a16:creationId xmlns:a16="http://schemas.microsoft.com/office/drawing/2014/main" id="{D40A3F91-32C9-F7A2-7278-DAD79F7B2C6E}"/>
              </a:ext>
            </a:extLst>
          </p:cNvPr>
          <p:cNvSpPr txBox="1"/>
          <p:nvPr/>
        </p:nvSpPr>
        <p:spPr>
          <a:xfrm>
            <a:off x="674153" y="945358"/>
            <a:ext cx="11517847" cy="369332"/>
          </a:xfrm>
          <a:prstGeom prst="rect">
            <a:avLst/>
          </a:prstGeom>
          <a:noFill/>
        </p:spPr>
        <p:txBody>
          <a:bodyPr wrap="square" rtlCol="0">
            <a:spAutoFit/>
          </a:bodyPr>
          <a:lstStyle/>
          <a:p>
            <a:r>
              <a:rPr lang="en-GB" err="1"/>
              <a:t>OpenMetrics</a:t>
            </a:r>
            <a:r>
              <a:rPr lang="en-GB"/>
              <a:t> and </a:t>
            </a:r>
            <a:r>
              <a:rPr lang="en-GB" err="1"/>
              <a:t>OpenTelemetry</a:t>
            </a:r>
            <a:r>
              <a:rPr lang="en-GB"/>
              <a:t> support enable performance monitoring and tracing based on observability data </a:t>
            </a:r>
          </a:p>
        </p:txBody>
      </p:sp>
      <p:sp>
        <p:nvSpPr>
          <p:cNvPr id="9" name="Rectangle 8">
            <a:extLst>
              <a:ext uri="{FF2B5EF4-FFF2-40B4-BE49-F238E27FC236}">
                <a16:creationId xmlns:a16="http://schemas.microsoft.com/office/drawing/2014/main" id="{1D317C88-4663-C6FB-A7E4-1F2E14459FBA}"/>
              </a:ext>
            </a:extLst>
          </p:cNvPr>
          <p:cNvSpPr/>
          <p:nvPr/>
        </p:nvSpPr>
        <p:spPr>
          <a:xfrm>
            <a:off x="4246194" y="1633653"/>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Prometheus / Grafana /Jaeger /  Kiali</a:t>
            </a:r>
          </a:p>
        </p:txBody>
      </p:sp>
      <p:pic>
        <p:nvPicPr>
          <p:cNvPr id="4" name="Picture 3" descr="Prometheus (software) - Wikipedia">
            <a:extLst>
              <a:ext uri="{FF2B5EF4-FFF2-40B4-BE49-F238E27FC236}">
                <a16:creationId xmlns:a16="http://schemas.microsoft.com/office/drawing/2014/main" id="{1EACD707-0447-1249-CABB-D229EEB121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5715" y="1650876"/>
            <a:ext cx="416628" cy="41477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C17B102F-BD8C-3519-8F15-2B01BB226575}"/>
              </a:ext>
            </a:extLst>
          </p:cNvPr>
          <p:cNvGrpSpPr/>
          <p:nvPr/>
        </p:nvGrpSpPr>
        <p:grpSpPr>
          <a:xfrm>
            <a:off x="2188933" y="1671655"/>
            <a:ext cx="1093336" cy="363237"/>
            <a:chOff x="897285" y="3856142"/>
            <a:chExt cx="986563" cy="363237"/>
          </a:xfrm>
        </p:grpSpPr>
        <p:sp>
          <p:nvSpPr>
            <p:cNvPr id="13" name="Rectangle: Single Corner Snipped 12">
              <a:extLst>
                <a:ext uri="{FF2B5EF4-FFF2-40B4-BE49-F238E27FC236}">
                  <a16:creationId xmlns:a16="http://schemas.microsoft.com/office/drawing/2014/main" id="{735D9200-ED89-DC64-7034-6E6C9E807FAA}"/>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ExposedAPI</a:t>
              </a:r>
              <a:endParaRPr lang="en-GB" sz="1000">
                <a:solidFill>
                  <a:schemeClr val="tx1"/>
                </a:solidFill>
              </a:endParaRPr>
            </a:p>
          </p:txBody>
        </p:sp>
        <p:sp>
          <p:nvSpPr>
            <p:cNvPr id="14" name="TextBox 13">
              <a:extLst>
                <a:ext uri="{FF2B5EF4-FFF2-40B4-BE49-F238E27FC236}">
                  <a16:creationId xmlns:a16="http://schemas.microsoft.com/office/drawing/2014/main" id="{8FD4A83F-9B80-0AB7-7FED-9E46B0757DA9}"/>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cxnSp>
        <p:nvCxnSpPr>
          <p:cNvPr id="15" name="Straight Arrow Connector 14">
            <a:extLst>
              <a:ext uri="{FF2B5EF4-FFF2-40B4-BE49-F238E27FC236}">
                <a16:creationId xmlns:a16="http://schemas.microsoft.com/office/drawing/2014/main" id="{C2D653E2-F9DE-DB70-D23A-A7CD5477E164}"/>
              </a:ext>
            </a:extLst>
          </p:cNvPr>
          <p:cNvCxnSpPr>
            <a:cxnSpLocks/>
          </p:cNvCxnSpPr>
          <p:nvPr/>
        </p:nvCxnSpPr>
        <p:spPr>
          <a:xfrm>
            <a:off x="3585969" y="1856321"/>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16B107BD-EFC2-AA85-7522-89A0914D8B75}"/>
              </a:ext>
            </a:extLst>
          </p:cNvPr>
          <p:cNvPicPr>
            <a:picLocks noChangeAspect="1"/>
          </p:cNvPicPr>
          <p:nvPr/>
        </p:nvPicPr>
        <p:blipFill>
          <a:blip r:embed="rId3"/>
          <a:stretch>
            <a:fillRect/>
          </a:stretch>
        </p:blipFill>
        <p:spPr>
          <a:xfrm>
            <a:off x="1223119" y="-13479355"/>
            <a:ext cx="9511549" cy="25843395"/>
          </a:xfrm>
          <a:prstGeom prst="rect">
            <a:avLst/>
          </a:prstGeom>
        </p:spPr>
      </p:pic>
    </p:spTree>
    <p:extLst>
      <p:ext uri="{BB962C8B-B14F-4D97-AF65-F5344CB8AC3E}">
        <p14:creationId xmlns:p14="http://schemas.microsoft.com/office/powerpoint/2010/main" val="4032073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AC279-EC00-E48D-F68C-2F4B084FF5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24B037-8957-422A-81CE-10E8A846F5A0}"/>
              </a:ext>
            </a:extLst>
          </p:cNvPr>
          <p:cNvSpPr>
            <a:spLocks noGrp="1"/>
          </p:cNvSpPr>
          <p:nvPr>
            <p:ph type="title"/>
          </p:nvPr>
        </p:nvSpPr>
        <p:spPr/>
        <p:txBody>
          <a:bodyPr/>
          <a:lstStyle/>
          <a:p>
            <a:r>
              <a:rPr lang="en-GB"/>
              <a:t>Observability Config Management</a:t>
            </a:r>
          </a:p>
        </p:txBody>
      </p:sp>
      <p:sp>
        <p:nvSpPr>
          <p:cNvPr id="5" name="TextBox 4">
            <a:extLst>
              <a:ext uri="{FF2B5EF4-FFF2-40B4-BE49-F238E27FC236}">
                <a16:creationId xmlns:a16="http://schemas.microsoft.com/office/drawing/2014/main" id="{0AB7748F-9323-13A2-3D90-041EA2521C5E}"/>
              </a:ext>
            </a:extLst>
          </p:cNvPr>
          <p:cNvSpPr txBox="1"/>
          <p:nvPr/>
        </p:nvSpPr>
        <p:spPr>
          <a:xfrm>
            <a:off x="674153" y="945358"/>
            <a:ext cx="11517847" cy="369332"/>
          </a:xfrm>
          <a:prstGeom prst="rect">
            <a:avLst/>
          </a:prstGeom>
          <a:noFill/>
        </p:spPr>
        <p:txBody>
          <a:bodyPr wrap="square" rtlCol="0">
            <a:spAutoFit/>
          </a:bodyPr>
          <a:lstStyle/>
          <a:p>
            <a:r>
              <a:rPr lang="en-GB" err="1"/>
              <a:t>OpenMetrics</a:t>
            </a:r>
            <a:r>
              <a:rPr lang="en-GB"/>
              <a:t> and </a:t>
            </a:r>
            <a:r>
              <a:rPr lang="en-GB" err="1"/>
              <a:t>OpenTelemetry</a:t>
            </a:r>
            <a:r>
              <a:rPr lang="en-GB"/>
              <a:t> support enable performance monitoring and tracing based on observability data </a:t>
            </a:r>
          </a:p>
        </p:txBody>
      </p:sp>
      <p:sp>
        <p:nvSpPr>
          <p:cNvPr id="9" name="Rectangle 8">
            <a:extLst>
              <a:ext uri="{FF2B5EF4-FFF2-40B4-BE49-F238E27FC236}">
                <a16:creationId xmlns:a16="http://schemas.microsoft.com/office/drawing/2014/main" id="{CABB5069-0C51-90B8-8154-B719C1AB8FAF}"/>
              </a:ext>
            </a:extLst>
          </p:cNvPr>
          <p:cNvSpPr/>
          <p:nvPr/>
        </p:nvSpPr>
        <p:spPr>
          <a:xfrm>
            <a:off x="4246194" y="1633653"/>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Prometheus / Grafana /Jaeger /  Kiali</a:t>
            </a:r>
          </a:p>
        </p:txBody>
      </p:sp>
      <p:pic>
        <p:nvPicPr>
          <p:cNvPr id="4" name="Picture 3" descr="Prometheus (software) - Wikipedia">
            <a:extLst>
              <a:ext uri="{FF2B5EF4-FFF2-40B4-BE49-F238E27FC236}">
                <a16:creationId xmlns:a16="http://schemas.microsoft.com/office/drawing/2014/main" id="{74BFC7DC-E6F2-AEC4-7185-91716E1903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5715" y="1650876"/>
            <a:ext cx="416628" cy="41477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0B117FC5-65EA-3413-0F74-094E11F3EA48}"/>
              </a:ext>
            </a:extLst>
          </p:cNvPr>
          <p:cNvGrpSpPr/>
          <p:nvPr/>
        </p:nvGrpSpPr>
        <p:grpSpPr>
          <a:xfrm>
            <a:off x="2188933" y="1671655"/>
            <a:ext cx="1093336" cy="363237"/>
            <a:chOff x="897285" y="3856142"/>
            <a:chExt cx="986563" cy="363237"/>
          </a:xfrm>
        </p:grpSpPr>
        <p:sp>
          <p:nvSpPr>
            <p:cNvPr id="13" name="Rectangle: Single Corner Snipped 12">
              <a:extLst>
                <a:ext uri="{FF2B5EF4-FFF2-40B4-BE49-F238E27FC236}">
                  <a16:creationId xmlns:a16="http://schemas.microsoft.com/office/drawing/2014/main" id="{84C74DED-8EC0-0EC4-1A49-9DC757739230}"/>
                </a:ext>
              </a:extLst>
            </p:cNvPr>
            <p:cNvSpPr/>
            <p:nvPr/>
          </p:nvSpPr>
          <p:spPr>
            <a:xfrm>
              <a:off x="942827" y="3881798"/>
              <a:ext cx="941021" cy="337581"/>
            </a:xfrm>
            <a:prstGeom prst="snip1Rect">
              <a:avLst>
                <a:gd name="adj" fmla="val 3486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err="1">
                  <a:solidFill>
                    <a:schemeClr val="tx1"/>
                  </a:solidFill>
                </a:rPr>
                <a:t>ExposedAPI</a:t>
              </a:r>
              <a:endParaRPr lang="en-GB" sz="1000">
                <a:solidFill>
                  <a:schemeClr val="tx1"/>
                </a:solidFill>
              </a:endParaRPr>
            </a:p>
          </p:txBody>
        </p:sp>
        <p:sp>
          <p:nvSpPr>
            <p:cNvPr id="14" name="TextBox 13">
              <a:extLst>
                <a:ext uri="{FF2B5EF4-FFF2-40B4-BE49-F238E27FC236}">
                  <a16:creationId xmlns:a16="http://schemas.microsoft.com/office/drawing/2014/main" id="{C1ED0ED7-A00F-92F6-79EB-BA183F52F3F1}"/>
                </a:ext>
              </a:extLst>
            </p:cNvPr>
            <p:cNvSpPr txBox="1"/>
            <p:nvPr/>
          </p:nvSpPr>
          <p:spPr>
            <a:xfrm>
              <a:off x="897285" y="3856142"/>
              <a:ext cx="370614" cy="184666"/>
            </a:xfrm>
            <a:prstGeom prst="rect">
              <a:avLst/>
            </a:prstGeom>
            <a:noFill/>
          </p:spPr>
          <p:txBody>
            <a:bodyPr wrap="none" rtlCol="0">
              <a:spAutoFit/>
            </a:bodyPr>
            <a:lstStyle/>
            <a:p>
              <a:r>
                <a:rPr lang="en-GB" sz="600">
                  <a:solidFill>
                    <a:schemeClr val="bg2">
                      <a:lumMod val="50000"/>
                    </a:schemeClr>
                  </a:solidFill>
                </a:rPr>
                <a:t>YAML</a:t>
              </a:r>
            </a:p>
          </p:txBody>
        </p:sp>
      </p:grpSp>
      <p:cxnSp>
        <p:nvCxnSpPr>
          <p:cNvPr id="15" name="Straight Arrow Connector 14">
            <a:extLst>
              <a:ext uri="{FF2B5EF4-FFF2-40B4-BE49-F238E27FC236}">
                <a16:creationId xmlns:a16="http://schemas.microsoft.com/office/drawing/2014/main" id="{CEB6D4C9-635F-09C1-EC7B-462D5E393A23}"/>
              </a:ext>
            </a:extLst>
          </p:cNvPr>
          <p:cNvCxnSpPr>
            <a:cxnSpLocks/>
          </p:cNvCxnSpPr>
          <p:nvPr/>
        </p:nvCxnSpPr>
        <p:spPr>
          <a:xfrm>
            <a:off x="3585969" y="1856321"/>
            <a:ext cx="356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6C47989C-B901-6D60-2C63-557A14F91CED}"/>
              </a:ext>
            </a:extLst>
          </p:cNvPr>
          <p:cNvPicPr>
            <a:picLocks noChangeAspect="1"/>
          </p:cNvPicPr>
          <p:nvPr/>
        </p:nvPicPr>
        <p:blipFill>
          <a:blip r:embed="rId3"/>
          <a:stretch>
            <a:fillRect/>
          </a:stretch>
        </p:blipFill>
        <p:spPr>
          <a:xfrm>
            <a:off x="1223119" y="-19436807"/>
            <a:ext cx="9511549" cy="25843395"/>
          </a:xfrm>
          <a:prstGeom prst="rect">
            <a:avLst/>
          </a:prstGeom>
        </p:spPr>
      </p:pic>
    </p:spTree>
    <p:extLst>
      <p:ext uri="{BB962C8B-B14F-4D97-AF65-F5344CB8AC3E}">
        <p14:creationId xmlns:p14="http://schemas.microsoft.com/office/powerpoint/2010/main" val="36090080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ADD29-A77A-03BD-6E62-EB0D6DFA7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8862D-49C3-285B-6BC7-E900B1B3CC8D}"/>
              </a:ext>
            </a:extLst>
          </p:cNvPr>
          <p:cNvSpPr>
            <a:spLocks noGrp="1"/>
          </p:cNvSpPr>
          <p:nvPr>
            <p:ph type="title"/>
          </p:nvPr>
        </p:nvSpPr>
        <p:spPr/>
        <p:txBody>
          <a:bodyPr/>
          <a:lstStyle/>
          <a:p>
            <a:r>
              <a:rPr lang="en-GB" dirty="0"/>
              <a:t>How do you measure Canvas adoption?</a:t>
            </a:r>
          </a:p>
        </p:txBody>
      </p:sp>
      <p:sp>
        <p:nvSpPr>
          <p:cNvPr id="4" name="TextBox 3">
            <a:extLst>
              <a:ext uri="{FF2B5EF4-FFF2-40B4-BE49-F238E27FC236}">
                <a16:creationId xmlns:a16="http://schemas.microsoft.com/office/drawing/2014/main" id="{427C58FD-B2AB-0EA4-9AB6-5E8B11EA8DB0}"/>
              </a:ext>
            </a:extLst>
          </p:cNvPr>
          <p:cNvSpPr txBox="1"/>
          <p:nvPr/>
        </p:nvSpPr>
        <p:spPr>
          <a:xfrm>
            <a:off x="544154" y="981651"/>
            <a:ext cx="11259919" cy="707886"/>
          </a:xfrm>
          <a:prstGeom prst="rect">
            <a:avLst/>
          </a:prstGeom>
          <a:noFill/>
        </p:spPr>
        <p:txBody>
          <a:bodyPr wrap="square" lIns="91440" tIns="45720" rIns="91440" bIns="45720" rtlCol="0" anchor="t">
            <a:spAutoFit/>
          </a:bodyPr>
          <a:lstStyle/>
          <a:p>
            <a:pPr>
              <a:spcBef>
                <a:spcPts val="1200"/>
              </a:spcBef>
            </a:pPr>
            <a:r>
              <a:rPr lang="en-US" sz="2000"/>
              <a:t>The goal is to measure the outcome ‘automated Component deployment &amp; lifecycle management’.</a:t>
            </a:r>
            <a:br>
              <a:rPr lang="en-US" sz="2000"/>
            </a:br>
            <a:r>
              <a:rPr lang="en-US" sz="2000"/>
              <a:t>A CSP could turn the light green on a number of outcomes</a:t>
            </a:r>
            <a:endParaRPr lang="en-GB" sz="2000"/>
          </a:p>
        </p:txBody>
      </p:sp>
      <p:pic>
        <p:nvPicPr>
          <p:cNvPr id="1026" name="Picture 2" descr="ODA explained: Tools for implementation and deployment">
            <a:extLst>
              <a:ext uri="{FF2B5EF4-FFF2-40B4-BE49-F238E27FC236}">
                <a16:creationId xmlns:a16="http://schemas.microsoft.com/office/drawing/2014/main" id="{660D4D33-60C7-AB21-3E5A-3101EC3EC0A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a:fillRect/>
          </a:stretch>
        </p:blipFill>
        <p:spPr bwMode="auto">
          <a:xfrm>
            <a:off x="452852" y="2438213"/>
            <a:ext cx="2217077" cy="1981574"/>
          </a:xfrm>
          <a:prstGeom prst="rect">
            <a:avLst/>
          </a:prstGeom>
          <a:noFill/>
          <a:extLst>
            <a:ext uri="{909E8E84-426E-40DD-AFC4-6F175D3DCCD1}">
              <a14:hiddenFill xmlns:a14="http://schemas.microsoft.com/office/drawing/2010/main">
                <a:solidFill>
                  <a:srgbClr val="FFFFFF"/>
                </a:solidFill>
              </a14:hiddenFill>
            </a:ext>
          </a:extLst>
        </p:spPr>
      </p:pic>
      <p:sp>
        <p:nvSpPr>
          <p:cNvPr id="23" name="Arrow: Right 22">
            <a:extLst>
              <a:ext uri="{FF2B5EF4-FFF2-40B4-BE49-F238E27FC236}">
                <a16:creationId xmlns:a16="http://schemas.microsoft.com/office/drawing/2014/main" id="{DD328A2F-B15F-4033-806F-FFB2F6E3AB17}"/>
              </a:ext>
            </a:extLst>
          </p:cNvPr>
          <p:cNvSpPr/>
          <p:nvPr/>
        </p:nvSpPr>
        <p:spPr>
          <a:xfrm>
            <a:off x="2956142" y="3173663"/>
            <a:ext cx="901874" cy="6012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C7E4A536-1B45-A125-E7C5-7A96F7F2B73F}"/>
              </a:ext>
            </a:extLst>
          </p:cNvPr>
          <p:cNvSpPr txBox="1"/>
          <p:nvPr/>
        </p:nvSpPr>
        <p:spPr>
          <a:xfrm>
            <a:off x="4728082" y="2226325"/>
            <a:ext cx="7022376" cy="400110"/>
          </a:xfrm>
          <a:prstGeom prst="rect">
            <a:avLst/>
          </a:prstGeom>
          <a:noFill/>
        </p:spPr>
        <p:txBody>
          <a:bodyPr wrap="square" lIns="91440" tIns="45720" rIns="91440" bIns="45720" rtlCol="0" anchor="t">
            <a:spAutoFit/>
          </a:bodyPr>
          <a:lstStyle/>
          <a:p>
            <a:pPr>
              <a:spcBef>
                <a:spcPts val="1200"/>
              </a:spcBef>
            </a:pPr>
            <a:r>
              <a:rPr lang="en-US" sz="2000"/>
              <a:t>CSP Deployment &amp; lifecycle management automation</a:t>
            </a:r>
            <a:endParaRPr lang="en-GB" sz="2000"/>
          </a:p>
        </p:txBody>
      </p:sp>
      <p:sp>
        <p:nvSpPr>
          <p:cNvPr id="25" name="Oval 24">
            <a:extLst>
              <a:ext uri="{FF2B5EF4-FFF2-40B4-BE49-F238E27FC236}">
                <a16:creationId xmlns:a16="http://schemas.microsoft.com/office/drawing/2014/main" id="{5319849F-E686-97B9-0CDA-1CD4C6262A38}"/>
              </a:ext>
            </a:extLst>
          </p:cNvPr>
          <p:cNvSpPr/>
          <p:nvPr/>
        </p:nvSpPr>
        <p:spPr>
          <a:xfrm>
            <a:off x="4722312" y="2835460"/>
            <a:ext cx="338203" cy="338203"/>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8CDE70E0-E1E9-90F4-2A26-D99C89318148}"/>
              </a:ext>
            </a:extLst>
          </p:cNvPr>
          <p:cNvSpPr/>
          <p:nvPr/>
        </p:nvSpPr>
        <p:spPr>
          <a:xfrm>
            <a:off x="5302386" y="2835460"/>
            <a:ext cx="338203" cy="338203"/>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D9966C64-69A2-C9D6-C1F3-664AA2BA9C2A}"/>
              </a:ext>
            </a:extLst>
          </p:cNvPr>
          <p:cNvSpPr/>
          <p:nvPr/>
        </p:nvSpPr>
        <p:spPr>
          <a:xfrm>
            <a:off x="5882460" y="2835460"/>
            <a:ext cx="338203" cy="338203"/>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7BE20CF1-341C-8503-F6D7-69051B2A8064}"/>
              </a:ext>
            </a:extLst>
          </p:cNvPr>
          <p:cNvSpPr/>
          <p:nvPr/>
        </p:nvSpPr>
        <p:spPr>
          <a:xfrm>
            <a:off x="6462534" y="2835460"/>
            <a:ext cx="338203" cy="338203"/>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a:extLst>
              <a:ext uri="{FF2B5EF4-FFF2-40B4-BE49-F238E27FC236}">
                <a16:creationId xmlns:a16="http://schemas.microsoft.com/office/drawing/2014/main" id="{098B78A1-7671-ABDE-A682-0B62C6E2603D}"/>
              </a:ext>
            </a:extLst>
          </p:cNvPr>
          <p:cNvSpPr/>
          <p:nvPr/>
        </p:nvSpPr>
        <p:spPr>
          <a:xfrm>
            <a:off x="7042608" y="2835460"/>
            <a:ext cx="338203" cy="338203"/>
          </a:xfrm>
          <a:prstGeom prst="ellipse">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a:extLst>
              <a:ext uri="{FF2B5EF4-FFF2-40B4-BE49-F238E27FC236}">
                <a16:creationId xmlns:a16="http://schemas.microsoft.com/office/drawing/2014/main" id="{E24F4582-94C5-F7D0-1E59-4F4C3022A39A}"/>
              </a:ext>
            </a:extLst>
          </p:cNvPr>
          <p:cNvSpPr/>
          <p:nvPr/>
        </p:nvSpPr>
        <p:spPr>
          <a:xfrm>
            <a:off x="7622682" y="2835460"/>
            <a:ext cx="338203" cy="338203"/>
          </a:xfrm>
          <a:prstGeom prst="ellipse">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E2EE8AC8-067B-2805-BCD7-965E8D241D85}"/>
              </a:ext>
            </a:extLst>
          </p:cNvPr>
          <p:cNvSpPr/>
          <p:nvPr/>
        </p:nvSpPr>
        <p:spPr>
          <a:xfrm>
            <a:off x="8202756" y="2835460"/>
            <a:ext cx="338203" cy="338203"/>
          </a:xfrm>
          <a:prstGeom prst="ellipse">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Box 33">
            <a:extLst>
              <a:ext uri="{FF2B5EF4-FFF2-40B4-BE49-F238E27FC236}">
                <a16:creationId xmlns:a16="http://schemas.microsoft.com/office/drawing/2014/main" id="{47CA5F1F-7DCC-74F4-69C3-47DD7B499514}"/>
              </a:ext>
            </a:extLst>
          </p:cNvPr>
          <p:cNvSpPr txBox="1"/>
          <p:nvPr/>
        </p:nvSpPr>
        <p:spPr>
          <a:xfrm rot="2913778">
            <a:off x="4389188" y="4432657"/>
            <a:ext cx="3566299" cy="398371"/>
          </a:xfrm>
          <a:prstGeom prst="rect">
            <a:avLst/>
          </a:prstGeom>
          <a:noFill/>
        </p:spPr>
        <p:txBody>
          <a:bodyPr wrap="square" rtlCol="0">
            <a:spAutoFit/>
          </a:bodyPr>
          <a:lstStyle/>
          <a:p>
            <a:pPr>
              <a:spcBef>
                <a:spcPts val="1200"/>
              </a:spcBef>
            </a:pPr>
            <a:r>
              <a:rPr lang="en-US" sz="2000"/>
              <a:t>API Gateway Automation</a:t>
            </a:r>
            <a:endParaRPr lang="en-GB" sz="2000"/>
          </a:p>
        </p:txBody>
      </p:sp>
      <p:sp>
        <p:nvSpPr>
          <p:cNvPr id="35" name="TextBox 34">
            <a:extLst>
              <a:ext uri="{FF2B5EF4-FFF2-40B4-BE49-F238E27FC236}">
                <a16:creationId xmlns:a16="http://schemas.microsoft.com/office/drawing/2014/main" id="{B8F333BB-E117-00FC-6128-6E8AE6179709}"/>
              </a:ext>
            </a:extLst>
          </p:cNvPr>
          <p:cNvSpPr txBox="1"/>
          <p:nvPr/>
        </p:nvSpPr>
        <p:spPr>
          <a:xfrm rot="2913778">
            <a:off x="5025410" y="4432657"/>
            <a:ext cx="3566299" cy="398371"/>
          </a:xfrm>
          <a:prstGeom prst="rect">
            <a:avLst/>
          </a:prstGeom>
          <a:noFill/>
        </p:spPr>
        <p:txBody>
          <a:bodyPr wrap="square" rtlCol="0">
            <a:spAutoFit/>
          </a:bodyPr>
          <a:lstStyle/>
          <a:p>
            <a:pPr>
              <a:spcBef>
                <a:spcPts val="1200"/>
              </a:spcBef>
            </a:pPr>
            <a:r>
              <a:rPr lang="en-US" sz="2000"/>
              <a:t>Observability Automation</a:t>
            </a:r>
            <a:endParaRPr lang="en-GB" sz="2000"/>
          </a:p>
        </p:txBody>
      </p:sp>
      <p:sp>
        <p:nvSpPr>
          <p:cNvPr id="36" name="TextBox 35">
            <a:extLst>
              <a:ext uri="{FF2B5EF4-FFF2-40B4-BE49-F238E27FC236}">
                <a16:creationId xmlns:a16="http://schemas.microsoft.com/office/drawing/2014/main" id="{6167D80A-6D14-E712-809C-A8867CF5B51B}"/>
              </a:ext>
            </a:extLst>
          </p:cNvPr>
          <p:cNvSpPr txBox="1"/>
          <p:nvPr/>
        </p:nvSpPr>
        <p:spPr>
          <a:xfrm rot="2913778">
            <a:off x="5573950" y="4432657"/>
            <a:ext cx="3566299" cy="398371"/>
          </a:xfrm>
          <a:prstGeom prst="rect">
            <a:avLst/>
          </a:prstGeom>
          <a:noFill/>
        </p:spPr>
        <p:txBody>
          <a:bodyPr wrap="square" rtlCol="0">
            <a:spAutoFit/>
          </a:bodyPr>
          <a:lstStyle/>
          <a:p>
            <a:pPr>
              <a:spcBef>
                <a:spcPts val="1200"/>
              </a:spcBef>
            </a:pPr>
            <a:r>
              <a:rPr lang="en-US" sz="2000"/>
              <a:t>Identity Automation</a:t>
            </a:r>
            <a:endParaRPr lang="en-GB" sz="2000"/>
          </a:p>
        </p:txBody>
      </p:sp>
      <p:sp>
        <p:nvSpPr>
          <p:cNvPr id="39" name="TextBox 38">
            <a:extLst>
              <a:ext uri="{FF2B5EF4-FFF2-40B4-BE49-F238E27FC236}">
                <a16:creationId xmlns:a16="http://schemas.microsoft.com/office/drawing/2014/main" id="{058AD6F1-BE62-93EB-1364-22ABF124F4B7}"/>
              </a:ext>
            </a:extLst>
          </p:cNvPr>
          <p:cNvSpPr txBox="1"/>
          <p:nvPr/>
        </p:nvSpPr>
        <p:spPr>
          <a:xfrm rot="2913778">
            <a:off x="5996090" y="4740637"/>
            <a:ext cx="4321878" cy="400110"/>
          </a:xfrm>
          <a:prstGeom prst="rect">
            <a:avLst/>
          </a:prstGeom>
          <a:noFill/>
        </p:spPr>
        <p:txBody>
          <a:bodyPr wrap="square" rtlCol="0">
            <a:spAutoFit/>
          </a:bodyPr>
          <a:lstStyle/>
          <a:p>
            <a:pPr>
              <a:spcBef>
                <a:spcPts val="1200"/>
              </a:spcBef>
            </a:pPr>
            <a:r>
              <a:rPr lang="en-US" sz="2000"/>
              <a:t>Secrets Management Automation</a:t>
            </a:r>
            <a:endParaRPr lang="en-GB" sz="2000"/>
          </a:p>
        </p:txBody>
      </p:sp>
      <p:sp>
        <p:nvSpPr>
          <p:cNvPr id="40" name="TextBox 39">
            <a:extLst>
              <a:ext uri="{FF2B5EF4-FFF2-40B4-BE49-F238E27FC236}">
                <a16:creationId xmlns:a16="http://schemas.microsoft.com/office/drawing/2014/main" id="{9DB74FD5-AF7A-9800-AEF7-2A137581D56E}"/>
              </a:ext>
            </a:extLst>
          </p:cNvPr>
          <p:cNvSpPr txBox="1"/>
          <p:nvPr/>
        </p:nvSpPr>
        <p:spPr>
          <a:xfrm rot="2913778">
            <a:off x="6558895" y="4715585"/>
            <a:ext cx="4321878" cy="400110"/>
          </a:xfrm>
          <a:prstGeom prst="rect">
            <a:avLst/>
          </a:prstGeom>
          <a:noFill/>
        </p:spPr>
        <p:txBody>
          <a:bodyPr wrap="square" rtlCol="0">
            <a:spAutoFit/>
          </a:bodyPr>
          <a:lstStyle/>
          <a:p>
            <a:pPr>
              <a:spcBef>
                <a:spcPts val="1200"/>
              </a:spcBef>
            </a:pPr>
            <a:r>
              <a:rPr lang="en-US" sz="2000" err="1"/>
              <a:t>ResponsibleAI</a:t>
            </a:r>
            <a:r>
              <a:rPr lang="en-US" sz="2000"/>
              <a:t> Automation</a:t>
            </a:r>
            <a:endParaRPr lang="en-GB" sz="2000"/>
          </a:p>
        </p:txBody>
      </p:sp>
      <p:sp>
        <p:nvSpPr>
          <p:cNvPr id="41" name="TextBox 40">
            <a:extLst>
              <a:ext uri="{FF2B5EF4-FFF2-40B4-BE49-F238E27FC236}">
                <a16:creationId xmlns:a16="http://schemas.microsoft.com/office/drawing/2014/main" id="{A035EC60-4BD9-5CC5-6160-9CD09613B346}"/>
              </a:ext>
            </a:extLst>
          </p:cNvPr>
          <p:cNvSpPr txBox="1"/>
          <p:nvPr/>
        </p:nvSpPr>
        <p:spPr>
          <a:xfrm rot="2913778">
            <a:off x="7196856" y="4715585"/>
            <a:ext cx="4321878" cy="400110"/>
          </a:xfrm>
          <a:prstGeom prst="rect">
            <a:avLst/>
          </a:prstGeom>
          <a:noFill/>
        </p:spPr>
        <p:txBody>
          <a:bodyPr wrap="square" rtlCol="0">
            <a:spAutoFit/>
          </a:bodyPr>
          <a:lstStyle/>
          <a:p>
            <a:pPr>
              <a:spcBef>
                <a:spcPts val="1200"/>
              </a:spcBef>
            </a:pPr>
            <a:r>
              <a:rPr lang="en-US" sz="2000"/>
              <a:t>Cost Management Automation</a:t>
            </a:r>
            <a:endParaRPr lang="en-GB" sz="2000"/>
          </a:p>
        </p:txBody>
      </p:sp>
      <p:sp>
        <p:nvSpPr>
          <p:cNvPr id="42" name="TextBox 41">
            <a:extLst>
              <a:ext uri="{FF2B5EF4-FFF2-40B4-BE49-F238E27FC236}">
                <a16:creationId xmlns:a16="http://schemas.microsoft.com/office/drawing/2014/main" id="{6F141D65-463E-5D6A-269B-5C062E0DC551}"/>
              </a:ext>
            </a:extLst>
          </p:cNvPr>
          <p:cNvSpPr txBox="1"/>
          <p:nvPr/>
        </p:nvSpPr>
        <p:spPr>
          <a:xfrm rot="2913778">
            <a:off x="7834817" y="4715585"/>
            <a:ext cx="4321878" cy="400110"/>
          </a:xfrm>
          <a:prstGeom prst="rect">
            <a:avLst/>
          </a:prstGeom>
          <a:noFill/>
        </p:spPr>
        <p:txBody>
          <a:bodyPr wrap="square" rtlCol="0">
            <a:spAutoFit/>
          </a:bodyPr>
          <a:lstStyle/>
          <a:p>
            <a:pPr>
              <a:spcBef>
                <a:spcPts val="1200"/>
              </a:spcBef>
            </a:pPr>
            <a:r>
              <a:rPr lang="en-US" sz="2000"/>
              <a:t>Carbon Management Automation</a:t>
            </a:r>
            <a:endParaRPr lang="en-GB" sz="2000"/>
          </a:p>
        </p:txBody>
      </p:sp>
      <p:cxnSp>
        <p:nvCxnSpPr>
          <p:cNvPr id="3" name="Straight Arrow Connector 2">
            <a:extLst>
              <a:ext uri="{FF2B5EF4-FFF2-40B4-BE49-F238E27FC236}">
                <a16:creationId xmlns:a16="http://schemas.microsoft.com/office/drawing/2014/main" id="{41FE660B-3492-49B3-C98E-3AA2D95DEC17}"/>
              </a:ext>
            </a:extLst>
          </p:cNvPr>
          <p:cNvCxnSpPr/>
          <p:nvPr/>
        </p:nvCxnSpPr>
        <p:spPr>
          <a:xfrm flipV="1">
            <a:off x="9579075" y="3657132"/>
            <a:ext cx="614124" cy="64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0F622C2C-5C66-3B76-D25A-81C9EA27E2BF}"/>
              </a:ext>
            </a:extLst>
          </p:cNvPr>
          <p:cNvCxnSpPr/>
          <p:nvPr/>
        </p:nvCxnSpPr>
        <p:spPr>
          <a:xfrm>
            <a:off x="10078087" y="4301476"/>
            <a:ext cx="582327" cy="58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A1B4F1B-0D1E-B5BC-916D-72A21EC04715}"/>
              </a:ext>
            </a:extLst>
          </p:cNvPr>
          <p:cNvSpPr txBox="1"/>
          <p:nvPr/>
        </p:nvSpPr>
        <p:spPr>
          <a:xfrm>
            <a:off x="9782047" y="377345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future automations ...</a:t>
            </a:r>
          </a:p>
        </p:txBody>
      </p:sp>
    </p:spTree>
    <p:extLst>
      <p:ext uri="{BB962C8B-B14F-4D97-AF65-F5344CB8AC3E}">
        <p14:creationId xmlns:p14="http://schemas.microsoft.com/office/powerpoint/2010/main" val="20709599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4110219" y="1710472"/>
            <a:ext cx="3377936" cy="4416491"/>
          </a:xfrm>
          <a:prstGeom prst="roundRect">
            <a:avLst>
              <a:gd name="adj" fmla="val 6150"/>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GB" sz="2400">
              <a:solidFill>
                <a:prstClr val="white"/>
              </a:solidFill>
              <a:latin typeface="Calibri"/>
            </a:endParaRPr>
          </a:p>
        </p:txBody>
      </p:sp>
      <p:sp>
        <p:nvSpPr>
          <p:cNvPr id="5" name="Title 4"/>
          <p:cNvSpPr>
            <a:spLocks noGrp="1"/>
          </p:cNvSpPr>
          <p:nvPr>
            <p:ph type="title"/>
          </p:nvPr>
        </p:nvSpPr>
        <p:spPr/>
        <p:txBody>
          <a:bodyPr/>
          <a:lstStyle/>
          <a:p>
            <a:r>
              <a:rPr lang="en-GB"/>
              <a:t>Reference Implementation of Canvas in Kubernetes</a:t>
            </a:r>
          </a:p>
        </p:txBody>
      </p:sp>
      <p:pic>
        <p:nvPicPr>
          <p:cNvPr id="4" name="Picture 3"/>
          <p:cNvPicPr>
            <a:picLocks noChangeAspect="1"/>
          </p:cNvPicPr>
          <p:nvPr/>
        </p:nvPicPr>
        <p:blipFill>
          <a:blip r:embed="rId2"/>
          <a:stretch>
            <a:fillRect/>
          </a:stretch>
        </p:blipFill>
        <p:spPr>
          <a:xfrm>
            <a:off x="431371" y="2996952"/>
            <a:ext cx="2528219" cy="2419595"/>
          </a:xfrm>
          <a:prstGeom prst="rect">
            <a:avLst/>
          </a:prstGeom>
        </p:spPr>
      </p:pic>
      <p:sp>
        <p:nvSpPr>
          <p:cNvPr id="3" name="Right Arrow 2"/>
          <p:cNvSpPr/>
          <p:nvPr/>
        </p:nvSpPr>
        <p:spPr>
          <a:xfrm>
            <a:off x="3135640" y="3918717"/>
            <a:ext cx="816091" cy="57606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GB" sz="2400">
              <a:solidFill>
                <a:prstClr val="white"/>
              </a:solidFill>
              <a:latin typeface="Calibri"/>
            </a:endParaRPr>
          </a:p>
        </p:txBody>
      </p:sp>
      <p:pic>
        <p:nvPicPr>
          <p:cNvPr id="1026" name="Picture 2" descr="Image result for kubernete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23792" y="1806483"/>
            <a:ext cx="3130899" cy="676216"/>
          </a:xfrm>
          <a:prstGeom prst="rect">
            <a:avLst/>
          </a:prstGeom>
          <a:noFill/>
          <a:extLst>
            <a:ext uri="{909E8E84-426E-40DD-AFC4-6F175D3DCCD1}">
              <a14:hiddenFill xmlns:a14="http://schemas.microsoft.com/office/drawing/2010/main">
                <a:solidFill>
                  <a:srgbClr val="FFFFFF"/>
                </a:solidFill>
              </a14:hiddenFill>
            </a:ext>
          </a:extLst>
        </p:spPr>
      </p:pic>
      <p:sp>
        <p:nvSpPr>
          <p:cNvPr id="10" name="Rounded Rectangle 9"/>
          <p:cNvSpPr/>
          <p:nvPr/>
        </p:nvSpPr>
        <p:spPr>
          <a:xfrm>
            <a:off x="4979293" y="4730620"/>
            <a:ext cx="2240075" cy="556785"/>
          </a:xfrm>
          <a:prstGeom prst="roundRect">
            <a:avLst>
              <a:gd name="adj" fmla="val 6150"/>
            </a:avLst>
          </a:prstGeom>
          <a:gradFill>
            <a:gsLst>
              <a:gs pos="0">
                <a:schemeClr val="accent4">
                  <a:lumMod val="40000"/>
                  <a:lumOff val="60000"/>
                </a:schemeClr>
              </a:gs>
              <a:gs pos="83000">
                <a:srgbClr val="326CE5"/>
              </a:gs>
            </a:gsLst>
            <a:lin ang="5400000" scaled="1"/>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867" dirty="0">
                <a:solidFill>
                  <a:prstClr val="white"/>
                </a:solidFill>
                <a:latin typeface="Calibri"/>
              </a:rPr>
              <a:t>Operator</a:t>
            </a:r>
          </a:p>
        </p:txBody>
      </p:sp>
      <p:sp>
        <p:nvSpPr>
          <p:cNvPr id="11" name="Rounded Rectangle 10"/>
          <p:cNvSpPr/>
          <p:nvPr/>
        </p:nvSpPr>
        <p:spPr>
          <a:xfrm rot="16200000">
            <a:off x="3243977" y="3736743"/>
            <a:ext cx="2722499" cy="378824"/>
          </a:xfrm>
          <a:prstGeom prst="roundRect">
            <a:avLst>
              <a:gd name="adj" fmla="val 6150"/>
            </a:avLst>
          </a:prstGeom>
          <a:gradFill>
            <a:gsLst>
              <a:gs pos="0">
                <a:schemeClr val="accent4">
                  <a:lumMod val="40000"/>
                  <a:lumOff val="60000"/>
                </a:schemeClr>
              </a:gs>
              <a:gs pos="83000">
                <a:srgbClr val="326CE5"/>
              </a:gs>
            </a:gsLst>
            <a:lin ang="5400000" scaled="1"/>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2400">
                <a:solidFill>
                  <a:prstClr val="white"/>
                </a:solidFill>
                <a:latin typeface="Calibri"/>
              </a:rPr>
              <a:t>K8s API</a:t>
            </a:r>
          </a:p>
        </p:txBody>
      </p:sp>
      <p:sp>
        <p:nvSpPr>
          <p:cNvPr id="9" name="Can 8"/>
          <p:cNvSpPr/>
          <p:nvPr/>
        </p:nvSpPr>
        <p:spPr>
          <a:xfrm>
            <a:off x="4214664" y="5536007"/>
            <a:ext cx="825219" cy="489717"/>
          </a:xfrm>
          <a:prstGeom prst="can">
            <a:avLst/>
          </a:prstGeom>
          <a:gradFill>
            <a:gsLst>
              <a:gs pos="0">
                <a:schemeClr val="accent4"/>
              </a:gs>
              <a:gs pos="100000">
                <a:schemeClr val="accent4">
                  <a:lumMod val="40000"/>
                  <a:lumOff val="60000"/>
                </a:schemeClr>
              </a:gs>
            </a:gsLst>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2400" err="1">
                <a:solidFill>
                  <a:prstClr val="white"/>
                </a:solidFill>
                <a:latin typeface="Calibri"/>
              </a:rPr>
              <a:t>etcd</a:t>
            </a:r>
            <a:endParaRPr lang="en-GB" sz="2400">
              <a:solidFill>
                <a:prstClr val="white"/>
              </a:solidFill>
              <a:latin typeface="Calibri"/>
            </a:endParaRPr>
          </a:p>
        </p:txBody>
      </p:sp>
      <p:sp>
        <p:nvSpPr>
          <p:cNvPr id="12" name="Up-Down Arrow 11"/>
          <p:cNvSpPr/>
          <p:nvPr/>
        </p:nvSpPr>
        <p:spPr>
          <a:xfrm>
            <a:off x="4485212" y="5205579"/>
            <a:ext cx="240027" cy="384043"/>
          </a:xfrm>
          <a:prstGeom prst="up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GB" sz="2400">
              <a:solidFill>
                <a:prstClr val="white"/>
              </a:solidFill>
              <a:latin typeface="Calibri"/>
            </a:endParaRPr>
          </a:p>
        </p:txBody>
      </p:sp>
      <p:sp>
        <p:nvSpPr>
          <p:cNvPr id="13" name="TextBox 12"/>
          <p:cNvSpPr txBox="1"/>
          <p:nvPr/>
        </p:nvSpPr>
        <p:spPr>
          <a:xfrm>
            <a:off x="3019021" y="4388757"/>
            <a:ext cx="935384" cy="461665"/>
          </a:xfrm>
          <a:prstGeom prst="rect">
            <a:avLst/>
          </a:prstGeom>
          <a:noFill/>
        </p:spPr>
        <p:txBody>
          <a:bodyPr wrap="none" rtlCol="0">
            <a:spAutoFit/>
          </a:bodyPr>
          <a:lstStyle/>
          <a:p>
            <a:pPr defTabSz="609585">
              <a:defRPr/>
            </a:pPr>
            <a:r>
              <a:rPr lang="en-GB" sz="2400">
                <a:solidFill>
                  <a:srgbClr val="29313B"/>
                </a:solidFill>
                <a:latin typeface="Calibri"/>
              </a:rPr>
              <a:t>Intent</a:t>
            </a:r>
          </a:p>
        </p:txBody>
      </p:sp>
      <p:sp>
        <p:nvSpPr>
          <p:cNvPr id="19" name="Rounded Rectangle 18"/>
          <p:cNvSpPr/>
          <p:nvPr/>
        </p:nvSpPr>
        <p:spPr>
          <a:xfrm>
            <a:off x="7601728" y="4081104"/>
            <a:ext cx="4350923" cy="2045859"/>
          </a:xfrm>
          <a:prstGeom prst="roundRect">
            <a:avLst>
              <a:gd name="adj" fmla="val 6150"/>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b"/>
          <a:lstStyle/>
          <a:p>
            <a:pPr algn="r" defTabSz="609585">
              <a:defRPr/>
            </a:pPr>
            <a:r>
              <a:rPr lang="en-GB" sz="1600">
                <a:solidFill>
                  <a:srgbClr val="29313B"/>
                </a:solidFill>
                <a:latin typeface="Calibri"/>
              </a:rPr>
              <a:t>Infrastructure</a:t>
            </a:r>
          </a:p>
        </p:txBody>
      </p:sp>
      <p:cxnSp>
        <p:nvCxnSpPr>
          <p:cNvPr id="23" name="Straight Arrow Connector 22"/>
          <p:cNvCxnSpPr/>
          <p:nvPr/>
        </p:nvCxnSpPr>
        <p:spPr>
          <a:xfrm>
            <a:off x="4725239" y="4881199"/>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H="1">
            <a:off x="4725239" y="5013176"/>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Rectangular Callout 43"/>
          <p:cNvSpPr/>
          <p:nvPr/>
        </p:nvSpPr>
        <p:spPr>
          <a:xfrm>
            <a:off x="6905835" y="2653607"/>
            <a:ext cx="1996979" cy="768085"/>
          </a:xfrm>
          <a:prstGeom prst="wedgeRectCallout">
            <a:avLst>
              <a:gd name="adj1" fmla="val -157933"/>
              <a:gd name="adj2" fmla="val 104970"/>
            </a:avLst>
          </a:prstGeom>
          <a:solidFill>
            <a:schemeClr val="bg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600">
                <a:solidFill>
                  <a:srgbClr val="29313B"/>
                </a:solidFill>
                <a:latin typeface="Calibri"/>
              </a:rPr>
              <a:t>K8s implements an Intent-based API. </a:t>
            </a:r>
          </a:p>
        </p:txBody>
      </p:sp>
      <p:sp>
        <p:nvSpPr>
          <p:cNvPr id="46" name="Rectangular Callout 45"/>
          <p:cNvSpPr/>
          <p:nvPr/>
        </p:nvSpPr>
        <p:spPr>
          <a:xfrm>
            <a:off x="5627693" y="5852314"/>
            <a:ext cx="1996979" cy="768085"/>
          </a:xfrm>
          <a:prstGeom prst="wedgeRectCallout">
            <a:avLst>
              <a:gd name="adj1" fmla="val -77574"/>
              <a:gd name="adj2" fmla="val -56476"/>
            </a:avLst>
          </a:prstGeom>
          <a:solidFill>
            <a:schemeClr val="bg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600">
                <a:solidFill>
                  <a:srgbClr val="29313B"/>
                </a:solidFill>
                <a:latin typeface="Calibri"/>
              </a:rPr>
              <a:t>Intent is stored in </a:t>
            </a:r>
            <a:r>
              <a:rPr lang="en-GB" sz="1600" err="1">
                <a:solidFill>
                  <a:srgbClr val="29313B"/>
                </a:solidFill>
                <a:latin typeface="Calibri"/>
              </a:rPr>
              <a:t>etcd</a:t>
            </a:r>
            <a:r>
              <a:rPr lang="en-GB" sz="1600">
                <a:solidFill>
                  <a:srgbClr val="29313B"/>
                </a:solidFill>
                <a:latin typeface="Calibri"/>
              </a:rPr>
              <a:t> data-store </a:t>
            </a:r>
          </a:p>
        </p:txBody>
      </p:sp>
      <p:grpSp>
        <p:nvGrpSpPr>
          <p:cNvPr id="45" name="Group 44"/>
          <p:cNvGrpSpPr/>
          <p:nvPr/>
        </p:nvGrpSpPr>
        <p:grpSpPr>
          <a:xfrm>
            <a:off x="7354691" y="3623020"/>
            <a:ext cx="3776356" cy="2229293"/>
            <a:chOff x="5516018" y="2717265"/>
            <a:chExt cx="2832267" cy="1671970"/>
          </a:xfrm>
        </p:grpSpPr>
        <p:sp>
          <p:nvSpPr>
            <p:cNvPr id="14" name="Rectangle 13"/>
            <p:cNvSpPr/>
            <p:nvPr/>
          </p:nvSpPr>
          <p:spPr>
            <a:xfrm>
              <a:off x="6281066" y="4141414"/>
              <a:ext cx="396044" cy="2478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cxnSp>
          <p:nvCxnSpPr>
            <p:cNvPr id="32" name="Straight Arrow Connector 31"/>
            <p:cNvCxnSpPr/>
            <p:nvPr/>
          </p:nvCxnSpPr>
          <p:spPr>
            <a:xfrm>
              <a:off x="5516018" y="3904184"/>
              <a:ext cx="696121" cy="2214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Rectangular Callout 46"/>
            <p:cNvSpPr/>
            <p:nvPr/>
          </p:nvSpPr>
          <p:spPr>
            <a:xfrm>
              <a:off x="6212139" y="2717265"/>
              <a:ext cx="2136146" cy="687125"/>
            </a:xfrm>
            <a:prstGeom prst="wedgeRectCallout">
              <a:avLst>
                <a:gd name="adj1" fmla="val -92707"/>
                <a:gd name="adj2" fmla="val 80549"/>
              </a:avLst>
            </a:prstGeom>
            <a:solidFill>
              <a:schemeClr val="bg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600" dirty="0">
                  <a:solidFill>
                    <a:srgbClr val="29313B"/>
                  </a:solidFill>
                  <a:latin typeface="Calibri"/>
                </a:rPr>
                <a:t>Operators take the intent and orchestrate the underlying infrastructure. E.g. deploy Pod</a:t>
              </a:r>
            </a:p>
          </p:txBody>
        </p:sp>
      </p:grpSp>
    </p:spTree>
    <p:extLst>
      <p:ext uri="{BB962C8B-B14F-4D97-AF65-F5344CB8AC3E}">
        <p14:creationId xmlns:p14="http://schemas.microsoft.com/office/powerpoint/2010/main" val="3885311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5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4110219" y="1710472"/>
            <a:ext cx="3377936" cy="4416491"/>
          </a:xfrm>
          <a:prstGeom prst="roundRect">
            <a:avLst>
              <a:gd name="adj" fmla="val 6150"/>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GB" sz="2400">
              <a:solidFill>
                <a:prstClr val="white"/>
              </a:solidFill>
              <a:latin typeface="Calibri"/>
            </a:endParaRPr>
          </a:p>
        </p:txBody>
      </p:sp>
      <p:sp>
        <p:nvSpPr>
          <p:cNvPr id="5" name="Title 4"/>
          <p:cNvSpPr>
            <a:spLocks noGrp="1"/>
          </p:cNvSpPr>
          <p:nvPr>
            <p:ph type="title"/>
          </p:nvPr>
        </p:nvSpPr>
        <p:spPr/>
        <p:txBody>
          <a:bodyPr/>
          <a:lstStyle/>
          <a:p>
            <a:r>
              <a:rPr lang="en-GB" dirty="0"/>
              <a:t>Reference Implementation of Canvas in Kubernetes</a:t>
            </a:r>
          </a:p>
        </p:txBody>
      </p:sp>
      <p:pic>
        <p:nvPicPr>
          <p:cNvPr id="4" name="Picture 3"/>
          <p:cNvPicPr>
            <a:picLocks noChangeAspect="1"/>
          </p:cNvPicPr>
          <p:nvPr/>
        </p:nvPicPr>
        <p:blipFill>
          <a:blip r:embed="rId2"/>
          <a:stretch>
            <a:fillRect/>
          </a:stretch>
        </p:blipFill>
        <p:spPr>
          <a:xfrm>
            <a:off x="431371" y="2996952"/>
            <a:ext cx="2528219" cy="2419595"/>
          </a:xfrm>
          <a:prstGeom prst="rect">
            <a:avLst/>
          </a:prstGeom>
        </p:spPr>
      </p:pic>
      <p:sp>
        <p:nvSpPr>
          <p:cNvPr id="3" name="Right Arrow 2"/>
          <p:cNvSpPr/>
          <p:nvPr/>
        </p:nvSpPr>
        <p:spPr>
          <a:xfrm>
            <a:off x="3135640" y="3918717"/>
            <a:ext cx="816091" cy="57606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GB" sz="2400">
              <a:solidFill>
                <a:prstClr val="white"/>
              </a:solidFill>
              <a:latin typeface="Calibri"/>
            </a:endParaRPr>
          </a:p>
        </p:txBody>
      </p:sp>
      <p:pic>
        <p:nvPicPr>
          <p:cNvPr id="1026" name="Picture 2" descr="Image result for kubernete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23792" y="1806483"/>
            <a:ext cx="3130899" cy="676216"/>
          </a:xfrm>
          <a:prstGeom prst="rect">
            <a:avLst/>
          </a:prstGeom>
          <a:noFill/>
          <a:extLst>
            <a:ext uri="{909E8E84-426E-40DD-AFC4-6F175D3DCCD1}">
              <a14:hiddenFill xmlns:a14="http://schemas.microsoft.com/office/drawing/2010/main">
                <a:solidFill>
                  <a:srgbClr val="FFFFFF"/>
                </a:solidFill>
              </a14:hiddenFill>
            </a:ext>
          </a:extLst>
        </p:spPr>
      </p:pic>
      <p:sp>
        <p:nvSpPr>
          <p:cNvPr id="10" name="Rounded Rectangle 9"/>
          <p:cNvSpPr/>
          <p:nvPr/>
        </p:nvSpPr>
        <p:spPr>
          <a:xfrm>
            <a:off x="4979293" y="4730620"/>
            <a:ext cx="2240075" cy="556785"/>
          </a:xfrm>
          <a:prstGeom prst="roundRect">
            <a:avLst>
              <a:gd name="adj" fmla="val 6150"/>
            </a:avLst>
          </a:prstGeom>
          <a:gradFill>
            <a:gsLst>
              <a:gs pos="0">
                <a:schemeClr val="accent4">
                  <a:lumMod val="40000"/>
                  <a:lumOff val="60000"/>
                </a:schemeClr>
              </a:gs>
              <a:gs pos="83000">
                <a:srgbClr val="326CE5"/>
              </a:gs>
            </a:gsLst>
            <a:lin ang="5400000" scaled="1"/>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867" dirty="0">
                <a:solidFill>
                  <a:prstClr val="white"/>
                </a:solidFill>
                <a:latin typeface="Calibri"/>
              </a:rPr>
              <a:t>Operator</a:t>
            </a:r>
          </a:p>
        </p:txBody>
      </p:sp>
      <p:sp>
        <p:nvSpPr>
          <p:cNvPr id="11" name="Rounded Rectangle 10"/>
          <p:cNvSpPr/>
          <p:nvPr/>
        </p:nvSpPr>
        <p:spPr>
          <a:xfrm rot="16200000">
            <a:off x="3243977" y="3736743"/>
            <a:ext cx="2722499" cy="378824"/>
          </a:xfrm>
          <a:prstGeom prst="roundRect">
            <a:avLst>
              <a:gd name="adj" fmla="val 6150"/>
            </a:avLst>
          </a:prstGeom>
          <a:gradFill>
            <a:gsLst>
              <a:gs pos="0">
                <a:schemeClr val="accent4">
                  <a:lumMod val="40000"/>
                  <a:lumOff val="60000"/>
                </a:schemeClr>
              </a:gs>
              <a:gs pos="83000">
                <a:srgbClr val="326CE5"/>
              </a:gs>
            </a:gsLst>
            <a:lin ang="5400000" scaled="1"/>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2400">
                <a:solidFill>
                  <a:prstClr val="white"/>
                </a:solidFill>
                <a:latin typeface="Calibri"/>
              </a:rPr>
              <a:t>K8s API</a:t>
            </a:r>
          </a:p>
        </p:txBody>
      </p:sp>
      <p:sp>
        <p:nvSpPr>
          <p:cNvPr id="9" name="Can 8"/>
          <p:cNvSpPr/>
          <p:nvPr/>
        </p:nvSpPr>
        <p:spPr>
          <a:xfrm>
            <a:off x="4214664" y="5536007"/>
            <a:ext cx="825219" cy="489717"/>
          </a:xfrm>
          <a:prstGeom prst="can">
            <a:avLst/>
          </a:prstGeom>
          <a:gradFill>
            <a:gsLst>
              <a:gs pos="0">
                <a:schemeClr val="accent4"/>
              </a:gs>
              <a:gs pos="100000">
                <a:schemeClr val="accent4">
                  <a:lumMod val="40000"/>
                  <a:lumOff val="60000"/>
                </a:schemeClr>
              </a:gs>
            </a:gsLst>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2400" err="1">
                <a:solidFill>
                  <a:prstClr val="white"/>
                </a:solidFill>
                <a:latin typeface="Calibri"/>
              </a:rPr>
              <a:t>etcd</a:t>
            </a:r>
            <a:endParaRPr lang="en-GB" sz="2400">
              <a:solidFill>
                <a:prstClr val="white"/>
              </a:solidFill>
              <a:latin typeface="Calibri"/>
            </a:endParaRPr>
          </a:p>
        </p:txBody>
      </p:sp>
      <p:sp>
        <p:nvSpPr>
          <p:cNvPr id="12" name="Up-Down Arrow 11"/>
          <p:cNvSpPr/>
          <p:nvPr/>
        </p:nvSpPr>
        <p:spPr>
          <a:xfrm>
            <a:off x="4485212" y="5205579"/>
            <a:ext cx="240027" cy="384043"/>
          </a:xfrm>
          <a:prstGeom prst="up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GB" sz="2400">
              <a:solidFill>
                <a:prstClr val="white"/>
              </a:solidFill>
              <a:latin typeface="Calibri"/>
            </a:endParaRPr>
          </a:p>
        </p:txBody>
      </p:sp>
      <p:sp>
        <p:nvSpPr>
          <p:cNvPr id="13" name="TextBox 12"/>
          <p:cNvSpPr txBox="1"/>
          <p:nvPr/>
        </p:nvSpPr>
        <p:spPr>
          <a:xfrm>
            <a:off x="3019021" y="4388757"/>
            <a:ext cx="935384" cy="461665"/>
          </a:xfrm>
          <a:prstGeom prst="rect">
            <a:avLst/>
          </a:prstGeom>
          <a:noFill/>
        </p:spPr>
        <p:txBody>
          <a:bodyPr wrap="none" rtlCol="0">
            <a:spAutoFit/>
          </a:bodyPr>
          <a:lstStyle/>
          <a:p>
            <a:pPr defTabSz="609585">
              <a:defRPr/>
            </a:pPr>
            <a:r>
              <a:rPr lang="en-GB" sz="2400">
                <a:solidFill>
                  <a:srgbClr val="29313B"/>
                </a:solidFill>
                <a:latin typeface="Calibri"/>
              </a:rPr>
              <a:t>Intent</a:t>
            </a:r>
          </a:p>
        </p:txBody>
      </p:sp>
      <p:sp>
        <p:nvSpPr>
          <p:cNvPr id="15" name="Rounded Rectangle 14"/>
          <p:cNvSpPr/>
          <p:nvPr/>
        </p:nvSpPr>
        <p:spPr>
          <a:xfrm>
            <a:off x="4979293" y="4081105"/>
            <a:ext cx="2240075" cy="556785"/>
          </a:xfrm>
          <a:prstGeom prst="roundRect">
            <a:avLst>
              <a:gd name="adj" fmla="val 6150"/>
            </a:avLst>
          </a:prstGeom>
          <a:gradFill>
            <a:gsLst>
              <a:gs pos="0">
                <a:schemeClr val="accent4">
                  <a:lumMod val="40000"/>
                  <a:lumOff val="60000"/>
                </a:schemeClr>
              </a:gs>
              <a:gs pos="83000">
                <a:srgbClr val="326CE5"/>
              </a:gs>
            </a:gsLst>
            <a:lin ang="5400000" scaled="1"/>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867" dirty="0">
                <a:solidFill>
                  <a:prstClr val="white"/>
                </a:solidFill>
                <a:latin typeface="Calibri"/>
              </a:rPr>
              <a:t>Operator</a:t>
            </a:r>
          </a:p>
        </p:txBody>
      </p:sp>
      <p:sp>
        <p:nvSpPr>
          <p:cNvPr id="19" name="Rounded Rectangle 18"/>
          <p:cNvSpPr/>
          <p:nvPr/>
        </p:nvSpPr>
        <p:spPr>
          <a:xfrm>
            <a:off x="7601728" y="4081104"/>
            <a:ext cx="4350923" cy="2045859"/>
          </a:xfrm>
          <a:prstGeom prst="roundRect">
            <a:avLst>
              <a:gd name="adj" fmla="val 6150"/>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b"/>
          <a:lstStyle/>
          <a:p>
            <a:pPr algn="r" defTabSz="609585">
              <a:defRPr/>
            </a:pPr>
            <a:r>
              <a:rPr lang="en-GB" sz="1600">
                <a:solidFill>
                  <a:srgbClr val="29313B"/>
                </a:solidFill>
                <a:latin typeface="Calibri"/>
              </a:rPr>
              <a:t>Infrastructure</a:t>
            </a:r>
          </a:p>
        </p:txBody>
      </p:sp>
      <p:sp>
        <p:nvSpPr>
          <p:cNvPr id="14" name="Rectangle 13"/>
          <p:cNvSpPr/>
          <p:nvPr/>
        </p:nvSpPr>
        <p:spPr>
          <a:xfrm>
            <a:off x="8374755" y="5521886"/>
            <a:ext cx="528059" cy="3304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sp>
        <p:nvSpPr>
          <p:cNvPr id="21" name="Rectangle 20"/>
          <p:cNvSpPr/>
          <p:nvPr/>
        </p:nvSpPr>
        <p:spPr>
          <a:xfrm>
            <a:off x="8483516" y="5414353"/>
            <a:ext cx="528059" cy="3304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sp>
        <p:nvSpPr>
          <p:cNvPr id="22" name="Rectangle 21"/>
          <p:cNvSpPr/>
          <p:nvPr/>
        </p:nvSpPr>
        <p:spPr>
          <a:xfrm>
            <a:off x="8592277" y="5306818"/>
            <a:ext cx="528059" cy="3304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cxnSp>
        <p:nvCxnSpPr>
          <p:cNvPr id="23" name="Straight Arrow Connector 22"/>
          <p:cNvCxnSpPr/>
          <p:nvPr/>
        </p:nvCxnSpPr>
        <p:spPr>
          <a:xfrm>
            <a:off x="4725239" y="4881199"/>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H="1">
            <a:off x="4725239" y="5013176"/>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a:off x="4725239" y="4293096"/>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flipH="1">
            <a:off x="4725239" y="4425073"/>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a:off x="7354692" y="5205580"/>
            <a:ext cx="928161" cy="2953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a:off x="7354691" y="5004160"/>
            <a:ext cx="1045565" cy="2986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7354692" y="5104034"/>
            <a:ext cx="981273" cy="3047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Rectangular Callout 35"/>
          <p:cNvSpPr/>
          <p:nvPr/>
        </p:nvSpPr>
        <p:spPr>
          <a:xfrm>
            <a:off x="7219432" y="2438572"/>
            <a:ext cx="2668989" cy="1269840"/>
          </a:xfrm>
          <a:prstGeom prst="wedgeRectCallout">
            <a:avLst>
              <a:gd name="adj1" fmla="val -68703"/>
              <a:gd name="adj2" fmla="val 93777"/>
            </a:avLst>
          </a:prstGeom>
          <a:solidFill>
            <a:schemeClr val="bg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600" dirty="0">
                <a:solidFill>
                  <a:srgbClr val="29313B"/>
                </a:solidFill>
                <a:latin typeface="Calibri"/>
              </a:rPr>
              <a:t>Some operators only interact with API. e.g. ReplicaSet controller takes a ReplicaSet input and creates Pod intents</a:t>
            </a:r>
          </a:p>
        </p:txBody>
      </p:sp>
    </p:spTree>
    <p:extLst>
      <p:ext uri="{BB962C8B-B14F-4D97-AF65-F5344CB8AC3E}">
        <p14:creationId xmlns:p14="http://schemas.microsoft.com/office/powerpoint/2010/main" val="2716945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4110219" y="1710472"/>
            <a:ext cx="3377936" cy="4416491"/>
          </a:xfrm>
          <a:prstGeom prst="roundRect">
            <a:avLst>
              <a:gd name="adj" fmla="val 6150"/>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GB" sz="2400">
              <a:solidFill>
                <a:prstClr val="white"/>
              </a:solidFill>
              <a:latin typeface="Calibri"/>
            </a:endParaRPr>
          </a:p>
        </p:txBody>
      </p:sp>
      <p:sp>
        <p:nvSpPr>
          <p:cNvPr id="5" name="Title 4"/>
          <p:cNvSpPr>
            <a:spLocks noGrp="1"/>
          </p:cNvSpPr>
          <p:nvPr>
            <p:ph type="title"/>
          </p:nvPr>
        </p:nvSpPr>
        <p:spPr/>
        <p:txBody>
          <a:bodyPr/>
          <a:lstStyle/>
          <a:p>
            <a:r>
              <a:rPr lang="en-GB"/>
              <a:t>Reference Implementation of Canvas in Kubernetes</a:t>
            </a:r>
          </a:p>
        </p:txBody>
      </p:sp>
      <p:pic>
        <p:nvPicPr>
          <p:cNvPr id="4" name="Picture 3"/>
          <p:cNvPicPr>
            <a:picLocks noChangeAspect="1"/>
          </p:cNvPicPr>
          <p:nvPr/>
        </p:nvPicPr>
        <p:blipFill>
          <a:blip r:embed="rId2"/>
          <a:stretch>
            <a:fillRect/>
          </a:stretch>
        </p:blipFill>
        <p:spPr>
          <a:xfrm>
            <a:off x="431371" y="2996952"/>
            <a:ext cx="2528219" cy="2419595"/>
          </a:xfrm>
          <a:prstGeom prst="rect">
            <a:avLst/>
          </a:prstGeom>
        </p:spPr>
      </p:pic>
      <p:sp>
        <p:nvSpPr>
          <p:cNvPr id="3" name="Right Arrow 2"/>
          <p:cNvSpPr/>
          <p:nvPr/>
        </p:nvSpPr>
        <p:spPr>
          <a:xfrm>
            <a:off x="3135640" y="3918717"/>
            <a:ext cx="816091" cy="57606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GB" sz="2400">
              <a:solidFill>
                <a:prstClr val="white"/>
              </a:solidFill>
              <a:latin typeface="Calibri"/>
            </a:endParaRPr>
          </a:p>
        </p:txBody>
      </p:sp>
      <p:pic>
        <p:nvPicPr>
          <p:cNvPr id="1026" name="Picture 2" descr="Image result for kubernete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23792" y="1806483"/>
            <a:ext cx="3130899" cy="676216"/>
          </a:xfrm>
          <a:prstGeom prst="rect">
            <a:avLst/>
          </a:prstGeom>
          <a:noFill/>
          <a:extLst>
            <a:ext uri="{909E8E84-426E-40DD-AFC4-6F175D3DCCD1}">
              <a14:hiddenFill xmlns:a14="http://schemas.microsoft.com/office/drawing/2010/main">
                <a:solidFill>
                  <a:srgbClr val="FFFFFF"/>
                </a:solidFill>
              </a14:hiddenFill>
            </a:ext>
          </a:extLst>
        </p:spPr>
      </p:pic>
      <p:sp>
        <p:nvSpPr>
          <p:cNvPr id="10" name="Rounded Rectangle 9"/>
          <p:cNvSpPr/>
          <p:nvPr/>
        </p:nvSpPr>
        <p:spPr>
          <a:xfrm>
            <a:off x="4979293" y="4730620"/>
            <a:ext cx="2240075" cy="556785"/>
          </a:xfrm>
          <a:prstGeom prst="roundRect">
            <a:avLst>
              <a:gd name="adj" fmla="val 6150"/>
            </a:avLst>
          </a:prstGeom>
          <a:gradFill>
            <a:gsLst>
              <a:gs pos="0">
                <a:schemeClr val="accent4">
                  <a:lumMod val="40000"/>
                  <a:lumOff val="60000"/>
                </a:schemeClr>
              </a:gs>
              <a:gs pos="83000">
                <a:srgbClr val="326CE5"/>
              </a:gs>
            </a:gsLst>
            <a:lin ang="5400000" scaled="1"/>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867" dirty="0">
                <a:solidFill>
                  <a:prstClr val="white"/>
                </a:solidFill>
                <a:latin typeface="Calibri"/>
              </a:rPr>
              <a:t>Operator</a:t>
            </a:r>
          </a:p>
        </p:txBody>
      </p:sp>
      <p:sp>
        <p:nvSpPr>
          <p:cNvPr id="11" name="Rounded Rectangle 10"/>
          <p:cNvSpPr/>
          <p:nvPr/>
        </p:nvSpPr>
        <p:spPr>
          <a:xfrm rot="16200000">
            <a:off x="3243977" y="3736743"/>
            <a:ext cx="2722499" cy="378824"/>
          </a:xfrm>
          <a:prstGeom prst="roundRect">
            <a:avLst>
              <a:gd name="adj" fmla="val 6150"/>
            </a:avLst>
          </a:prstGeom>
          <a:gradFill>
            <a:gsLst>
              <a:gs pos="0">
                <a:schemeClr val="accent4">
                  <a:lumMod val="40000"/>
                  <a:lumOff val="60000"/>
                </a:schemeClr>
              </a:gs>
              <a:gs pos="83000">
                <a:srgbClr val="326CE5"/>
              </a:gs>
            </a:gsLst>
            <a:lin ang="5400000" scaled="1"/>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2400">
                <a:solidFill>
                  <a:prstClr val="white"/>
                </a:solidFill>
                <a:latin typeface="Calibri"/>
              </a:rPr>
              <a:t>K8s API</a:t>
            </a:r>
          </a:p>
        </p:txBody>
      </p:sp>
      <p:sp>
        <p:nvSpPr>
          <p:cNvPr id="9" name="Can 8"/>
          <p:cNvSpPr/>
          <p:nvPr/>
        </p:nvSpPr>
        <p:spPr>
          <a:xfrm>
            <a:off x="4214664" y="5536007"/>
            <a:ext cx="825219" cy="489717"/>
          </a:xfrm>
          <a:prstGeom prst="can">
            <a:avLst/>
          </a:prstGeom>
          <a:gradFill>
            <a:gsLst>
              <a:gs pos="0">
                <a:schemeClr val="accent4"/>
              </a:gs>
              <a:gs pos="100000">
                <a:schemeClr val="accent4">
                  <a:lumMod val="40000"/>
                  <a:lumOff val="60000"/>
                </a:schemeClr>
              </a:gs>
            </a:gsLst>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2400" err="1">
                <a:solidFill>
                  <a:prstClr val="white"/>
                </a:solidFill>
                <a:latin typeface="Calibri"/>
              </a:rPr>
              <a:t>etcd</a:t>
            </a:r>
            <a:endParaRPr lang="en-GB" sz="2400">
              <a:solidFill>
                <a:prstClr val="white"/>
              </a:solidFill>
              <a:latin typeface="Calibri"/>
            </a:endParaRPr>
          </a:p>
        </p:txBody>
      </p:sp>
      <p:sp>
        <p:nvSpPr>
          <p:cNvPr id="12" name="Up-Down Arrow 11"/>
          <p:cNvSpPr/>
          <p:nvPr/>
        </p:nvSpPr>
        <p:spPr>
          <a:xfrm>
            <a:off x="4485212" y="5205579"/>
            <a:ext cx="240027" cy="384043"/>
          </a:xfrm>
          <a:prstGeom prst="up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GB" sz="2400">
              <a:solidFill>
                <a:prstClr val="white"/>
              </a:solidFill>
              <a:latin typeface="Calibri"/>
            </a:endParaRPr>
          </a:p>
        </p:txBody>
      </p:sp>
      <p:sp>
        <p:nvSpPr>
          <p:cNvPr id="13" name="TextBox 12"/>
          <p:cNvSpPr txBox="1"/>
          <p:nvPr/>
        </p:nvSpPr>
        <p:spPr>
          <a:xfrm>
            <a:off x="3019021" y="4388757"/>
            <a:ext cx="935384" cy="461665"/>
          </a:xfrm>
          <a:prstGeom prst="rect">
            <a:avLst/>
          </a:prstGeom>
          <a:noFill/>
        </p:spPr>
        <p:txBody>
          <a:bodyPr wrap="none" rtlCol="0">
            <a:spAutoFit/>
          </a:bodyPr>
          <a:lstStyle/>
          <a:p>
            <a:pPr defTabSz="609585">
              <a:defRPr/>
            </a:pPr>
            <a:r>
              <a:rPr lang="en-GB" sz="2400">
                <a:solidFill>
                  <a:srgbClr val="29313B"/>
                </a:solidFill>
                <a:latin typeface="Calibri"/>
              </a:rPr>
              <a:t>Intent</a:t>
            </a:r>
          </a:p>
        </p:txBody>
      </p:sp>
      <p:sp>
        <p:nvSpPr>
          <p:cNvPr id="15" name="Rounded Rectangle 14"/>
          <p:cNvSpPr/>
          <p:nvPr/>
        </p:nvSpPr>
        <p:spPr>
          <a:xfrm>
            <a:off x="4979293" y="4081105"/>
            <a:ext cx="2240075" cy="556785"/>
          </a:xfrm>
          <a:prstGeom prst="roundRect">
            <a:avLst>
              <a:gd name="adj" fmla="val 6150"/>
            </a:avLst>
          </a:prstGeom>
          <a:gradFill>
            <a:gsLst>
              <a:gs pos="0">
                <a:schemeClr val="accent4">
                  <a:lumMod val="40000"/>
                  <a:lumOff val="60000"/>
                </a:schemeClr>
              </a:gs>
              <a:gs pos="83000">
                <a:srgbClr val="326CE5"/>
              </a:gs>
            </a:gsLst>
            <a:lin ang="5400000" scaled="1"/>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867" dirty="0">
                <a:solidFill>
                  <a:prstClr val="white"/>
                </a:solidFill>
                <a:latin typeface="Calibri"/>
              </a:rPr>
              <a:t>Operator</a:t>
            </a:r>
          </a:p>
        </p:txBody>
      </p:sp>
      <p:sp>
        <p:nvSpPr>
          <p:cNvPr id="16" name="Rounded Rectangle 15"/>
          <p:cNvSpPr/>
          <p:nvPr/>
        </p:nvSpPr>
        <p:spPr>
          <a:xfrm>
            <a:off x="4979293" y="3431589"/>
            <a:ext cx="2240075" cy="556785"/>
          </a:xfrm>
          <a:prstGeom prst="roundRect">
            <a:avLst>
              <a:gd name="adj" fmla="val 6150"/>
            </a:avLst>
          </a:prstGeom>
          <a:gradFill>
            <a:gsLst>
              <a:gs pos="0">
                <a:schemeClr val="accent4">
                  <a:lumMod val="40000"/>
                  <a:lumOff val="60000"/>
                </a:schemeClr>
              </a:gs>
              <a:gs pos="83000">
                <a:srgbClr val="326CE5"/>
              </a:gs>
            </a:gsLst>
            <a:lin ang="5400000" scaled="1"/>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867" dirty="0">
                <a:solidFill>
                  <a:prstClr val="white"/>
                </a:solidFill>
                <a:latin typeface="Calibri"/>
              </a:rPr>
              <a:t>Operator</a:t>
            </a:r>
          </a:p>
        </p:txBody>
      </p:sp>
      <p:sp>
        <p:nvSpPr>
          <p:cNvPr id="19" name="Rounded Rectangle 18"/>
          <p:cNvSpPr/>
          <p:nvPr/>
        </p:nvSpPr>
        <p:spPr>
          <a:xfrm>
            <a:off x="7601728" y="4081104"/>
            <a:ext cx="4350923" cy="2045859"/>
          </a:xfrm>
          <a:prstGeom prst="roundRect">
            <a:avLst>
              <a:gd name="adj" fmla="val 6150"/>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b"/>
          <a:lstStyle/>
          <a:p>
            <a:pPr algn="r" defTabSz="609585">
              <a:defRPr/>
            </a:pPr>
            <a:r>
              <a:rPr lang="en-GB" sz="1600">
                <a:solidFill>
                  <a:srgbClr val="29313B"/>
                </a:solidFill>
                <a:latin typeface="Calibri"/>
              </a:rPr>
              <a:t>Infrastructure</a:t>
            </a:r>
          </a:p>
        </p:txBody>
      </p:sp>
      <p:sp>
        <p:nvSpPr>
          <p:cNvPr id="14" name="Rectangle 13"/>
          <p:cNvSpPr/>
          <p:nvPr/>
        </p:nvSpPr>
        <p:spPr>
          <a:xfrm>
            <a:off x="8374755" y="5521886"/>
            <a:ext cx="528059" cy="3304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sp>
        <p:nvSpPr>
          <p:cNvPr id="21" name="Rectangle 20"/>
          <p:cNvSpPr/>
          <p:nvPr/>
        </p:nvSpPr>
        <p:spPr>
          <a:xfrm>
            <a:off x="8483516" y="5414353"/>
            <a:ext cx="528059" cy="3304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sp>
        <p:nvSpPr>
          <p:cNvPr id="22" name="Rectangle 21"/>
          <p:cNvSpPr/>
          <p:nvPr/>
        </p:nvSpPr>
        <p:spPr>
          <a:xfrm>
            <a:off x="8592277" y="5306818"/>
            <a:ext cx="528059" cy="3304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cxnSp>
        <p:nvCxnSpPr>
          <p:cNvPr id="23" name="Straight Arrow Connector 22"/>
          <p:cNvCxnSpPr/>
          <p:nvPr/>
        </p:nvCxnSpPr>
        <p:spPr>
          <a:xfrm>
            <a:off x="4725239" y="4881199"/>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H="1">
            <a:off x="4725239" y="5013176"/>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a:off x="4725239" y="4293096"/>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flipH="1">
            <a:off x="4725239" y="4425073"/>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a:off x="4725239" y="3681065"/>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H="1">
            <a:off x="4725239" y="3813043"/>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a:off x="7354692" y="5205580"/>
            <a:ext cx="928161" cy="2953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a:off x="7354691" y="5004160"/>
            <a:ext cx="1045565" cy="2986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7354692" y="5104034"/>
            <a:ext cx="981273" cy="3047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7601729" y="2744741"/>
            <a:ext cx="1405047" cy="540244"/>
          </a:xfrm>
          <a:prstGeom prst="roundRect">
            <a:avLst>
              <a:gd name="adj" fmla="val 6150"/>
            </a:avLst>
          </a:prstGeom>
          <a:gradFill>
            <a:gsLst>
              <a:gs pos="0">
                <a:schemeClr val="accent1">
                  <a:lumMod val="40000"/>
                  <a:lumOff val="60000"/>
                </a:schemeClr>
              </a:gs>
              <a:gs pos="83000">
                <a:srgbClr val="FF0000"/>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600" b="1">
                <a:solidFill>
                  <a:prstClr val="white"/>
                </a:solidFill>
                <a:latin typeface="Calibri"/>
              </a:rPr>
              <a:t>Load Balancer</a:t>
            </a:r>
          </a:p>
        </p:txBody>
      </p:sp>
      <p:cxnSp>
        <p:nvCxnSpPr>
          <p:cNvPr id="42" name="Straight Arrow Connector 41"/>
          <p:cNvCxnSpPr/>
          <p:nvPr/>
        </p:nvCxnSpPr>
        <p:spPr>
          <a:xfrm flipV="1">
            <a:off x="7109597" y="3338858"/>
            <a:ext cx="709175" cy="3086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Rectangular Callout 35"/>
          <p:cNvSpPr/>
          <p:nvPr/>
        </p:nvSpPr>
        <p:spPr>
          <a:xfrm>
            <a:off x="5688687" y="1368943"/>
            <a:ext cx="2668989" cy="1269840"/>
          </a:xfrm>
          <a:prstGeom prst="wedgeRectCallout">
            <a:avLst>
              <a:gd name="adj1" fmla="val -35517"/>
              <a:gd name="adj2" fmla="val 120857"/>
            </a:avLst>
          </a:prstGeom>
          <a:solidFill>
            <a:schemeClr val="bg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600" dirty="0">
                <a:solidFill>
                  <a:srgbClr val="29313B"/>
                </a:solidFill>
                <a:latin typeface="Calibri"/>
              </a:rPr>
              <a:t>Some operators manage external services. e.g. Ingress controller typically manages load balancers running outside Kubernetes.</a:t>
            </a:r>
          </a:p>
        </p:txBody>
      </p:sp>
    </p:spTree>
    <p:extLst>
      <p:ext uri="{BB962C8B-B14F-4D97-AF65-F5344CB8AC3E}">
        <p14:creationId xmlns:p14="http://schemas.microsoft.com/office/powerpoint/2010/main" val="1777757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ounded Rectangle 18"/>
          <p:cNvSpPr/>
          <p:nvPr/>
        </p:nvSpPr>
        <p:spPr>
          <a:xfrm>
            <a:off x="7601728" y="4081104"/>
            <a:ext cx="4350923" cy="2045859"/>
          </a:xfrm>
          <a:prstGeom prst="roundRect">
            <a:avLst>
              <a:gd name="adj" fmla="val 6150"/>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b"/>
          <a:lstStyle/>
          <a:p>
            <a:pPr algn="r" defTabSz="609585">
              <a:defRPr/>
            </a:pPr>
            <a:r>
              <a:rPr lang="en-GB" sz="1600">
                <a:solidFill>
                  <a:srgbClr val="29313B"/>
                </a:solidFill>
                <a:latin typeface="Calibri"/>
              </a:rPr>
              <a:t>Infrastructure</a:t>
            </a:r>
          </a:p>
        </p:txBody>
      </p:sp>
      <p:sp>
        <p:nvSpPr>
          <p:cNvPr id="8" name="Rounded Rectangle 7"/>
          <p:cNvSpPr/>
          <p:nvPr/>
        </p:nvSpPr>
        <p:spPr>
          <a:xfrm>
            <a:off x="4110219" y="1710472"/>
            <a:ext cx="3377936" cy="4416491"/>
          </a:xfrm>
          <a:prstGeom prst="roundRect">
            <a:avLst>
              <a:gd name="adj" fmla="val 6150"/>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GB" sz="2400">
              <a:solidFill>
                <a:prstClr val="white"/>
              </a:solidFill>
              <a:latin typeface="Calibri"/>
            </a:endParaRPr>
          </a:p>
        </p:txBody>
      </p:sp>
      <p:sp>
        <p:nvSpPr>
          <p:cNvPr id="5" name="Title 4"/>
          <p:cNvSpPr>
            <a:spLocks noGrp="1"/>
          </p:cNvSpPr>
          <p:nvPr>
            <p:ph type="title"/>
          </p:nvPr>
        </p:nvSpPr>
        <p:spPr/>
        <p:txBody>
          <a:bodyPr/>
          <a:lstStyle/>
          <a:p>
            <a:r>
              <a:rPr lang="en-GB"/>
              <a:t>Multiple components deployed in single Kubernetes canvas</a:t>
            </a:r>
          </a:p>
        </p:txBody>
      </p:sp>
      <p:sp>
        <p:nvSpPr>
          <p:cNvPr id="3" name="Right Arrow 2"/>
          <p:cNvSpPr/>
          <p:nvPr/>
        </p:nvSpPr>
        <p:spPr>
          <a:xfrm>
            <a:off x="2389096" y="4720979"/>
            <a:ext cx="816091" cy="57606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GB" sz="2400">
              <a:solidFill>
                <a:prstClr val="white"/>
              </a:solidFill>
              <a:latin typeface="Calibri"/>
            </a:endParaRPr>
          </a:p>
        </p:txBody>
      </p:sp>
      <p:pic>
        <p:nvPicPr>
          <p:cNvPr id="1026" name="Picture 2" descr="Image result for kubernete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23792" y="1806483"/>
            <a:ext cx="3130899" cy="676216"/>
          </a:xfrm>
          <a:prstGeom prst="rect">
            <a:avLst/>
          </a:prstGeom>
          <a:noFill/>
          <a:extLst>
            <a:ext uri="{909E8E84-426E-40DD-AFC4-6F175D3DCCD1}">
              <a14:hiddenFill xmlns:a14="http://schemas.microsoft.com/office/drawing/2010/main">
                <a:solidFill>
                  <a:srgbClr val="FFFFFF"/>
                </a:solidFill>
              </a14:hiddenFill>
            </a:ext>
          </a:extLst>
        </p:spPr>
      </p:pic>
      <p:sp>
        <p:nvSpPr>
          <p:cNvPr id="10" name="Rounded Rectangle 9"/>
          <p:cNvSpPr/>
          <p:nvPr/>
        </p:nvSpPr>
        <p:spPr>
          <a:xfrm>
            <a:off x="4979293" y="4730620"/>
            <a:ext cx="2240075" cy="556785"/>
          </a:xfrm>
          <a:prstGeom prst="roundRect">
            <a:avLst>
              <a:gd name="adj" fmla="val 6150"/>
            </a:avLst>
          </a:prstGeom>
          <a:gradFill>
            <a:gsLst>
              <a:gs pos="0">
                <a:schemeClr val="accent4">
                  <a:lumMod val="40000"/>
                  <a:lumOff val="60000"/>
                </a:schemeClr>
              </a:gs>
              <a:gs pos="83000">
                <a:srgbClr val="326CE5"/>
              </a:gs>
            </a:gsLst>
            <a:lin ang="5400000" scaled="1"/>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867" dirty="0">
                <a:solidFill>
                  <a:prstClr val="white"/>
                </a:solidFill>
                <a:latin typeface="Calibri"/>
              </a:rPr>
              <a:t>Operator</a:t>
            </a:r>
          </a:p>
        </p:txBody>
      </p:sp>
      <p:sp>
        <p:nvSpPr>
          <p:cNvPr id="11" name="Rounded Rectangle 10"/>
          <p:cNvSpPr/>
          <p:nvPr/>
        </p:nvSpPr>
        <p:spPr>
          <a:xfrm rot="16200000">
            <a:off x="3243977" y="3736743"/>
            <a:ext cx="2722499" cy="378824"/>
          </a:xfrm>
          <a:prstGeom prst="roundRect">
            <a:avLst>
              <a:gd name="adj" fmla="val 6150"/>
            </a:avLst>
          </a:prstGeom>
          <a:gradFill>
            <a:gsLst>
              <a:gs pos="0">
                <a:schemeClr val="accent4">
                  <a:lumMod val="40000"/>
                  <a:lumOff val="60000"/>
                </a:schemeClr>
              </a:gs>
              <a:gs pos="83000">
                <a:srgbClr val="326CE5"/>
              </a:gs>
            </a:gsLst>
            <a:lin ang="5400000" scaled="1"/>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2400">
                <a:solidFill>
                  <a:prstClr val="white"/>
                </a:solidFill>
                <a:latin typeface="Calibri"/>
              </a:rPr>
              <a:t>K8s API</a:t>
            </a:r>
          </a:p>
        </p:txBody>
      </p:sp>
      <p:sp>
        <p:nvSpPr>
          <p:cNvPr id="9" name="Can 8"/>
          <p:cNvSpPr/>
          <p:nvPr/>
        </p:nvSpPr>
        <p:spPr>
          <a:xfrm>
            <a:off x="4214664" y="5536007"/>
            <a:ext cx="825219" cy="489717"/>
          </a:xfrm>
          <a:prstGeom prst="can">
            <a:avLst/>
          </a:prstGeom>
          <a:gradFill>
            <a:gsLst>
              <a:gs pos="0">
                <a:schemeClr val="accent4"/>
              </a:gs>
              <a:gs pos="100000">
                <a:schemeClr val="accent4">
                  <a:lumMod val="40000"/>
                  <a:lumOff val="60000"/>
                </a:schemeClr>
              </a:gs>
            </a:gsLst>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2400" err="1">
                <a:solidFill>
                  <a:prstClr val="white"/>
                </a:solidFill>
                <a:latin typeface="Calibri"/>
              </a:rPr>
              <a:t>etcd</a:t>
            </a:r>
            <a:endParaRPr lang="en-GB" sz="2400">
              <a:solidFill>
                <a:prstClr val="white"/>
              </a:solidFill>
              <a:latin typeface="Calibri"/>
            </a:endParaRPr>
          </a:p>
        </p:txBody>
      </p:sp>
      <p:sp>
        <p:nvSpPr>
          <p:cNvPr id="12" name="Up-Down Arrow 11"/>
          <p:cNvSpPr/>
          <p:nvPr/>
        </p:nvSpPr>
        <p:spPr>
          <a:xfrm>
            <a:off x="4485212" y="5205579"/>
            <a:ext cx="240027" cy="384043"/>
          </a:xfrm>
          <a:prstGeom prst="up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GB" sz="2400">
              <a:solidFill>
                <a:prstClr val="white"/>
              </a:solidFill>
              <a:latin typeface="Calibri"/>
            </a:endParaRPr>
          </a:p>
        </p:txBody>
      </p:sp>
      <p:sp>
        <p:nvSpPr>
          <p:cNvPr id="15" name="Rounded Rectangle 14"/>
          <p:cNvSpPr/>
          <p:nvPr/>
        </p:nvSpPr>
        <p:spPr>
          <a:xfrm>
            <a:off x="4979293" y="4081105"/>
            <a:ext cx="2240075" cy="556785"/>
          </a:xfrm>
          <a:prstGeom prst="roundRect">
            <a:avLst>
              <a:gd name="adj" fmla="val 6150"/>
            </a:avLst>
          </a:prstGeom>
          <a:gradFill>
            <a:gsLst>
              <a:gs pos="0">
                <a:schemeClr val="accent4">
                  <a:lumMod val="40000"/>
                  <a:lumOff val="60000"/>
                </a:schemeClr>
              </a:gs>
              <a:gs pos="83000">
                <a:srgbClr val="326CE5"/>
              </a:gs>
            </a:gsLst>
            <a:lin ang="5400000" scaled="1"/>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867" dirty="0">
                <a:solidFill>
                  <a:prstClr val="white"/>
                </a:solidFill>
                <a:latin typeface="Calibri"/>
              </a:rPr>
              <a:t>Operator</a:t>
            </a:r>
          </a:p>
        </p:txBody>
      </p:sp>
      <p:sp>
        <p:nvSpPr>
          <p:cNvPr id="16" name="Rounded Rectangle 15"/>
          <p:cNvSpPr/>
          <p:nvPr/>
        </p:nvSpPr>
        <p:spPr>
          <a:xfrm>
            <a:off x="4979293" y="3431589"/>
            <a:ext cx="2240075" cy="556785"/>
          </a:xfrm>
          <a:prstGeom prst="roundRect">
            <a:avLst>
              <a:gd name="adj" fmla="val 6150"/>
            </a:avLst>
          </a:prstGeom>
          <a:gradFill>
            <a:gsLst>
              <a:gs pos="0">
                <a:schemeClr val="accent4">
                  <a:lumMod val="40000"/>
                  <a:lumOff val="60000"/>
                </a:schemeClr>
              </a:gs>
              <a:gs pos="83000">
                <a:srgbClr val="326CE5"/>
              </a:gs>
            </a:gsLst>
            <a:lin ang="5400000" scaled="1"/>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867" dirty="0">
                <a:solidFill>
                  <a:prstClr val="white"/>
                </a:solidFill>
                <a:latin typeface="Calibri"/>
              </a:rPr>
              <a:t>Operator</a:t>
            </a:r>
          </a:p>
        </p:txBody>
      </p:sp>
      <p:sp>
        <p:nvSpPr>
          <p:cNvPr id="17" name="Rounded Rectangle 16"/>
          <p:cNvSpPr/>
          <p:nvPr/>
        </p:nvSpPr>
        <p:spPr>
          <a:xfrm>
            <a:off x="4979293" y="2782073"/>
            <a:ext cx="2240075" cy="556785"/>
          </a:xfrm>
          <a:prstGeom prst="roundRect">
            <a:avLst>
              <a:gd name="adj" fmla="val 6150"/>
            </a:avLst>
          </a:prstGeom>
          <a:gradFill>
            <a:gsLst>
              <a:gs pos="0">
                <a:srgbClr val="92D050"/>
              </a:gs>
              <a:gs pos="83000">
                <a:srgbClr val="00B050"/>
              </a:gs>
            </a:gsLst>
            <a:lin ang="5400000" scaled="1"/>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867" dirty="0">
                <a:solidFill>
                  <a:prstClr val="white"/>
                </a:solidFill>
                <a:latin typeface="Calibri"/>
              </a:rPr>
              <a:t>Operator</a:t>
            </a:r>
          </a:p>
        </p:txBody>
      </p:sp>
      <p:grpSp>
        <p:nvGrpSpPr>
          <p:cNvPr id="18" name="Group 17"/>
          <p:cNvGrpSpPr/>
          <p:nvPr/>
        </p:nvGrpSpPr>
        <p:grpSpPr>
          <a:xfrm>
            <a:off x="8160229" y="5109188"/>
            <a:ext cx="1440161" cy="916537"/>
            <a:chOff x="6120171" y="3831890"/>
            <a:chExt cx="1080121" cy="687403"/>
          </a:xfrm>
        </p:grpSpPr>
        <p:sp>
          <p:nvSpPr>
            <p:cNvPr id="7" name="Rounded Rectangle 6"/>
            <p:cNvSpPr/>
            <p:nvPr/>
          </p:nvSpPr>
          <p:spPr>
            <a:xfrm>
              <a:off x="6120171" y="3831890"/>
              <a:ext cx="1080121" cy="687403"/>
            </a:xfrm>
            <a:prstGeom prst="roundRect">
              <a:avLst/>
            </a:prstGeom>
            <a:gradFill>
              <a:gsLst>
                <a:gs pos="0">
                  <a:srgbClr val="00B050">
                    <a:alpha val="30000"/>
                  </a:srgbClr>
                </a:gs>
                <a:gs pos="100000">
                  <a:srgbClr val="92D050"/>
                </a:gs>
              </a:gsLst>
            </a:grad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b"/>
            <a:lstStyle/>
            <a:p>
              <a:pPr algn="ctr" defTabSz="609585">
                <a:defRPr/>
              </a:pPr>
              <a:r>
                <a:rPr lang="en-GB" sz="1400">
                  <a:solidFill>
                    <a:prstClr val="white"/>
                  </a:solidFill>
                  <a:latin typeface="Calibri"/>
                </a:rPr>
                <a:t>Component C</a:t>
              </a:r>
            </a:p>
          </p:txBody>
        </p:sp>
        <p:sp>
          <p:nvSpPr>
            <p:cNvPr id="14" name="Rectangle 13"/>
            <p:cNvSpPr/>
            <p:nvPr/>
          </p:nvSpPr>
          <p:spPr>
            <a:xfrm>
              <a:off x="6389078" y="4029195"/>
              <a:ext cx="396044" cy="2478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sp>
          <p:nvSpPr>
            <p:cNvPr id="21" name="Rectangle 20"/>
            <p:cNvSpPr/>
            <p:nvPr/>
          </p:nvSpPr>
          <p:spPr>
            <a:xfrm>
              <a:off x="6470649" y="3948545"/>
              <a:ext cx="396044" cy="2478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sp>
          <p:nvSpPr>
            <p:cNvPr id="22" name="Rectangle 21"/>
            <p:cNvSpPr/>
            <p:nvPr/>
          </p:nvSpPr>
          <p:spPr>
            <a:xfrm>
              <a:off x="6552220" y="3867894"/>
              <a:ext cx="396044" cy="2478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grpSp>
      <p:cxnSp>
        <p:nvCxnSpPr>
          <p:cNvPr id="23" name="Straight Arrow Connector 22"/>
          <p:cNvCxnSpPr/>
          <p:nvPr/>
        </p:nvCxnSpPr>
        <p:spPr>
          <a:xfrm>
            <a:off x="4725239" y="4881199"/>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H="1">
            <a:off x="4725239" y="5013176"/>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a:off x="4725239" y="4293096"/>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flipH="1">
            <a:off x="4725239" y="4425073"/>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a:off x="4725239" y="3681065"/>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H="1">
            <a:off x="4725239" y="3813043"/>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a:off x="4725239" y="3008991"/>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flipH="1">
            <a:off x="4725239" y="3140968"/>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7601729" y="2744741"/>
            <a:ext cx="1405047" cy="540244"/>
          </a:xfrm>
          <a:prstGeom prst="roundRect">
            <a:avLst>
              <a:gd name="adj" fmla="val 6150"/>
            </a:avLst>
          </a:prstGeom>
          <a:gradFill>
            <a:gsLst>
              <a:gs pos="0">
                <a:schemeClr val="accent1">
                  <a:lumMod val="40000"/>
                  <a:lumOff val="60000"/>
                </a:schemeClr>
              </a:gs>
              <a:gs pos="83000">
                <a:srgbClr val="FF0000"/>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600" b="1">
                <a:solidFill>
                  <a:prstClr val="white"/>
                </a:solidFill>
                <a:latin typeface="Calibri"/>
              </a:rPr>
              <a:t>Load Balancer</a:t>
            </a:r>
          </a:p>
        </p:txBody>
      </p:sp>
      <p:sp>
        <p:nvSpPr>
          <p:cNvPr id="39" name="Rounded Rectangle 38"/>
          <p:cNvSpPr/>
          <p:nvPr/>
        </p:nvSpPr>
        <p:spPr>
          <a:xfrm>
            <a:off x="10547605" y="2744739"/>
            <a:ext cx="1405047" cy="540244"/>
          </a:xfrm>
          <a:prstGeom prst="roundRect">
            <a:avLst>
              <a:gd name="adj" fmla="val 6150"/>
            </a:avLst>
          </a:prstGeom>
          <a:gradFill>
            <a:gsLst>
              <a:gs pos="0">
                <a:schemeClr val="accent1">
                  <a:lumMod val="40000"/>
                  <a:lumOff val="60000"/>
                </a:schemeClr>
              </a:gs>
              <a:gs pos="83000">
                <a:srgbClr val="FF0000"/>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600" b="1">
                <a:solidFill>
                  <a:prstClr val="white"/>
                </a:solidFill>
                <a:latin typeface="Calibri"/>
              </a:rPr>
              <a:t>Event Hub</a:t>
            </a:r>
          </a:p>
        </p:txBody>
      </p:sp>
      <p:sp>
        <p:nvSpPr>
          <p:cNvPr id="40" name="Rounded Rectangle 39"/>
          <p:cNvSpPr/>
          <p:nvPr/>
        </p:nvSpPr>
        <p:spPr>
          <a:xfrm>
            <a:off x="9074667" y="2744741"/>
            <a:ext cx="1405047" cy="540244"/>
          </a:xfrm>
          <a:prstGeom prst="roundRect">
            <a:avLst>
              <a:gd name="adj" fmla="val 6150"/>
            </a:avLst>
          </a:prstGeom>
          <a:gradFill>
            <a:gsLst>
              <a:gs pos="0">
                <a:schemeClr val="accent1">
                  <a:lumMod val="40000"/>
                  <a:lumOff val="60000"/>
                </a:schemeClr>
              </a:gs>
              <a:gs pos="83000">
                <a:srgbClr val="FF0000"/>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600" b="1">
                <a:solidFill>
                  <a:prstClr val="white"/>
                </a:solidFill>
                <a:latin typeface="Calibri"/>
              </a:rPr>
              <a:t>API Gateway</a:t>
            </a:r>
          </a:p>
        </p:txBody>
      </p:sp>
      <p:cxnSp>
        <p:nvCxnSpPr>
          <p:cNvPr id="42" name="Straight Arrow Connector 41"/>
          <p:cNvCxnSpPr/>
          <p:nvPr/>
        </p:nvCxnSpPr>
        <p:spPr>
          <a:xfrm flipV="1">
            <a:off x="7109597" y="3338858"/>
            <a:ext cx="709175" cy="3086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7" name="Picture 36"/>
          <p:cNvPicPr>
            <a:picLocks noChangeAspect="1"/>
          </p:cNvPicPr>
          <p:nvPr/>
        </p:nvPicPr>
        <p:blipFill>
          <a:blip r:embed="rId3"/>
          <a:stretch>
            <a:fillRect/>
          </a:stretch>
        </p:blipFill>
        <p:spPr>
          <a:xfrm>
            <a:off x="1012433" y="3006470"/>
            <a:ext cx="936353" cy="946234"/>
          </a:xfrm>
          <a:prstGeom prst="rect">
            <a:avLst/>
          </a:prstGeom>
        </p:spPr>
      </p:pic>
      <p:pic>
        <p:nvPicPr>
          <p:cNvPr id="44" name="Picture 43"/>
          <p:cNvPicPr>
            <a:picLocks noChangeAspect="1"/>
          </p:cNvPicPr>
          <p:nvPr/>
        </p:nvPicPr>
        <p:blipFill>
          <a:blip r:embed="rId3"/>
          <a:stretch>
            <a:fillRect/>
          </a:stretch>
        </p:blipFill>
        <p:spPr>
          <a:xfrm>
            <a:off x="721903" y="3721930"/>
            <a:ext cx="936353" cy="946234"/>
          </a:xfrm>
          <a:prstGeom prst="rect">
            <a:avLst/>
          </a:prstGeom>
          <a:ln>
            <a:solidFill>
              <a:schemeClr val="bg1"/>
            </a:solidFill>
          </a:ln>
        </p:spPr>
      </p:pic>
      <p:pic>
        <p:nvPicPr>
          <p:cNvPr id="4" name="Picture 3"/>
          <p:cNvPicPr>
            <a:picLocks noChangeAspect="1"/>
          </p:cNvPicPr>
          <p:nvPr/>
        </p:nvPicPr>
        <p:blipFill>
          <a:blip r:embed="rId3"/>
          <a:stretch>
            <a:fillRect/>
          </a:stretch>
        </p:blipFill>
        <p:spPr>
          <a:xfrm>
            <a:off x="431371" y="4437389"/>
            <a:ext cx="936353" cy="946234"/>
          </a:xfrm>
          <a:prstGeom prst="rect">
            <a:avLst/>
          </a:prstGeom>
          <a:ln>
            <a:solidFill>
              <a:schemeClr val="bg1"/>
            </a:solidFill>
          </a:ln>
        </p:spPr>
      </p:pic>
      <p:sp>
        <p:nvSpPr>
          <p:cNvPr id="46" name="Right Arrow 45"/>
          <p:cNvSpPr/>
          <p:nvPr/>
        </p:nvSpPr>
        <p:spPr>
          <a:xfrm>
            <a:off x="2533596" y="3938140"/>
            <a:ext cx="816091" cy="57606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GB" sz="2400">
              <a:solidFill>
                <a:prstClr val="white"/>
              </a:solidFill>
              <a:latin typeface="Calibri"/>
            </a:endParaRPr>
          </a:p>
        </p:txBody>
      </p:sp>
      <p:sp>
        <p:nvSpPr>
          <p:cNvPr id="47" name="Right Arrow 46"/>
          <p:cNvSpPr/>
          <p:nvPr/>
        </p:nvSpPr>
        <p:spPr>
          <a:xfrm>
            <a:off x="2698220" y="3155301"/>
            <a:ext cx="816091" cy="57606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GB" sz="2400">
              <a:solidFill>
                <a:prstClr val="white"/>
              </a:solidFill>
              <a:latin typeface="Calibri"/>
            </a:endParaRPr>
          </a:p>
        </p:txBody>
      </p:sp>
      <p:grpSp>
        <p:nvGrpSpPr>
          <p:cNvPr id="48" name="Group 47"/>
          <p:cNvGrpSpPr/>
          <p:nvPr/>
        </p:nvGrpSpPr>
        <p:grpSpPr>
          <a:xfrm>
            <a:off x="8832304" y="4821156"/>
            <a:ext cx="1440161" cy="916537"/>
            <a:chOff x="6120171" y="3831890"/>
            <a:chExt cx="1080121" cy="687403"/>
          </a:xfrm>
        </p:grpSpPr>
        <p:sp>
          <p:nvSpPr>
            <p:cNvPr id="49" name="Rounded Rectangle 48"/>
            <p:cNvSpPr/>
            <p:nvPr/>
          </p:nvSpPr>
          <p:spPr>
            <a:xfrm>
              <a:off x="6120171" y="3831890"/>
              <a:ext cx="1080121" cy="687403"/>
            </a:xfrm>
            <a:prstGeom prst="roundRect">
              <a:avLst/>
            </a:prstGeom>
            <a:gradFill>
              <a:gsLst>
                <a:gs pos="0">
                  <a:srgbClr val="00B050">
                    <a:alpha val="30000"/>
                  </a:srgbClr>
                </a:gs>
                <a:gs pos="100000">
                  <a:srgbClr val="92D050"/>
                </a:gs>
              </a:gsLst>
            </a:grad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b"/>
            <a:lstStyle/>
            <a:p>
              <a:pPr algn="ctr" defTabSz="609585">
                <a:defRPr/>
              </a:pPr>
              <a:r>
                <a:rPr lang="en-GB" sz="1400">
                  <a:solidFill>
                    <a:prstClr val="white"/>
                  </a:solidFill>
                  <a:latin typeface="Calibri"/>
                </a:rPr>
                <a:t>Component B</a:t>
              </a:r>
            </a:p>
          </p:txBody>
        </p:sp>
        <p:sp>
          <p:nvSpPr>
            <p:cNvPr id="50" name="Rectangle 49"/>
            <p:cNvSpPr/>
            <p:nvPr/>
          </p:nvSpPr>
          <p:spPr>
            <a:xfrm>
              <a:off x="6389078" y="4029195"/>
              <a:ext cx="396044" cy="2478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sp>
          <p:nvSpPr>
            <p:cNvPr id="51" name="Rectangle 50"/>
            <p:cNvSpPr/>
            <p:nvPr/>
          </p:nvSpPr>
          <p:spPr>
            <a:xfrm>
              <a:off x="6470649" y="3948545"/>
              <a:ext cx="396044" cy="2478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sp>
          <p:nvSpPr>
            <p:cNvPr id="52" name="Rectangle 51"/>
            <p:cNvSpPr/>
            <p:nvPr/>
          </p:nvSpPr>
          <p:spPr>
            <a:xfrm>
              <a:off x="6552220" y="3867894"/>
              <a:ext cx="396044" cy="2478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grpSp>
      <p:grpSp>
        <p:nvGrpSpPr>
          <p:cNvPr id="53" name="Group 52"/>
          <p:cNvGrpSpPr/>
          <p:nvPr/>
        </p:nvGrpSpPr>
        <p:grpSpPr>
          <a:xfrm>
            <a:off x="9504378" y="4528688"/>
            <a:ext cx="1440161" cy="916537"/>
            <a:chOff x="6120171" y="3831890"/>
            <a:chExt cx="1080121" cy="687403"/>
          </a:xfrm>
        </p:grpSpPr>
        <p:sp>
          <p:nvSpPr>
            <p:cNvPr id="54" name="Rounded Rectangle 53"/>
            <p:cNvSpPr/>
            <p:nvPr/>
          </p:nvSpPr>
          <p:spPr>
            <a:xfrm>
              <a:off x="6120171" y="3831890"/>
              <a:ext cx="1080121" cy="687403"/>
            </a:xfrm>
            <a:prstGeom prst="roundRect">
              <a:avLst/>
            </a:prstGeom>
            <a:gradFill>
              <a:gsLst>
                <a:gs pos="0">
                  <a:srgbClr val="00B050">
                    <a:alpha val="30000"/>
                  </a:srgbClr>
                </a:gs>
                <a:gs pos="100000">
                  <a:srgbClr val="92D050"/>
                </a:gs>
              </a:gsLst>
            </a:grad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b"/>
            <a:lstStyle/>
            <a:p>
              <a:pPr algn="ctr" defTabSz="609585">
                <a:defRPr/>
              </a:pPr>
              <a:r>
                <a:rPr lang="en-GB" sz="1400">
                  <a:solidFill>
                    <a:prstClr val="white"/>
                  </a:solidFill>
                  <a:latin typeface="Calibri"/>
                </a:rPr>
                <a:t>Component A</a:t>
              </a:r>
            </a:p>
          </p:txBody>
        </p:sp>
        <p:sp>
          <p:nvSpPr>
            <p:cNvPr id="55" name="Rectangle 54"/>
            <p:cNvSpPr/>
            <p:nvPr/>
          </p:nvSpPr>
          <p:spPr>
            <a:xfrm>
              <a:off x="6389078" y="4029195"/>
              <a:ext cx="396044" cy="2478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sp>
          <p:nvSpPr>
            <p:cNvPr id="56" name="Rectangle 55"/>
            <p:cNvSpPr/>
            <p:nvPr/>
          </p:nvSpPr>
          <p:spPr>
            <a:xfrm>
              <a:off x="6470649" y="3948545"/>
              <a:ext cx="396044" cy="2478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sp>
          <p:nvSpPr>
            <p:cNvPr id="57" name="Rectangle 56"/>
            <p:cNvSpPr/>
            <p:nvPr/>
          </p:nvSpPr>
          <p:spPr>
            <a:xfrm>
              <a:off x="6552220" y="3867894"/>
              <a:ext cx="396044" cy="2478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grpSp>
      <p:cxnSp>
        <p:nvCxnSpPr>
          <p:cNvPr id="58" name="Straight Arrow Connector 57"/>
          <p:cNvCxnSpPr/>
          <p:nvPr/>
        </p:nvCxnSpPr>
        <p:spPr>
          <a:xfrm flipV="1">
            <a:off x="7267962" y="3360797"/>
            <a:ext cx="1922884" cy="3857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flipV="1">
            <a:off x="7354691" y="3431589"/>
            <a:ext cx="3253811" cy="4666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a:off x="7354691" y="3148163"/>
            <a:ext cx="2408264" cy="12892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a:off x="7354691" y="3300001"/>
            <a:ext cx="1597796" cy="14861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p:cNvCxnSpPr/>
          <p:nvPr/>
        </p:nvCxnSpPr>
        <p:spPr>
          <a:xfrm>
            <a:off x="7313111" y="3392731"/>
            <a:ext cx="867123" cy="17338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p:cNvCxnSpPr/>
          <p:nvPr/>
        </p:nvCxnSpPr>
        <p:spPr>
          <a:xfrm>
            <a:off x="7276994" y="5249442"/>
            <a:ext cx="1150623" cy="2717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p:cNvCxnSpPr/>
          <p:nvPr/>
        </p:nvCxnSpPr>
        <p:spPr>
          <a:xfrm flipV="1">
            <a:off x="7301087" y="5043463"/>
            <a:ext cx="1422455" cy="125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p:cNvCxnSpPr/>
          <p:nvPr/>
        </p:nvCxnSpPr>
        <p:spPr>
          <a:xfrm flipV="1">
            <a:off x="7354691" y="4694380"/>
            <a:ext cx="2018423" cy="1973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31" name="TextBox 1030"/>
          <p:cNvSpPr txBox="1"/>
          <p:nvPr/>
        </p:nvSpPr>
        <p:spPr>
          <a:xfrm>
            <a:off x="294469" y="690359"/>
            <a:ext cx="9755684" cy="1241622"/>
          </a:xfrm>
          <a:prstGeom prst="rect">
            <a:avLst/>
          </a:prstGeom>
          <a:noFill/>
        </p:spPr>
        <p:txBody>
          <a:bodyPr wrap="none" rtlCol="0">
            <a:spAutoFit/>
          </a:bodyPr>
          <a:lstStyle/>
          <a:p>
            <a:pPr defTabSz="609585">
              <a:defRPr/>
            </a:pPr>
            <a:r>
              <a:rPr lang="en-GB" sz="1867">
                <a:solidFill>
                  <a:srgbClr val="29313B"/>
                </a:solidFill>
                <a:latin typeface="Calibri"/>
              </a:rPr>
              <a:t>Single operational execution environment for efficiency</a:t>
            </a:r>
          </a:p>
          <a:p>
            <a:pPr defTabSz="609585">
              <a:defRPr/>
            </a:pPr>
            <a:r>
              <a:rPr lang="en-GB" sz="1867">
                <a:solidFill>
                  <a:srgbClr val="29313B"/>
                </a:solidFill>
                <a:latin typeface="Calibri"/>
              </a:rPr>
              <a:t>Cloud infrastructure and other Non-functional services are configured from ODA Component YAML</a:t>
            </a:r>
          </a:p>
          <a:p>
            <a:pPr defTabSz="609585">
              <a:defRPr/>
            </a:pPr>
            <a:r>
              <a:rPr lang="en-GB" sz="1867">
                <a:solidFill>
                  <a:srgbClr val="29313B"/>
                </a:solidFill>
                <a:latin typeface="Calibri"/>
              </a:rPr>
              <a:t>Components can discover dependent services</a:t>
            </a:r>
          </a:p>
          <a:p>
            <a:pPr defTabSz="609585">
              <a:defRPr/>
            </a:pPr>
            <a:r>
              <a:rPr lang="en-GB" sz="1867">
                <a:solidFill>
                  <a:srgbClr val="29313B"/>
                </a:solidFill>
                <a:latin typeface="Calibri"/>
              </a:rPr>
              <a:t>Single Security architecture</a:t>
            </a:r>
          </a:p>
        </p:txBody>
      </p:sp>
      <p:pic>
        <p:nvPicPr>
          <p:cNvPr id="13" name="Picture 2" descr="ODA explained: Tools for implementation and deployment">
            <a:extLst>
              <a:ext uri="{FF2B5EF4-FFF2-40B4-BE49-F238E27FC236}">
                <a16:creationId xmlns:a16="http://schemas.microsoft.com/office/drawing/2014/main" id="{D236EDA8-B7D2-8738-6669-61A1579C33E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a:fillRect/>
          </a:stretch>
        </p:blipFill>
        <p:spPr bwMode="auto">
          <a:xfrm>
            <a:off x="1391222" y="2647440"/>
            <a:ext cx="962798" cy="860527"/>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ODA explained: Tools for implementation and deployment">
            <a:extLst>
              <a:ext uri="{FF2B5EF4-FFF2-40B4-BE49-F238E27FC236}">
                <a16:creationId xmlns:a16="http://schemas.microsoft.com/office/drawing/2014/main" id="{8F8E4533-AC17-EF85-DDBB-6087D612454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a:fillRect/>
          </a:stretch>
        </p:blipFill>
        <p:spPr bwMode="auto">
          <a:xfrm>
            <a:off x="1041498" y="3374824"/>
            <a:ext cx="962798" cy="860527"/>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ODA explained: Tools for implementation and deployment">
            <a:extLst>
              <a:ext uri="{FF2B5EF4-FFF2-40B4-BE49-F238E27FC236}">
                <a16:creationId xmlns:a16="http://schemas.microsoft.com/office/drawing/2014/main" id="{8DA23DA7-2952-BD85-314A-247F9FBEE5A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a:fillRect/>
          </a:stretch>
        </p:blipFill>
        <p:spPr bwMode="auto">
          <a:xfrm>
            <a:off x="731760" y="4126429"/>
            <a:ext cx="962798" cy="860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20929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ounded Rectangle 18"/>
          <p:cNvSpPr/>
          <p:nvPr/>
        </p:nvSpPr>
        <p:spPr>
          <a:xfrm>
            <a:off x="7601728" y="3591387"/>
            <a:ext cx="4350923" cy="2045859"/>
          </a:xfrm>
          <a:prstGeom prst="roundRect">
            <a:avLst>
              <a:gd name="adj" fmla="val 6150"/>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b"/>
          <a:lstStyle/>
          <a:p>
            <a:pPr algn="r" defTabSz="609585">
              <a:defRPr/>
            </a:pPr>
            <a:r>
              <a:rPr lang="en-GB" sz="1600">
                <a:solidFill>
                  <a:srgbClr val="29313B"/>
                </a:solidFill>
                <a:latin typeface="Calibri"/>
              </a:rPr>
              <a:t>Infrastructure</a:t>
            </a:r>
          </a:p>
        </p:txBody>
      </p:sp>
      <p:sp>
        <p:nvSpPr>
          <p:cNvPr id="8" name="Rounded Rectangle 7"/>
          <p:cNvSpPr/>
          <p:nvPr/>
        </p:nvSpPr>
        <p:spPr>
          <a:xfrm>
            <a:off x="4110219" y="1220755"/>
            <a:ext cx="3377936" cy="4416491"/>
          </a:xfrm>
          <a:prstGeom prst="roundRect">
            <a:avLst>
              <a:gd name="adj" fmla="val 6150"/>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GB" sz="2400">
              <a:solidFill>
                <a:prstClr val="white"/>
              </a:solidFill>
              <a:latin typeface="Calibri"/>
            </a:endParaRPr>
          </a:p>
        </p:txBody>
      </p:sp>
      <p:sp>
        <p:nvSpPr>
          <p:cNvPr id="5" name="Title 4"/>
          <p:cNvSpPr>
            <a:spLocks noGrp="1"/>
          </p:cNvSpPr>
          <p:nvPr>
            <p:ph type="title"/>
          </p:nvPr>
        </p:nvSpPr>
        <p:spPr/>
        <p:txBody>
          <a:bodyPr/>
          <a:lstStyle/>
          <a:p>
            <a:r>
              <a:rPr lang="en-GB" dirty="0"/>
              <a:t>Proxy pattern</a:t>
            </a:r>
          </a:p>
        </p:txBody>
      </p:sp>
      <p:sp>
        <p:nvSpPr>
          <p:cNvPr id="3" name="Right Arrow 2"/>
          <p:cNvSpPr/>
          <p:nvPr/>
        </p:nvSpPr>
        <p:spPr>
          <a:xfrm>
            <a:off x="2389096" y="4231261"/>
            <a:ext cx="816091" cy="57606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GB" sz="2400">
              <a:solidFill>
                <a:prstClr val="white"/>
              </a:solidFill>
              <a:latin typeface="Calibri"/>
            </a:endParaRPr>
          </a:p>
        </p:txBody>
      </p:sp>
      <p:pic>
        <p:nvPicPr>
          <p:cNvPr id="1026" name="Picture 2" descr="Image result for kubernete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23792" y="1316765"/>
            <a:ext cx="3130899" cy="676216"/>
          </a:xfrm>
          <a:prstGeom prst="rect">
            <a:avLst/>
          </a:prstGeom>
          <a:noFill/>
          <a:extLst>
            <a:ext uri="{909E8E84-426E-40DD-AFC4-6F175D3DCCD1}">
              <a14:hiddenFill xmlns:a14="http://schemas.microsoft.com/office/drawing/2010/main">
                <a:solidFill>
                  <a:srgbClr val="FFFFFF"/>
                </a:solidFill>
              </a14:hiddenFill>
            </a:ext>
          </a:extLst>
        </p:spPr>
      </p:pic>
      <p:sp>
        <p:nvSpPr>
          <p:cNvPr id="10" name="Rounded Rectangle 9"/>
          <p:cNvSpPr/>
          <p:nvPr/>
        </p:nvSpPr>
        <p:spPr>
          <a:xfrm>
            <a:off x="4979293" y="4240902"/>
            <a:ext cx="2240075" cy="556785"/>
          </a:xfrm>
          <a:prstGeom prst="roundRect">
            <a:avLst>
              <a:gd name="adj" fmla="val 6150"/>
            </a:avLst>
          </a:prstGeom>
          <a:gradFill>
            <a:gsLst>
              <a:gs pos="0">
                <a:schemeClr val="accent4">
                  <a:lumMod val="40000"/>
                  <a:lumOff val="60000"/>
                </a:schemeClr>
              </a:gs>
              <a:gs pos="83000">
                <a:srgbClr val="326CE5"/>
              </a:gs>
            </a:gsLst>
            <a:lin ang="5400000" scaled="1"/>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867" dirty="0">
                <a:solidFill>
                  <a:prstClr val="white"/>
                </a:solidFill>
                <a:latin typeface="Calibri"/>
              </a:rPr>
              <a:t>Operator</a:t>
            </a:r>
          </a:p>
        </p:txBody>
      </p:sp>
      <p:sp>
        <p:nvSpPr>
          <p:cNvPr id="11" name="Rounded Rectangle 10"/>
          <p:cNvSpPr/>
          <p:nvPr/>
        </p:nvSpPr>
        <p:spPr>
          <a:xfrm rot="16200000">
            <a:off x="3243977" y="3247025"/>
            <a:ext cx="2722499" cy="378824"/>
          </a:xfrm>
          <a:prstGeom prst="roundRect">
            <a:avLst>
              <a:gd name="adj" fmla="val 6150"/>
            </a:avLst>
          </a:prstGeom>
          <a:gradFill>
            <a:gsLst>
              <a:gs pos="0">
                <a:schemeClr val="accent4">
                  <a:lumMod val="40000"/>
                  <a:lumOff val="60000"/>
                </a:schemeClr>
              </a:gs>
              <a:gs pos="83000">
                <a:srgbClr val="326CE5"/>
              </a:gs>
            </a:gsLst>
            <a:lin ang="5400000" scaled="1"/>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2400">
                <a:solidFill>
                  <a:prstClr val="white"/>
                </a:solidFill>
                <a:latin typeface="Calibri"/>
              </a:rPr>
              <a:t>K8s API</a:t>
            </a:r>
          </a:p>
        </p:txBody>
      </p:sp>
      <p:sp>
        <p:nvSpPr>
          <p:cNvPr id="9" name="Can 8"/>
          <p:cNvSpPr/>
          <p:nvPr/>
        </p:nvSpPr>
        <p:spPr>
          <a:xfrm>
            <a:off x="4214664" y="5046290"/>
            <a:ext cx="825219" cy="489717"/>
          </a:xfrm>
          <a:prstGeom prst="can">
            <a:avLst/>
          </a:prstGeom>
          <a:gradFill>
            <a:gsLst>
              <a:gs pos="0">
                <a:schemeClr val="accent4"/>
              </a:gs>
              <a:gs pos="100000">
                <a:schemeClr val="accent4">
                  <a:lumMod val="40000"/>
                  <a:lumOff val="60000"/>
                </a:schemeClr>
              </a:gs>
            </a:gsLst>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2400" err="1">
                <a:solidFill>
                  <a:prstClr val="white"/>
                </a:solidFill>
                <a:latin typeface="Calibri"/>
              </a:rPr>
              <a:t>etcd</a:t>
            </a:r>
            <a:endParaRPr lang="en-GB" sz="2400">
              <a:solidFill>
                <a:prstClr val="white"/>
              </a:solidFill>
              <a:latin typeface="Calibri"/>
            </a:endParaRPr>
          </a:p>
        </p:txBody>
      </p:sp>
      <p:sp>
        <p:nvSpPr>
          <p:cNvPr id="12" name="Up-Down Arrow 11"/>
          <p:cNvSpPr/>
          <p:nvPr/>
        </p:nvSpPr>
        <p:spPr>
          <a:xfrm>
            <a:off x="4485212" y="4715861"/>
            <a:ext cx="240027" cy="384043"/>
          </a:xfrm>
          <a:prstGeom prst="up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GB" sz="2400">
              <a:solidFill>
                <a:prstClr val="white"/>
              </a:solidFill>
              <a:latin typeface="Calibri"/>
            </a:endParaRPr>
          </a:p>
        </p:txBody>
      </p:sp>
      <p:sp>
        <p:nvSpPr>
          <p:cNvPr id="15" name="Rounded Rectangle 14"/>
          <p:cNvSpPr/>
          <p:nvPr/>
        </p:nvSpPr>
        <p:spPr>
          <a:xfrm>
            <a:off x="4979293" y="3591388"/>
            <a:ext cx="2240075" cy="556785"/>
          </a:xfrm>
          <a:prstGeom prst="roundRect">
            <a:avLst>
              <a:gd name="adj" fmla="val 6150"/>
            </a:avLst>
          </a:prstGeom>
          <a:gradFill>
            <a:gsLst>
              <a:gs pos="0">
                <a:schemeClr val="accent4">
                  <a:lumMod val="40000"/>
                  <a:lumOff val="60000"/>
                </a:schemeClr>
              </a:gs>
              <a:gs pos="83000">
                <a:srgbClr val="326CE5"/>
              </a:gs>
            </a:gsLst>
            <a:lin ang="5400000" scaled="1"/>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867" dirty="0">
                <a:solidFill>
                  <a:prstClr val="white"/>
                </a:solidFill>
                <a:latin typeface="Calibri"/>
              </a:rPr>
              <a:t>Operator</a:t>
            </a:r>
          </a:p>
        </p:txBody>
      </p:sp>
      <p:sp>
        <p:nvSpPr>
          <p:cNvPr id="16" name="Rounded Rectangle 15"/>
          <p:cNvSpPr/>
          <p:nvPr/>
        </p:nvSpPr>
        <p:spPr>
          <a:xfrm>
            <a:off x="4979293" y="2941872"/>
            <a:ext cx="2240075" cy="556785"/>
          </a:xfrm>
          <a:prstGeom prst="roundRect">
            <a:avLst>
              <a:gd name="adj" fmla="val 6150"/>
            </a:avLst>
          </a:prstGeom>
          <a:gradFill>
            <a:gsLst>
              <a:gs pos="0">
                <a:schemeClr val="accent4">
                  <a:lumMod val="40000"/>
                  <a:lumOff val="60000"/>
                </a:schemeClr>
              </a:gs>
              <a:gs pos="83000">
                <a:srgbClr val="326CE5"/>
              </a:gs>
            </a:gsLst>
            <a:lin ang="5400000" scaled="1"/>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867" dirty="0">
                <a:solidFill>
                  <a:prstClr val="white"/>
                </a:solidFill>
                <a:latin typeface="Calibri"/>
              </a:rPr>
              <a:t>Operator</a:t>
            </a:r>
          </a:p>
        </p:txBody>
      </p:sp>
      <p:sp>
        <p:nvSpPr>
          <p:cNvPr id="17" name="Rounded Rectangle 16"/>
          <p:cNvSpPr/>
          <p:nvPr/>
        </p:nvSpPr>
        <p:spPr>
          <a:xfrm>
            <a:off x="4979293" y="2292356"/>
            <a:ext cx="2240075" cy="556785"/>
          </a:xfrm>
          <a:prstGeom prst="roundRect">
            <a:avLst>
              <a:gd name="adj" fmla="val 6150"/>
            </a:avLst>
          </a:prstGeom>
          <a:gradFill>
            <a:gsLst>
              <a:gs pos="0">
                <a:srgbClr val="92D050"/>
              </a:gs>
              <a:gs pos="83000">
                <a:srgbClr val="00B050"/>
              </a:gs>
            </a:gsLst>
            <a:lin ang="5400000" scaled="1"/>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867" dirty="0">
                <a:solidFill>
                  <a:prstClr val="white"/>
                </a:solidFill>
                <a:latin typeface="Calibri"/>
              </a:rPr>
              <a:t>Operator</a:t>
            </a:r>
          </a:p>
        </p:txBody>
      </p:sp>
      <p:grpSp>
        <p:nvGrpSpPr>
          <p:cNvPr id="18" name="Group 17"/>
          <p:cNvGrpSpPr/>
          <p:nvPr/>
        </p:nvGrpSpPr>
        <p:grpSpPr>
          <a:xfrm>
            <a:off x="8160229" y="4619470"/>
            <a:ext cx="1440161" cy="916537"/>
            <a:chOff x="6120171" y="3831890"/>
            <a:chExt cx="1080121" cy="687403"/>
          </a:xfrm>
        </p:grpSpPr>
        <p:sp>
          <p:nvSpPr>
            <p:cNvPr id="7" name="Rounded Rectangle 6"/>
            <p:cNvSpPr/>
            <p:nvPr/>
          </p:nvSpPr>
          <p:spPr>
            <a:xfrm>
              <a:off x="6120171" y="3831890"/>
              <a:ext cx="1080121" cy="687403"/>
            </a:xfrm>
            <a:prstGeom prst="roundRect">
              <a:avLst/>
            </a:prstGeom>
            <a:gradFill>
              <a:gsLst>
                <a:gs pos="0">
                  <a:srgbClr val="00B050">
                    <a:alpha val="30000"/>
                  </a:srgbClr>
                </a:gs>
                <a:gs pos="100000">
                  <a:srgbClr val="92D050"/>
                </a:gs>
              </a:gsLst>
            </a:grad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b"/>
            <a:lstStyle/>
            <a:p>
              <a:pPr algn="ctr" defTabSz="609585">
                <a:defRPr/>
              </a:pPr>
              <a:r>
                <a:rPr lang="en-GB" sz="1400">
                  <a:solidFill>
                    <a:prstClr val="white"/>
                  </a:solidFill>
                  <a:latin typeface="Calibri"/>
                </a:rPr>
                <a:t>Component C</a:t>
              </a:r>
            </a:p>
          </p:txBody>
        </p:sp>
        <p:sp>
          <p:nvSpPr>
            <p:cNvPr id="14" name="Rectangle 13"/>
            <p:cNvSpPr/>
            <p:nvPr/>
          </p:nvSpPr>
          <p:spPr>
            <a:xfrm>
              <a:off x="6389078" y="4029195"/>
              <a:ext cx="396044" cy="2478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sp>
          <p:nvSpPr>
            <p:cNvPr id="21" name="Rectangle 20"/>
            <p:cNvSpPr/>
            <p:nvPr/>
          </p:nvSpPr>
          <p:spPr>
            <a:xfrm>
              <a:off x="6470649" y="3948545"/>
              <a:ext cx="396044" cy="2478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sp>
          <p:nvSpPr>
            <p:cNvPr id="22" name="Rectangle 21"/>
            <p:cNvSpPr/>
            <p:nvPr/>
          </p:nvSpPr>
          <p:spPr>
            <a:xfrm>
              <a:off x="6552220" y="3867894"/>
              <a:ext cx="396044" cy="2478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grpSp>
      <p:cxnSp>
        <p:nvCxnSpPr>
          <p:cNvPr id="23" name="Straight Arrow Connector 22"/>
          <p:cNvCxnSpPr/>
          <p:nvPr/>
        </p:nvCxnSpPr>
        <p:spPr>
          <a:xfrm>
            <a:off x="4725239" y="4391481"/>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H="1">
            <a:off x="4725239" y="4523459"/>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a:off x="4725239" y="3803379"/>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flipH="1">
            <a:off x="4725239" y="3935356"/>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a:off x="4725239" y="3191348"/>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H="1">
            <a:off x="4725239" y="3323325"/>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a:off x="4725239" y="2519273"/>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flipH="1">
            <a:off x="4725239" y="2651251"/>
            <a:ext cx="4586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7601729" y="2255023"/>
            <a:ext cx="1405047" cy="540244"/>
          </a:xfrm>
          <a:prstGeom prst="roundRect">
            <a:avLst>
              <a:gd name="adj" fmla="val 6150"/>
            </a:avLst>
          </a:prstGeom>
          <a:gradFill>
            <a:gsLst>
              <a:gs pos="0">
                <a:schemeClr val="accent1">
                  <a:lumMod val="40000"/>
                  <a:lumOff val="60000"/>
                </a:schemeClr>
              </a:gs>
              <a:gs pos="83000">
                <a:srgbClr val="FF0000"/>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600" b="1">
                <a:solidFill>
                  <a:prstClr val="white"/>
                </a:solidFill>
                <a:latin typeface="Calibri"/>
              </a:rPr>
              <a:t>Load Balancer</a:t>
            </a:r>
          </a:p>
        </p:txBody>
      </p:sp>
      <p:sp>
        <p:nvSpPr>
          <p:cNvPr id="39" name="Rounded Rectangle 38"/>
          <p:cNvSpPr/>
          <p:nvPr/>
        </p:nvSpPr>
        <p:spPr>
          <a:xfrm>
            <a:off x="10547605" y="2255022"/>
            <a:ext cx="1405047" cy="540244"/>
          </a:xfrm>
          <a:prstGeom prst="roundRect">
            <a:avLst>
              <a:gd name="adj" fmla="val 6150"/>
            </a:avLst>
          </a:prstGeom>
          <a:gradFill>
            <a:gsLst>
              <a:gs pos="0">
                <a:schemeClr val="accent1">
                  <a:lumMod val="40000"/>
                  <a:lumOff val="60000"/>
                </a:schemeClr>
              </a:gs>
              <a:gs pos="83000">
                <a:srgbClr val="FF0000"/>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600" b="1">
                <a:solidFill>
                  <a:prstClr val="white"/>
                </a:solidFill>
                <a:latin typeface="Calibri"/>
              </a:rPr>
              <a:t>Event Hub</a:t>
            </a:r>
          </a:p>
        </p:txBody>
      </p:sp>
      <p:sp>
        <p:nvSpPr>
          <p:cNvPr id="40" name="Rounded Rectangle 39"/>
          <p:cNvSpPr/>
          <p:nvPr/>
        </p:nvSpPr>
        <p:spPr>
          <a:xfrm>
            <a:off x="9074667" y="2255023"/>
            <a:ext cx="1405047" cy="540244"/>
          </a:xfrm>
          <a:prstGeom prst="roundRect">
            <a:avLst>
              <a:gd name="adj" fmla="val 6150"/>
            </a:avLst>
          </a:prstGeom>
          <a:gradFill>
            <a:gsLst>
              <a:gs pos="0">
                <a:schemeClr val="accent1">
                  <a:lumMod val="40000"/>
                  <a:lumOff val="60000"/>
                </a:schemeClr>
              </a:gs>
              <a:gs pos="83000">
                <a:srgbClr val="FF0000"/>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600" b="1">
                <a:solidFill>
                  <a:prstClr val="white"/>
                </a:solidFill>
                <a:latin typeface="Calibri"/>
              </a:rPr>
              <a:t>API Gateway</a:t>
            </a:r>
          </a:p>
        </p:txBody>
      </p:sp>
      <p:cxnSp>
        <p:nvCxnSpPr>
          <p:cNvPr id="42" name="Straight Arrow Connector 41"/>
          <p:cNvCxnSpPr/>
          <p:nvPr/>
        </p:nvCxnSpPr>
        <p:spPr>
          <a:xfrm flipV="1">
            <a:off x="7109597" y="2849141"/>
            <a:ext cx="709175" cy="3086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Right Arrow 45"/>
          <p:cNvSpPr/>
          <p:nvPr/>
        </p:nvSpPr>
        <p:spPr>
          <a:xfrm>
            <a:off x="2533596" y="3448423"/>
            <a:ext cx="816091" cy="57606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GB" sz="2400">
              <a:solidFill>
                <a:prstClr val="white"/>
              </a:solidFill>
              <a:latin typeface="Calibri"/>
            </a:endParaRPr>
          </a:p>
        </p:txBody>
      </p:sp>
      <p:sp>
        <p:nvSpPr>
          <p:cNvPr id="47" name="Right Arrow 46"/>
          <p:cNvSpPr/>
          <p:nvPr/>
        </p:nvSpPr>
        <p:spPr>
          <a:xfrm>
            <a:off x="2698220" y="2665584"/>
            <a:ext cx="816091" cy="57606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GB" sz="2400">
              <a:solidFill>
                <a:prstClr val="white"/>
              </a:solidFill>
              <a:latin typeface="Calibri"/>
            </a:endParaRPr>
          </a:p>
        </p:txBody>
      </p:sp>
      <p:grpSp>
        <p:nvGrpSpPr>
          <p:cNvPr id="48" name="Group 47"/>
          <p:cNvGrpSpPr/>
          <p:nvPr/>
        </p:nvGrpSpPr>
        <p:grpSpPr>
          <a:xfrm>
            <a:off x="8832304" y="4331438"/>
            <a:ext cx="1440161" cy="916537"/>
            <a:chOff x="6120171" y="3831890"/>
            <a:chExt cx="1080121" cy="687403"/>
          </a:xfrm>
        </p:grpSpPr>
        <p:sp>
          <p:nvSpPr>
            <p:cNvPr id="49" name="Rounded Rectangle 48"/>
            <p:cNvSpPr/>
            <p:nvPr/>
          </p:nvSpPr>
          <p:spPr>
            <a:xfrm>
              <a:off x="6120171" y="3831890"/>
              <a:ext cx="1080121" cy="687403"/>
            </a:xfrm>
            <a:prstGeom prst="roundRect">
              <a:avLst/>
            </a:prstGeom>
            <a:gradFill>
              <a:gsLst>
                <a:gs pos="0">
                  <a:srgbClr val="00B050">
                    <a:alpha val="30000"/>
                  </a:srgbClr>
                </a:gs>
                <a:gs pos="100000">
                  <a:srgbClr val="92D050"/>
                </a:gs>
              </a:gsLst>
            </a:grad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b"/>
            <a:lstStyle/>
            <a:p>
              <a:pPr algn="ctr" defTabSz="609585">
                <a:defRPr/>
              </a:pPr>
              <a:r>
                <a:rPr lang="en-GB" sz="1400">
                  <a:solidFill>
                    <a:prstClr val="white"/>
                  </a:solidFill>
                  <a:latin typeface="Calibri"/>
                </a:rPr>
                <a:t>Component B</a:t>
              </a:r>
            </a:p>
          </p:txBody>
        </p:sp>
        <p:sp>
          <p:nvSpPr>
            <p:cNvPr id="50" name="Rectangle 49"/>
            <p:cNvSpPr/>
            <p:nvPr/>
          </p:nvSpPr>
          <p:spPr>
            <a:xfrm>
              <a:off x="6389078" y="4029195"/>
              <a:ext cx="396044" cy="2478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sp>
          <p:nvSpPr>
            <p:cNvPr id="51" name="Rectangle 50"/>
            <p:cNvSpPr/>
            <p:nvPr/>
          </p:nvSpPr>
          <p:spPr>
            <a:xfrm>
              <a:off x="6470649" y="3948545"/>
              <a:ext cx="396044" cy="2478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sp>
          <p:nvSpPr>
            <p:cNvPr id="52" name="Rectangle 51"/>
            <p:cNvSpPr/>
            <p:nvPr/>
          </p:nvSpPr>
          <p:spPr>
            <a:xfrm>
              <a:off x="6552220" y="3867894"/>
              <a:ext cx="396044" cy="2478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grpSp>
      <p:grpSp>
        <p:nvGrpSpPr>
          <p:cNvPr id="53" name="Group 52"/>
          <p:cNvGrpSpPr/>
          <p:nvPr/>
        </p:nvGrpSpPr>
        <p:grpSpPr>
          <a:xfrm>
            <a:off x="9504378" y="4038970"/>
            <a:ext cx="1440161" cy="916537"/>
            <a:chOff x="6120171" y="3831890"/>
            <a:chExt cx="1080121" cy="687403"/>
          </a:xfrm>
        </p:grpSpPr>
        <p:sp>
          <p:nvSpPr>
            <p:cNvPr id="54" name="Rounded Rectangle 53"/>
            <p:cNvSpPr/>
            <p:nvPr/>
          </p:nvSpPr>
          <p:spPr>
            <a:xfrm>
              <a:off x="6120171" y="3831890"/>
              <a:ext cx="1080121" cy="687403"/>
            </a:xfrm>
            <a:prstGeom prst="roundRect">
              <a:avLst/>
            </a:prstGeom>
            <a:gradFill>
              <a:gsLst>
                <a:gs pos="0">
                  <a:srgbClr val="00B050">
                    <a:alpha val="30000"/>
                  </a:srgbClr>
                </a:gs>
                <a:gs pos="100000">
                  <a:srgbClr val="92D050"/>
                </a:gs>
              </a:gsLst>
            </a:grad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b"/>
            <a:lstStyle/>
            <a:p>
              <a:pPr algn="ctr" defTabSz="609585">
                <a:defRPr/>
              </a:pPr>
              <a:r>
                <a:rPr lang="en-GB" sz="1400">
                  <a:solidFill>
                    <a:prstClr val="white"/>
                  </a:solidFill>
                  <a:latin typeface="Calibri"/>
                </a:rPr>
                <a:t>Component A</a:t>
              </a:r>
            </a:p>
          </p:txBody>
        </p:sp>
        <p:sp>
          <p:nvSpPr>
            <p:cNvPr id="55" name="Rectangle 54"/>
            <p:cNvSpPr/>
            <p:nvPr/>
          </p:nvSpPr>
          <p:spPr>
            <a:xfrm>
              <a:off x="6389078" y="4029195"/>
              <a:ext cx="396044" cy="2478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sp>
          <p:nvSpPr>
            <p:cNvPr id="56" name="Rectangle 55"/>
            <p:cNvSpPr/>
            <p:nvPr/>
          </p:nvSpPr>
          <p:spPr>
            <a:xfrm>
              <a:off x="6470649" y="3948545"/>
              <a:ext cx="396044" cy="2478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sp>
          <p:nvSpPr>
            <p:cNvPr id="57" name="Rectangle 56"/>
            <p:cNvSpPr/>
            <p:nvPr/>
          </p:nvSpPr>
          <p:spPr>
            <a:xfrm>
              <a:off x="6552220" y="3867894"/>
              <a:ext cx="396044" cy="2478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grpSp>
      <p:cxnSp>
        <p:nvCxnSpPr>
          <p:cNvPr id="58" name="Straight Arrow Connector 57"/>
          <p:cNvCxnSpPr>
            <a:cxnSpLocks/>
          </p:cNvCxnSpPr>
          <p:nvPr/>
        </p:nvCxnSpPr>
        <p:spPr>
          <a:xfrm flipV="1">
            <a:off x="7301087" y="2871080"/>
            <a:ext cx="1889759" cy="3705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flipV="1">
            <a:off x="7354691" y="2941871"/>
            <a:ext cx="3253811" cy="4666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a:off x="7354691" y="2658446"/>
            <a:ext cx="2408264" cy="12892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a:off x="7354691" y="2810283"/>
            <a:ext cx="1597796" cy="14861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p:cNvCxnSpPr/>
          <p:nvPr/>
        </p:nvCxnSpPr>
        <p:spPr>
          <a:xfrm>
            <a:off x="7313111" y="2903013"/>
            <a:ext cx="867123" cy="17338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p:cNvCxnSpPr/>
          <p:nvPr/>
        </p:nvCxnSpPr>
        <p:spPr>
          <a:xfrm>
            <a:off x="7276994" y="4759725"/>
            <a:ext cx="1150623" cy="2717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p:cNvCxnSpPr/>
          <p:nvPr/>
        </p:nvCxnSpPr>
        <p:spPr>
          <a:xfrm flipV="1">
            <a:off x="7301087" y="4553746"/>
            <a:ext cx="1422455" cy="125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p:cNvCxnSpPr/>
          <p:nvPr/>
        </p:nvCxnSpPr>
        <p:spPr>
          <a:xfrm flipV="1">
            <a:off x="7354691" y="4204663"/>
            <a:ext cx="2018423" cy="1973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31" name="TextBox 1030"/>
          <p:cNvSpPr txBox="1"/>
          <p:nvPr/>
        </p:nvSpPr>
        <p:spPr>
          <a:xfrm>
            <a:off x="294471" y="690359"/>
            <a:ext cx="11418155" cy="666977"/>
          </a:xfrm>
          <a:prstGeom prst="rect">
            <a:avLst/>
          </a:prstGeom>
          <a:noFill/>
        </p:spPr>
        <p:txBody>
          <a:bodyPr wrap="square" rtlCol="0">
            <a:spAutoFit/>
          </a:bodyPr>
          <a:lstStyle/>
          <a:p>
            <a:pPr defTabSz="609585">
              <a:defRPr/>
            </a:pPr>
            <a:r>
              <a:rPr lang="en-GB" sz="1867">
                <a:solidFill>
                  <a:srgbClr val="29313B"/>
                </a:solidFill>
                <a:latin typeface="Calibri"/>
              </a:rPr>
              <a:t>Proxy pattern allows for components that are not deployed in this K8s environment (e.g. for SaaS or non-containerised workloads).</a:t>
            </a:r>
          </a:p>
        </p:txBody>
      </p:sp>
      <p:grpSp>
        <p:nvGrpSpPr>
          <p:cNvPr id="61" name="Group 60"/>
          <p:cNvGrpSpPr/>
          <p:nvPr/>
        </p:nvGrpSpPr>
        <p:grpSpPr>
          <a:xfrm>
            <a:off x="10219005" y="3715934"/>
            <a:ext cx="1440161" cy="916537"/>
            <a:chOff x="6120171" y="3831890"/>
            <a:chExt cx="1080121" cy="687403"/>
          </a:xfrm>
        </p:grpSpPr>
        <p:sp>
          <p:nvSpPr>
            <p:cNvPr id="64" name="Rounded Rectangle 63"/>
            <p:cNvSpPr/>
            <p:nvPr/>
          </p:nvSpPr>
          <p:spPr>
            <a:xfrm>
              <a:off x="6120171" y="3831890"/>
              <a:ext cx="1080121" cy="687403"/>
            </a:xfrm>
            <a:prstGeom prst="roundRect">
              <a:avLst/>
            </a:prstGeom>
            <a:solidFill>
              <a:schemeClr val="accent6">
                <a:lumMod val="60000"/>
                <a:lumOff val="40000"/>
              </a:schemeClr>
            </a:solidFill>
            <a:ln>
              <a:solidFill>
                <a:schemeClr val="tx1"/>
              </a:solidFill>
              <a:prstDash val="dash"/>
            </a:ln>
          </p:spPr>
          <p:style>
            <a:lnRef idx="1">
              <a:schemeClr val="accent1"/>
            </a:lnRef>
            <a:fillRef idx="3">
              <a:schemeClr val="accent1"/>
            </a:fillRef>
            <a:effectRef idx="2">
              <a:schemeClr val="accent1"/>
            </a:effectRef>
            <a:fontRef idx="minor">
              <a:schemeClr val="lt1"/>
            </a:fontRef>
          </p:style>
          <p:txBody>
            <a:bodyPr rtlCol="0" anchor="b"/>
            <a:lstStyle/>
            <a:p>
              <a:pPr algn="ctr" defTabSz="609585">
                <a:defRPr/>
              </a:pPr>
              <a:r>
                <a:rPr lang="en-GB" sz="1400">
                  <a:solidFill>
                    <a:prstClr val="white"/>
                  </a:solidFill>
                  <a:latin typeface="Calibri"/>
                </a:rPr>
                <a:t>Proxy to D</a:t>
              </a:r>
            </a:p>
          </p:txBody>
        </p:sp>
        <p:sp>
          <p:nvSpPr>
            <p:cNvPr id="68" name="Rectangle 67"/>
            <p:cNvSpPr/>
            <p:nvPr/>
          </p:nvSpPr>
          <p:spPr>
            <a:xfrm>
              <a:off x="6483179" y="3970565"/>
              <a:ext cx="396044" cy="2478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r>
                <a:rPr lang="en-GB" sz="1333">
                  <a:solidFill>
                    <a:prstClr val="white"/>
                  </a:solidFill>
                  <a:latin typeface="Calibri"/>
                </a:rPr>
                <a:t>Pod</a:t>
              </a:r>
            </a:p>
          </p:txBody>
        </p:sp>
      </p:grpSp>
      <p:sp>
        <p:nvSpPr>
          <p:cNvPr id="70" name="Right Arrow 69"/>
          <p:cNvSpPr/>
          <p:nvPr/>
        </p:nvSpPr>
        <p:spPr>
          <a:xfrm>
            <a:off x="2159563" y="4974601"/>
            <a:ext cx="816091" cy="57606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GB" sz="2400">
              <a:solidFill>
                <a:prstClr val="white"/>
              </a:solidFill>
              <a:latin typeface="Calibri"/>
            </a:endParaRPr>
          </a:p>
        </p:txBody>
      </p:sp>
      <p:sp>
        <p:nvSpPr>
          <p:cNvPr id="75" name="Rounded Rectangle 74"/>
          <p:cNvSpPr/>
          <p:nvPr/>
        </p:nvSpPr>
        <p:spPr>
          <a:xfrm>
            <a:off x="5941221" y="5960281"/>
            <a:ext cx="4350923" cy="2045859"/>
          </a:xfrm>
          <a:prstGeom prst="roundRect">
            <a:avLst>
              <a:gd name="adj" fmla="val 6150"/>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t"/>
          <a:lstStyle/>
          <a:p>
            <a:pPr algn="ctr" defTabSz="609585">
              <a:defRPr/>
            </a:pPr>
            <a:r>
              <a:rPr lang="en-GB" sz="1600">
                <a:solidFill>
                  <a:srgbClr val="29313B"/>
                </a:solidFill>
                <a:latin typeface="Calibri"/>
              </a:rPr>
              <a:t>SaaS implementation</a:t>
            </a:r>
          </a:p>
        </p:txBody>
      </p:sp>
      <p:cxnSp>
        <p:nvCxnSpPr>
          <p:cNvPr id="20" name="Straight Arrow Connector 19"/>
          <p:cNvCxnSpPr/>
          <p:nvPr/>
        </p:nvCxnSpPr>
        <p:spPr>
          <a:xfrm flipH="1">
            <a:off x="9504378" y="4559507"/>
            <a:ext cx="1104124" cy="1535083"/>
          </a:xfrm>
          <a:prstGeom prst="straightConnector1">
            <a:avLst/>
          </a:prstGeom>
          <a:ln>
            <a:headEnd type="arrow" w="med" len="med"/>
            <a:tailEnd type="arrow" w="med" len="med"/>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id="{499D1A55-9B02-FF18-BB2D-36ABFDAD5258}"/>
              </a:ext>
            </a:extLst>
          </p:cNvPr>
          <p:cNvPicPr>
            <a:picLocks noChangeAspect="1"/>
          </p:cNvPicPr>
          <p:nvPr/>
        </p:nvPicPr>
        <p:blipFill>
          <a:blip r:embed="rId3"/>
          <a:stretch>
            <a:fillRect/>
          </a:stretch>
        </p:blipFill>
        <p:spPr>
          <a:xfrm>
            <a:off x="1150219" y="2580586"/>
            <a:ext cx="936353" cy="946234"/>
          </a:xfrm>
          <a:prstGeom prst="rect">
            <a:avLst/>
          </a:prstGeom>
        </p:spPr>
      </p:pic>
      <p:pic>
        <p:nvPicPr>
          <p:cNvPr id="24" name="Picture 23">
            <a:extLst>
              <a:ext uri="{FF2B5EF4-FFF2-40B4-BE49-F238E27FC236}">
                <a16:creationId xmlns:a16="http://schemas.microsoft.com/office/drawing/2014/main" id="{B24B9826-936D-7249-3FE0-838A4E1D0E24}"/>
              </a:ext>
            </a:extLst>
          </p:cNvPr>
          <p:cNvPicPr>
            <a:picLocks noChangeAspect="1"/>
          </p:cNvPicPr>
          <p:nvPr/>
        </p:nvPicPr>
        <p:blipFill>
          <a:blip r:embed="rId3"/>
          <a:stretch>
            <a:fillRect/>
          </a:stretch>
        </p:blipFill>
        <p:spPr>
          <a:xfrm>
            <a:off x="859689" y="3296046"/>
            <a:ext cx="936353" cy="946234"/>
          </a:xfrm>
          <a:prstGeom prst="rect">
            <a:avLst/>
          </a:prstGeom>
          <a:ln>
            <a:solidFill>
              <a:schemeClr val="bg1"/>
            </a:solidFill>
          </a:ln>
        </p:spPr>
      </p:pic>
      <p:pic>
        <p:nvPicPr>
          <p:cNvPr id="32" name="Picture 31">
            <a:extLst>
              <a:ext uri="{FF2B5EF4-FFF2-40B4-BE49-F238E27FC236}">
                <a16:creationId xmlns:a16="http://schemas.microsoft.com/office/drawing/2014/main" id="{584965BD-3AD1-6A6F-FDF7-0F16AE3F67A2}"/>
              </a:ext>
            </a:extLst>
          </p:cNvPr>
          <p:cNvPicPr>
            <a:picLocks noChangeAspect="1"/>
          </p:cNvPicPr>
          <p:nvPr/>
        </p:nvPicPr>
        <p:blipFill>
          <a:blip r:embed="rId3"/>
          <a:stretch>
            <a:fillRect/>
          </a:stretch>
        </p:blipFill>
        <p:spPr>
          <a:xfrm>
            <a:off x="569157" y="4011505"/>
            <a:ext cx="936353" cy="946234"/>
          </a:xfrm>
          <a:prstGeom prst="rect">
            <a:avLst/>
          </a:prstGeom>
          <a:ln>
            <a:solidFill>
              <a:schemeClr val="bg1"/>
            </a:solidFill>
          </a:ln>
        </p:spPr>
      </p:pic>
      <p:pic>
        <p:nvPicPr>
          <p:cNvPr id="33" name="Picture 2" descr="ODA explained: Tools for implementation and deployment">
            <a:extLst>
              <a:ext uri="{FF2B5EF4-FFF2-40B4-BE49-F238E27FC236}">
                <a16:creationId xmlns:a16="http://schemas.microsoft.com/office/drawing/2014/main" id="{2E79978A-9D75-5091-484D-90A58E743E7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a:fillRect/>
          </a:stretch>
        </p:blipFill>
        <p:spPr bwMode="auto">
          <a:xfrm>
            <a:off x="1529008" y="2221556"/>
            <a:ext cx="962798" cy="860527"/>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ODA explained: Tools for implementation and deployment">
            <a:extLst>
              <a:ext uri="{FF2B5EF4-FFF2-40B4-BE49-F238E27FC236}">
                <a16:creationId xmlns:a16="http://schemas.microsoft.com/office/drawing/2014/main" id="{148FF7C8-CC8C-DDFE-F4F1-B0742FE0B85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a:fillRect/>
          </a:stretch>
        </p:blipFill>
        <p:spPr bwMode="auto">
          <a:xfrm>
            <a:off x="1179284" y="2948940"/>
            <a:ext cx="962798" cy="860527"/>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ODA explained: Tools for implementation and deployment">
            <a:extLst>
              <a:ext uri="{FF2B5EF4-FFF2-40B4-BE49-F238E27FC236}">
                <a16:creationId xmlns:a16="http://schemas.microsoft.com/office/drawing/2014/main" id="{27A39811-E685-201E-83F3-ACCDC5B08D0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a:fillRect/>
          </a:stretch>
        </p:blipFill>
        <p:spPr bwMode="auto">
          <a:xfrm>
            <a:off x="869546" y="3700545"/>
            <a:ext cx="962798" cy="860527"/>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674773A7-BCB9-8EEF-9323-1CEA695B9CBF}"/>
              </a:ext>
            </a:extLst>
          </p:cNvPr>
          <p:cNvPicPr>
            <a:picLocks noChangeAspect="1"/>
          </p:cNvPicPr>
          <p:nvPr/>
        </p:nvPicPr>
        <p:blipFill>
          <a:blip r:embed="rId3"/>
          <a:stretch>
            <a:fillRect/>
          </a:stretch>
        </p:blipFill>
        <p:spPr>
          <a:xfrm>
            <a:off x="338117" y="4737146"/>
            <a:ext cx="936353" cy="946234"/>
          </a:xfrm>
          <a:prstGeom prst="rect">
            <a:avLst/>
          </a:prstGeom>
        </p:spPr>
      </p:pic>
      <p:pic>
        <p:nvPicPr>
          <p:cNvPr id="67" name="Picture 2" descr="ODA explained: Tools for implementation and deployment">
            <a:extLst>
              <a:ext uri="{FF2B5EF4-FFF2-40B4-BE49-F238E27FC236}">
                <a16:creationId xmlns:a16="http://schemas.microsoft.com/office/drawing/2014/main" id="{A62467B3-9F2D-CFFB-50FD-9FCFCCCDE5B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a:fillRect/>
          </a:stretch>
        </p:blipFill>
        <p:spPr bwMode="auto">
          <a:xfrm>
            <a:off x="621114" y="4504297"/>
            <a:ext cx="962798" cy="860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3572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a:p>
            <a:endParaRPr lang="en-GB"/>
          </a:p>
        </p:txBody>
      </p:sp>
      <p:sp>
        <p:nvSpPr>
          <p:cNvPr id="4" name="Rectangle 3">
            <a:extLst>
              <a:ext uri="{FF2B5EF4-FFF2-40B4-BE49-F238E27FC236}">
                <a16:creationId xmlns:a16="http://schemas.microsoft.com/office/drawing/2014/main" id="{9B7F5554-702D-4B1B-BE41-8B152AAB9442}"/>
              </a:ext>
            </a:extLst>
          </p:cNvPr>
          <p:cNvSpPr/>
          <p:nvPr/>
        </p:nvSpPr>
        <p:spPr>
          <a:xfrm>
            <a:off x="10048" y="2181138"/>
            <a:ext cx="12192000" cy="4676863"/>
          </a:xfrm>
          <a:prstGeom prst="rect">
            <a:avLst/>
          </a:prstGeom>
          <a:solidFill>
            <a:schemeClr val="bg1"/>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8467" tIns="8467" rIns="8467" bIns="8467" numCol="1" spcCol="1270" rtlCol="0" anchor="ctr" anchorCtr="0">
            <a:noAutofit/>
          </a:bodyPr>
          <a:lstStyle/>
          <a:p>
            <a:pPr algn="ctr" defTabSz="592652">
              <a:lnSpc>
                <a:spcPct val="90000"/>
              </a:lnSpc>
              <a:spcBef>
                <a:spcPct val="0"/>
              </a:spcBef>
              <a:spcAft>
                <a:spcPct val="35000"/>
              </a:spcAft>
            </a:pPr>
            <a:endParaRPr lang="en-GB" sz="1333" dirty="0">
              <a:solidFill>
                <a:srgbClr val="34342B"/>
              </a:solidFill>
              <a:latin typeface="Vodafone Rg" pitchFamily="34" charset="0"/>
            </a:endParaRPr>
          </a:p>
        </p:txBody>
      </p:sp>
      <p:pic>
        <p:nvPicPr>
          <p:cNvPr id="5" name="Picture 4">
            <a:extLst>
              <a:ext uri="{FF2B5EF4-FFF2-40B4-BE49-F238E27FC236}">
                <a16:creationId xmlns:a16="http://schemas.microsoft.com/office/drawing/2014/main" id="{BC966D56-5FF8-4F4F-B2F5-55487C21AD09}"/>
              </a:ext>
            </a:extLst>
          </p:cNvPr>
          <p:cNvPicPr>
            <a:picLocks noChangeAspect="1"/>
          </p:cNvPicPr>
          <p:nvPr/>
        </p:nvPicPr>
        <p:blipFill>
          <a:blip r:embed="rId2"/>
          <a:srcRect l="55630" t="35583" r="8660" b="38994"/>
          <a:stretch>
            <a:fillRect/>
          </a:stretch>
        </p:blipFill>
        <p:spPr>
          <a:xfrm>
            <a:off x="7634892" y="4084475"/>
            <a:ext cx="3277618" cy="1679726"/>
          </a:xfrm>
          <a:prstGeom prst="rect">
            <a:avLst/>
          </a:prstGeom>
        </p:spPr>
      </p:pic>
      <p:sp>
        <p:nvSpPr>
          <p:cNvPr id="9" name="Rectangle 8">
            <a:extLst>
              <a:ext uri="{FF2B5EF4-FFF2-40B4-BE49-F238E27FC236}">
                <a16:creationId xmlns:a16="http://schemas.microsoft.com/office/drawing/2014/main" id="{43B066FB-F28D-4878-80F3-C7A433846D0E}"/>
              </a:ext>
            </a:extLst>
          </p:cNvPr>
          <p:cNvSpPr/>
          <p:nvPr/>
        </p:nvSpPr>
        <p:spPr>
          <a:xfrm>
            <a:off x="4467559" y="1150993"/>
            <a:ext cx="136413" cy="255776"/>
          </a:xfrm>
          <a:prstGeom prst="rect">
            <a:avLst/>
          </a:prstGeom>
          <a:solidFill>
            <a:schemeClr val="bg1"/>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8467" tIns="8467" rIns="8467" bIns="8467" numCol="1" spcCol="1270" rtlCol="0" anchor="ctr" anchorCtr="0">
            <a:noAutofit/>
          </a:bodyPr>
          <a:lstStyle/>
          <a:p>
            <a:pPr algn="ctr" defTabSz="592652">
              <a:lnSpc>
                <a:spcPct val="90000"/>
              </a:lnSpc>
              <a:spcBef>
                <a:spcPct val="0"/>
              </a:spcBef>
              <a:spcAft>
                <a:spcPct val="35000"/>
              </a:spcAft>
            </a:pPr>
            <a:endParaRPr lang="en-GB" sz="1333">
              <a:solidFill>
                <a:srgbClr val="34342B"/>
              </a:solidFill>
              <a:latin typeface="Vodafone Rg" pitchFamily="34" charset="0"/>
            </a:endParaRPr>
          </a:p>
        </p:txBody>
      </p:sp>
      <p:sp>
        <p:nvSpPr>
          <p:cNvPr id="11" name="Rectangle 10">
            <a:extLst>
              <a:ext uri="{FF2B5EF4-FFF2-40B4-BE49-F238E27FC236}">
                <a16:creationId xmlns:a16="http://schemas.microsoft.com/office/drawing/2014/main" id="{05172715-4EC0-4234-A1D9-7C10B305F0BF}"/>
              </a:ext>
            </a:extLst>
          </p:cNvPr>
          <p:cNvSpPr/>
          <p:nvPr/>
        </p:nvSpPr>
        <p:spPr>
          <a:xfrm>
            <a:off x="572759" y="3690283"/>
            <a:ext cx="136413" cy="255776"/>
          </a:xfrm>
          <a:prstGeom prst="rect">
            <a:avLst/>
          </a:prstGeom>
          <a:solidFill>
            <a:schemeClr val="bg1"/>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8467" tIns="8467" rIns="8467" bIns="8467" numCol="1" spcCol="1270" rtlCol="0" anchor="ctr" anchorCtr="0">
            <a:noAutofit/>
          </a:bodyPr>
          <a:lstStyle/>
          <a:p>
            <a:pPr algn="ctr" defTabSz="592652">
              <a:lnSpc>
                <a:spcPct val="90000"/>
              </a:lnSpc>
              <a:spcBef>
                <a:spcPct val="0"/>
              </a:spcBef>
              <a:spcAft>
                <a:spcPct val="35000"/>
              </a:spcAft>
            </a:pPr>
            <a:endParaRPr lang="en-GB" sz="1333">
              <a:solidFill>
                <a:srgbClr val="34342B"/>
              </a:solidFill>
              <a:latin typeface="Vodafone Rg" pitchFamily="34" charset="0"/>
            </a:endParaRPr>
          </a:p>
        </p:txBody>
      </p:sp>
      <p:pic>
        <p:nvPicPr>
          <p:cNvPr id="7" name="Picture 6">
            <a:extLst>
              <a:ext uri="{FF2B5EF4-FFF2-40B4-BE49-F238E27FC236}">
                <a16:creationId xmlns:a16="http://schemas.microsoft.com/office/drawing/2014/main" id="{9C8629DC-F54F-4AC5-8F58-B1102C848D2A}"/>
              </a:ext>
            </a:extLst>
          </p:cNvPr>
          <p:cNvPicPr>
            <a:picLocks noChangeAspect="1"/>
          </p:cNvPicPr>
          <p:nvPr/>
        </p:nvPicPr>
        <p:blipFill>
          <a:blip r:embed="rId3"/>
          <a:stretch>
            <a:fillRect/>
          </a:stretch>
        </p:blipFill>
        <p:spPr>
          <a:xfrm>
            <a:off x="7505367" y="1307170"/>
            <a:ext cx="3815871" cy="2121830"/>
          </a:xfrm>
          <a:prstGeom prst="rect">
            <a:avLst/>
          </a:prstGeom>
        </p:spPr>
      </p:pic>
      <p:sp>
        <p:nvSpPr>
          <p:cNvPr id="3" name="Title 4">
            <a:extLst>
              <a:ext uri="{FF2B5EF4-FFF2-40B4-BE49-F238E27FC236}">
                <a16:creationId xmlns:a16="http://schemas.microsoft.com/office/drawing/2014/main" id="{076A3AB8-416E-F929-1091-98DA960A9FFB}"/>
              </a:ext>
            </a:extLst>
          </p:cNvPr>
          <p:cNvSpPr>
            <a:spLocks noGrp="1"/>
          </p:cNvSpPr>
          <p:nvPr>
            <p:ph type="title"/>
          </p:nvPr>
        </p:nvSpPr>
        <p:spPr>
          <a:xfrm>
            <a:off x="203200" y="136356"/>
            <a:ext cx="10261600" cy="312880"/>
          </a:xfrm>
        </p:spPr>
        <p:txBody>
          <a:bodyPr/>
          <a:lstStyle/>
          <a:p>
            <a:r>
              <a:rPr lang="en-GB" dirty="0"/>
              <a:t>Component Standard in two </a:t>
            </a:r>
            <a:r>
              <a:rPr lang="en-GB" dirty="0">
                <a:solidFill>
                  <a:schemeClr val="bg1">
                    <a:lumMod val="50000"/>
                  </a:schemeClr>
                </a:solidFill>
              </a:rPr>
              <a:t>layers | Lego Analogy</a:t>
            </a:r>
          </a:p>
        </p:txBody>
      </p:sp>
      <p:sp>
        <p:nvSpPr>
          <p:cNvPr id="6" name="TextBox 5">
            <a:extLst>
              <a:ext uri="{FF2B5EF4-FFF2-40B4-BE49-F238E27FC236}">
                <a16:creationId xmlns:a16="http://schemas.microsoft.com/office/drawing/2014/main" id="{AC024584-5F58-F5FC-23F3-7A9C7247BB73}"/>
              </a:ext>
            </a:extLst>
          </p:cNvPr>
          <p:cNvSpPr txBox="1"/>
          <p:nvPr/>
        </p:nvSpPr>
        <p:spPr>
          <a:xfrm>
            <a:off x="572759" y="4389735"/>
            <a:ext cx="6480244" cy="923330"/>
          </a:xfrm>
          <a:prstGeom prst="rect">
            <a:avLst/>
          </a:prstGeom>
          <a:noFill/>
        </p:spPr>
        <p:txBody>
          <a:bodyPr wrap="square" rtlCol="0">
            <a:spAutoFit/>
          </a:bodyPr>
          <a:lstStyle/>
          <a:p>
            <a:r>
              <a:rPr lang="en-GB" dirty="0"/>
              <a:t>Underlying design patterns and standards for a self-describing, modular software component  with security-as-code and management-as-code</a:t>
            </a:r>
          </a:p>
        </p:txBody>
      </p:sp>
      <p:sp>
        <p:nvSpPr>
          <p:cNvPr id="12" name="TextBox 11">
            <a:extLst>
              <a:ext uri="{FF2B5EF4-FFF2-40B4-BE49-F238E27FC236}">
                <a16:creationId xmlns:a16="http://schemas.microsoft.com/office/drawing/2014/main" id="{E018B42A-3034-794C-98E8-76D03C2FFE2B}"/>
              </a:ext>
            </a:extLst>
          </p:cNvPr>
          <p:cNvSpPr txBox="1"/>
          <p:nvPr/>
        </p:nvSpPr>
        <p:spPr>
          <a:xfrm>
            <a:off x="572759" y="1662655"/>
            <a:ext cx="6480244" cy="923330"/>
          </a:xfrm>
          <a:prstGeom prst="rect">
            <a:avLst/>
          </a:prstGeom>
          <a:noFill/>
        </p:spPr>
        <p:txBody>
          <a:bodyPr wrap="square" rtlCol="0">
            <a:spAutoFit/>
          </a:bodyPr>
          <a:lstStyle/>
          <a:p>
            <a:r>
              <a:rPr lang="en-GB" dirty="0"/>
              <a:t>Standard ‘golden’ components representing industry best-practice for decomposing Telco IT into modular building-blocks. Components available in </a:t>
            </a:r>
            <a:r>
              <a:rPr lang="pt-BR" dirty="0">
                <a:hlinkClick r:id="rId4"/>
              </a:rPr>
              <a:t>TM Forum - ODA Component Directory</a:t>
            </a:r>
            <a:endParaRPr lang="en-GB" dirty="0"/>
          </a:p>
        </p:txBody>
      </p:sp>
    </p:spTree>
    <p:extLst>
      <p:ext uri="{BB962C8B-B14F-4D97-AF65-F5344CB8AC3E}">
        <p14:creationId xmlns:p14="http://schemas.microsoft.com/office/powerpoint/2010/main" val="18406987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3CC12E-7AEF-E8A6-3E9B-63313DFCF636}"/>
              </a:ext>
            </a:extLst>
          </p:cNvPr>
          <p:cNvSpPr>
            <a:spLocks noGrp="1"/>
          </p:cNvSpPr>
          <p:nvPr>
            <p:ph type="body" sz="quarter" idx="13"/>
          </p:nvPr>
        </p:nvSpPr>
        <p:spPr/>
        <p:txBody>
          <a:bodyPr/>
          <a:lstStyle/>
          <a:p>
            <a:r>
              <a:rPr lang="en-US"/>
              <a:t>Composable IT with ODA</a:t>
            </a:r>
          </a:p>
        </p:txBody>
      </p:sp>
      <p:sp>
        <p:nvSpPr>
          <p:cNvPr id="3" name="Slide Number Placeholder 2">
            <a:extLst>
              <a:ext uri="{FF2B5EF4-FFF2-40B4-BE49-F238E27FC236}">
                <a16:creationId xmlns:a16="http://schemas.microsoft.com/office/drawing/2014/main" id="{C22FBF7C-5663-8490-A790-D9BC5B58A087}"/>
              </a:ext>
            </a:extLst>
          </p:cNvPr>
          <p:cNvSpPr>
            <a:spLocks noGrp="1"/>
          </p:cNvSpPr>
          <p:nvPr>
            <p:ph type="sldNum" sz="quarter" idx="4"/>
          </p:nvPr>
        </p:nvSpPr>
        <p:spPr/>
        <p:txBody>
          <a:bodyPr/>
          <a:lstStyle/>
          <a:p>
            <a:fld id="{7DD8F28C-E404-44CF-9F42-4614D03DA8C2}" type="slidenum">
              <a:rPr lang="en-GB" smtClean="0"/>
              <a:pPr/>
              <a:t>35</a:t>
            </a:fld>
            <a:endParaRPr lang="en-GB"/>
          </a:p>
        </p:txBody>
      </p:sp>
      <p:sp>
        <p:nvSpPr>
          <p:cNvPr id="4" name="Rectangle 3">
            <a:extLst>
              <a:ext uri="{FF2B5EF4-FFF2-40B4-BE49-F238E27FC236}">
                <a16:creationId xmlns:a16="http://schemas.microsoft.com/office/drawing/2014/main" id="{E201E1E2-3B68-127C-E6FC-6B14C9E5D87F}"/>
              </a:ext>
            </a:extLst>
          </p:cNvPr>
          <p:cNvSpPr/>
          <p:nvPr/>
        </p:nvSpPr>
        <p:spPr>
          <a:xfrm>
            <a:off x="205439" y="5281475"/>
            <a:ext cx="6024773" cy="14400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b="1">
                <a:solidFill>
                  <a:schemeClr val="tx1"/>
                </a:solidFill>
              </a:rPr>
              <a:t>IT Foundations &amp; Platform Services</a:t>
            </a:r>
          </a:p>
        </p:txBody>
      </p:sp>
      <p:sp>
        <p:nvSpPr>
          <p:cNvPr id="6" name="Rectangle 5">
            <a:extLst>
              <a:ext uri="{FF2B5EF4-FFF2-40B4-BE49-F238E27FC236}">
                <a16:creationId xmlns:a16="http://schemas.microsoft.com/office/drawing/2014/main" id="{AAA188DC-85BD-FC6D-25CB-09EA0FE8181D}"/>
              </a:ext>
            </a:extLst>
          </p:cNvPr>
          <p:cNvSpPr/>
          <p:nvPr/>
        </p:nvSpPr>
        <p:spPr>
          <a:xfrm>
            <a:off x="285226"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API Gateway</a:t>
            </a:r>
          </a:p>
        </p:txBody>
      </p:sp>
      <p:sp>
        <p:nvSpPr>
          <p:cNvPr id="7" name="Rectangle 6">
            <a:extLst>
              <a:ext uri="{FF2B5EF4-FFF2-40B4-BE49-F238E27FC236}">
                <a16:creationId xmlns:a16="http://schemas.microsoft.com/office/drawing/2014/main" id="{FD438016-6A66-96B9-F009-32C472894AF8}"/>
              </a:ext>
            </a:extLst>
          </p:cNvPr>
          <p:cNvSpPr/>
          <p:nvPr/>
        </p:nvSpPr>
        <p:spPr>
          <a:xfrm>
            <a:off x="1271941"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Service Mesh</a:t>
            </a:r>
          </a:p>
        </p:txBody>
      </p:sp>
      <p:sp>
        <p:nvSpPr>
          <p:cNvPr id="9" name="Rectangle 8">
            <a:extLst>
              <a:ext uri="{FF2B5EF4-FFF2-40B4-BE49-F238E27FC236}">
                <a16:creationId xmlns:a16="http://schemas.microsoft.com/office/drawing/2014/main" id="{9E36C6F6-4A48-3B08-8B27-71120554E070}"/>
              </a:ext>
            </a:extLst>
          </p:cNvPr>
          <p:cNvSpPr/>
          <p:nvPr/>
        </p:nvSpPr>
        <p:spPr>
          <a:xfrm>
            <a:off x="3245371"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Identity &amp; Access</a:t>
            </a:r>
          </a:p>
        </p:txBody>
      </p:sp>
      <p:sp>
        <p:nvSpPr>
          <p:cNvPr id="12" name="Rectangle 11">
            <a:extLst>
              <a:ext uri="{FF2B5EF4-FFF2-40B4-BE49-F238E27FC236}">
                <a16:creationId xmlns:a16="http://schemas.microsoft.com/office/drawing/2014/main" id="{20106AA0-4262-0362-309C-A41D10FDB1BA}"/>
              </a:ext>
            </a:extLst>
          </p:cNvPr>
          <p:cNvSpPr/>
          <p:nvPr/>
        </p:nvSpPr>
        <p:spPr>
          <a:xfrm>
            <a:off x="4232086"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t>
            </a:r>
          </a:p>
        </p:txBody>
      </p:sp>
      <p:sp>
        <p:nvSpPr>
          <p:cNvPr id="14" name="Rectangle 13">
            <a:extLst>
              <a:ext uri="{FF2B5EF4-FFF2-40B4-BE49-F238E27FC236}">
                <a16:creationId xmlns:a16="http://schemas.microsoft.com/office/drawing/2014/main" id="{E1879EA1-7283-44FD-51B9-A0A93705DB6F}"/>
              </a:ext>
            </a:extLst>
          </p:cNvPr>
          <p:cNvSpPr/>
          <p:nvPr/>
        </p:nvSpPr>
        <p:spPr>
          <a:xfrm>
            <a:off x="2258656"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Observability</a:t>
            </a:r>
          </a:p>
        </p:txBody>
      </p:sp>
      <p:sp>
        <p:nvSpPr>
          <p:cNvPr id="24" name="Rectangle 23">
            <a:extLst>
              <a:ext uri="{FF2B5EF4-FFF2-40B4-BE49-F238E27FC236}">
                <a16:creationId xmlns:a16="http://schemas.microsoft.com/office/drawing/2014/main" id="{9DD502D0-C44E-5FB6-F487-CC46479228C7}"/>
              </a:ext>
            </a:extLst>
          </p:cNvPr>
          <p:cNvSpPr/>
          <p:nvPr/>
        </p:nvSpPr>
        <p:spPr>
          <a:xfrm>
            <a:off x="5218802"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t>
            </a:r>
          </a:p>
        </p:txBody>
      </p:sp>
      <p:sp>
        <p:nvSpPr>
          <p:cNvPr id="31" name="TextBox 30">
            <a:extLst>
              <a:ext uri="{FF2B5EF4-FFF2-40B4-BE49-F238E27FC236}">
                <a16:creationId xmlns:a16="http://schemas.microsoft.com/office/drawing/2014/main" id="{A9C497E5-09D7-1773-2A02-D6F24DE48F65}"/>
              </a:ext>
            </a:extLst>
          </p:cNvPr>
          <p:cNvSpPr txBox="1"/>
          <p:nvPr/>
        </p:nvSpPr>
        <p:spPr>
          <a:xfrm>
            <a:off x="202416" y="6240908"/>
            <a:ext cx="3968112" cy="461665"/>
          </a:xfrm>
          <a:prstGeom prst="rect">
            <a:avLst/>
          </a:prstGeom>
          <a:noFill/>
        </p:spPr>
        <p:txBody>
          <a:bodyPr wrap="square" rtlCol="0">
            <a:spAutoFit/>
          </a:bodyPr>
          <a:lstStyle/>
          <a:p>
            <a:pPr marL="171450" indent="-171450">
              <a:buFont typeface="Arial" panose="020B0604020202020204" pitchFamily="34" charset="0"/>
              <a:buChar char="•"/>
            </a:pPr>
            <a:r>
              <a:rPr lang="en-US" sz="1200"/>
              <a:t>Opensource reference modules</a:t>
            </a:r>
          </a:p>
          <a:p>
            <a:pPr marL="171450" indent="-171450">
              <a:buFont typeface="Arial" panose="020B0604020202020204" pitchFamily="34" charset="0"/>
              <a:buChar char="•"/>
            </a:pPr>
            <a:r>
              <a:rPr lang="en-US" sz="1200"/>
              <a:t>Commercial modules from MSFT, GCP…</a:t>
            </a:r>
          </a:p>
        </p:txBody>
      </p:sp>
      <p:sp>
        <p:nvSpPr>
          <p:cNvPr id="11" name="Rectangle 10">
            <a:extLst>
              <a:ext uri="{FF2B5EF4-FFF2-40B4-BE49-F238E27FC236}">
                <a16:creationId xmlns:a16="http://schemas.microsoft.com/office/drawing/2014/main" id="{5F5392DA-8593-24DB-F86D-F05702264153}"/>
              </a:ext>
            </a:extLst>
          </p:cNvPr>
          <p:cNvSpPr/>
          <p:nvPr/>
        </p:nvSpPr>
        <p:spPr>
          <a:xfrm>
            <a:off x="205439" y="3766377"/>
            <a:ext cx="6024773" cy="14400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b="1">
                <a:solidFill>
                  <a:schemeClr val="tx1"/>
                </a:solidFill>
              </a:rPr>
              <a:t>ODA Canvas</a:t>
            </a:r>
            <a:endParaRPr lang="en-US" sz="1600">
              <a:solidFill>
                <a:schemeClr val="tx1"/>
              </a:solidFill>
            </a:endParaRPr>
          </a:p>
        </p:txBody>
      </p:sp>
      <p:sp>
        <p:nvSpPr>
          <p:cNvPr id="33" name="Rectangle 32">
            <a:extLst>
              <a:ext uri="{FF2B5EF4-FFF2-40B4-BE49-F238E27FC236}">
                <a16:creationId xmlns:a16="http://schemas.microsoft.com/office/drawing/2014/main" id="{8378E438-14F3-6FA8-2996-A4DC37255A30}"/>
              </a:ext>
            </a:extLst>
          </p:cNvPr>
          <p:cNvSpPr/>
          <p:nvPr/>
        </p:nvSpPr>
        <p:spPr>
          <a:xfrm>
            <a:off x="285226" y="4244330"/>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Component Management</a:t>
            </a:r>
          </a:p>
        </p:txBody>
      </p:sp>
      <p:sp>
        <p:nvSpPr>
          <p:cNvPr id="34" name="Rectangle 33">
            <a:extLst>
              <a:ext uri="{FF2B5EF4-FFF2-40B4-BE49-F238E27FC236}">
                <a16:creationId xmlns:a16="http://schemas.microsoft.com/office/drawing/2014/main" id="{8F382A22-1414-E2A9-A92F-D910E0BAF885}"/>
              </a:ext>
            </a:extLst>
          </p:cNvPr>
          <p:cNvSpPr/>
          <p:nvPr/>
        </p:nvSpPr>
        <p:spPr>
          <a:xfrm>
            <a:off x="1271941" y="4244330"/>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API Management</a:t>
            </a:r>
          </a:p>
        </p:txBody>
      </p:sp>
      <p:sp>
        <p:nvSpPr>
          <p:cNvPr id="35" name="Rectangle 34">
            <a:extLst>
              <a:ext uri="{FF2B5EF4-FFF2-40B4-BE49-F238E27FC236}">
                <a16:creationId xmlns:a16="http://schemas.microsoft.com/office/drawing/2014/main" id="{14A2FD37-9D8E-5580-EF0D-ABB9DCF9A143}"/>
              </a:ext>
            </a:extLst>
          </p:cNvPr>
          <p:cNvSpPr/>
          <p:nvPr/>
        </p:nvSpPr>
        <p:spPr>
          <a:xfrm>
            <a:off x="2258656" y="4244330"/>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Observability Management</a:t>
            </a:r>
          </a:p>
        </p:txBody>
      </p:sp>
      <p:sp>
        <p:nvSpPr>
          <p:cNvPr id="36" name="Rectangle 35">
            <a:extLst>
              <a:ext uri="{FF2B5EF4-FFF2-40B4-BE49-F238E27FC236}">
                <a16:creationId xmlns:a16="http://schemas.microsoft.com/office/drawing/2014/main" id="{E5CFD260-DFA6-6DB7-4C77-80543A1C9D50}"/>
              </a:ext>
            </a:extLst>
          </p:cNvPr>
          <p:cNvSpPr/>
          <p:nvPr/>
        </p:nvSpPr>
        <p:spPr>
          <a:xfrm>
            <a:off x="3245371" y="4244330"/>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solidFill>
                  <a:schemeClr val="bg1"/>
                </a:solidFill>
              </a:rPr>
              <a:t>Identity &amp; Credentials</a:t>
            </a:r>
            <a:endParaRPr lang="en-US" sz="1200"/>
          </a:p>
        </p:txBody>
      </p:sp>
      <p:sp>
        <p:nvSpPr>
          <p:cNvPr id="5" name="Rectangle 4">
            <a:extLst>
              <a:ext uri="{FF2B5EF4-FFF2-40B4-BE49-F238E27FC236}">
                <a16:creationId xmlns:a16="http://schemas.microsoft.com/office/drawing/2014/main" id="{4EE54F55-0B91-C256-B42E-10E4377259FE}"/>
              </a:ext>
            </a:extLst>
          </p:cNvPr>
          <p:cNvSpPr/>
          <p:nvPr/>
        </p:nvSpPr>
        <p:spPr>
          <a:xfrm>
            <a:off x="4232086" y="4244330"/>
            <a:ext cx="925157" cy="484094"/>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solidFill>
                  <a:schemeClr val="tx1"/>
                </a:solidFill>
              </a:rPr>
              <a:t>Cost Management</a:t>
            </a:r>
          </a:p>
        </p:txBody>
      </p:sp>
      <p:sp>
        <p:nvSpPr>
          <p:cNvPr id="8" name="Rectangle 7">
            <a:extLst>
              <a:ext uri="{FF2B5EF4-FFF2-40B4-BE49-F238E27FC236}">
                <a16:creationId xmlns:a16="http://schemas.microsoft.com/office/drawing/2014/main" id="{A8484637-A38A-1576-99E9-D616DD90FB6D}"/>
              </a:ext>
            </a:extLst>
          </p:cNvPr>
          <p:cNvSpPr/>
          <p:nvPr/>
        </p:nvSpPr>
        <p:spPr>
          <a:xfrm>
            <a:off x="5218802" y="4244330"/>
            <a:ext cx="925157" cy="484094"/>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solidFill>
                  <a:schemeClr val="tx1"/>
                </a:solidFill>
              </a:rPr>
              <a:t>Carbon Management</a:t>
            </a:r>
          </a:p>
        </p:txBody>
      </p:sp>
      <p:sp>
        <p:nvSpPr>
          <p:cNvPr id="25" name="Rectangle 24">
            <a:extLst>
              <a:ext uri="{FF2B5EF4-FFF2-40B4-BE49-F238E27FC236}">
                <a16:creationId xmlns:a16="http://schemas.microsoft.com/office/drawing/2014/main" id="{E6C01701-0468-E3A4-0F40-467044A906FA}"/>
              </a:ext>
            </a:extLst>
          </p:cNvPr>
          <p:cNvSpPr/>
          <p:nvPr/>
        </p:nvSpPr>
        <p:spPr>
          <a:xfrm>
            <a:off x="205440" y="2251279"/>
            <a:ext cx="6024772" cy="14400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b="1">
                <a:solidFill>
                  <a:schemeClr val="tx1"/>
                </a:solidFill>
              </a:rPr>
              <a:t>ODA Components	</a:t>
            </a:r>
          </a:p>
          <a:p>
            <a:endParaRPr lang="en-US" sz="1600">
              <a:solidFill>
                <a:schemeClr val="tx1"/>
              </a:solidFill>
            </a:endParaRPr>
          </a:p>
        </p:txBody>
      </p:sp>
      <p:sp>
        <p:nvSpPr>
          <p:cNvPr id="39" name="TextBox 38">
            <a:extLst>
              <a:ext uri="{FF2B5EF4-FFF2-40B4-BE49-F238E27FC236}">
                <a16:creationId xmlns:a16="http://schemas.microsoft.com/office/drawing/2014/main" id="{A8623008-DD5C-CC81-4296-1573DDBD6B7A}"/>
              </a:ext>
            </a:extLst>
          </p:cNvPr>
          <p:cNvSpPr txBox="1"/>
          <p:nvPr/>
        </p:nvSpPr>
        <p:spPr>
          <a:xfrm>
            <a:off x="202416" y="3414280"/>
            <a:ext cx="3698664" cy="276999"/>
          </a:xfrm>
          <a:prstGeom prst="rect">
            <a:avLst/>
          </a:prstGeom>
          <a:noFill/>
        </p:spPr>
        <p:txBody>
          <a:bodyPr wrap="square" rtlCol="0">
            <a:spAutoFit/>
          </a:bodyPr>
          <a:lstStyle/>
          <a:p>
            <a:r>
              <a:rPr lang="en-US" sz="1200"/>
              <a:t>Vendor members’ commercial products</a:t>
            </a:r>
          </a:p>
        </p:txBody>
      </p:sp>
      <p:sp>
        <p:nvSpPr>
          <p:cNvPr id="32" name="Rectangle 31">
            <a:extLst>
              <a:ext uri="{FF2B5EF4-FFF2-40B4-BE49-F238E27FC236}">
                <a16:creationId xmlns:a16="http://schemas.microsoft.com/office/drawing/2014/main" id="{C26E7C89-66BD-51B9-B123-7A8308B987C5}"/>
              </a:ext>
            </a:extLst>
          </p:cNvPr>
          <p:cNvSpPr/>
          <p:nvPr/>
        </p:nvSpPr>
        <p:spPr>
          <a:xfrm>
            <a:off x="205440" y="736181"/>
            <a:ext cx="6024772" cy="14400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b="1">
                <a:solidFill>
                  <a:schemeClr val="tx1"/>
                </a:solidFill>
              </a:rPr>
              <a:t>Use Cases</a:t>
            </a:r>
            <a:endParaRPr lang="en-US" sz="1600">
              <a:solidFill>
                <a:schemeClr val="tx1"/>
              </a:solidFill>
            </a:endParaRPr>
          </a:p>
        </p:txBody>
      </p:sp>
      <p:grpSp>
        <p:nvGrpSpPr>
          <p:cNvPr id="58" name="Group 57">
            <a:extLst>
              <a:ext uri="{FF2B5EF4-FFF2-40B4-BE49-F238E27FC236}">
                <a16:creationId xmlns:a16="http://schemas.microsoft.com/office/drawing/2014/main" id="{95C2ECF7-F7C1-7386-196C-C2065C30E03A}"/>
              </a:ext>
            </a:extLst>
          </p:cNvPr>
          <p:cNvGrpSpPr/>
          <p:nvPr/>
        </p:nvGrpSpPr>
        <p:grpSpPr>
          <a:xfrm>
            <a:off x="345750" y="2603842"/>
            <a:ext cx="4528088" cy="825544"/>
            <a:chOff x="2142383" y="2774751"/>
            <a:chExt cx="4528088" cy="825544"/>
          </a:xfrm>
        </p:grpSpPr>
        <p:pic>
          <p:nvPicPr>
            <p:cNvPr id="53" name="Picture 52">
              <a:extLst>
                <a:ext uri="{FF2B5EF4-FFF2-40B4-BE49-F238E27FC236}">
                  <a16:creationId xmlns:a16="http://schemas.microsoft.com/office/drawing/2014/main" id="{8F8E1E2B-005C-E47C-A21C-3EF906DC4975}"/>
                </a:ext>
              </a:extLst>
            </p:cNvPr>
            <p:cNvPicPr>
              <a:picLocks noChangeAspect="1"/>
            </p:cNvPicPr>
            <p:nvPr/>
          </p:nvPicPr>
          <p:blipFill>
            <a:blip r:embed="rId2"/>
            <a:stretch>
              <a:fillRect/>
            </a:stretch>
          </p:blipFill>
          <p:spPr>
            <a:xfrm>
              <a:off x="2142383" y="2774751"/>
              <a:ext cx="879890" cy="825544"/>
            </a:xfrm>
            <a:prstGeom prst="rect">
              <a:avLst/>
            </a:prstGeom>
          </p:spPr>
        </p:pic>
        <p:pic>
          <p:nvPicPr>
            <p:cNvPr id="54" name="Picture 53">
              <a:extLst>
                <a:ext uri="{FF2B5EF4-FFF2-40B4-BE49-F238E27FC236}">
                  <a16:creationId xmlns:a16="http://schemas.microsoft.com/office/drawing/2014/main" id="{8D3D3E53-3192-146A-CF51-F30E28EDD506}"/>
                </a:ext>
              </a:extLst>
            </p:cNvPr>
            <p:cNvPicPr>
              <a:picLocks noChangeAspect="1"/>
            </p:cNvPicPr>
            <p:nvPr/>
          </p:nvPicPr>
          <p:blipFill>
            <a:blip r:embed="rId2"/>
            <a:stretch>
              <a:fillRect/>
            </a:stretch>
          </p:blipFill>
          <p:spPr>
            <a:xfrm>
              <a:off x="3358449" y="2774751"/>
              <a:ext cx="879890" cy="825544"/>
            </a:xfrm>
            <a:prstGeom prst="rect">
              <a:avLst/>
            </a:prstGeom>
          </p:spPr>
        </p:pic>
        <p:pic>
          <p:nvPicPr>
            <p:cNvPr id="55" name="Picture 54">
              <a:extLst>
                <a:ext uri="{FF2B5EF4-FFF2-40B4-BE49-F238E27FC236}">
                  <a16:creationId xmlns:a16="http://schemas.microsoft.com/office/drawing/2014/main" id="{9D71727C-1CF8-2BFA-1110-5F51A4DCDAA1}"/>
                </a:ext>
              </a:extLst>
            </p:cNvPr>
            <p:cNvPicPr>
              <a:picLocks noChangeAspect="1"/>
            </p:cNvPicPr>
            <p:nvPr/>
          </p:nvPicPr>
          <p:blipFill>
            <a:blip r:embed="rId2"/>
            <a:stretch>
              <a:fillRect/>
            </a:stretch>
          </p:blipFill>
          <p:spPr>
            <a:xfrm>
              <a:off x="4574515" y="2774751"/>
              <a:ext cx="879890" cy="825544"/>
            </a:xfrm>
            <a:prstGeom prst="rect">
              <a:avLst/>
            </a:prstGeom>
          </p:spPr>
        </p:pic>
        <p:pic>
          <p:nvPicPr>
            <p:cNvPr id="56" name="Picture 55">
              <a:extLst>
                <a:ext uri="{FF2B5EF4-FFF2-40B4-BE49-F238E27FC236}">
                  <a16:creationId xmlns:a16="http://schemas.microsoft.com/office/drawing/2014/main" id="{81277D6B-1DC0-72CE-FF8F-0EACD291A575}"/>
                </a:ext>
              </a:extLst>
            </p:cNvPr>
            <p:cNvPicPr>
              <a:picLocks noChangeAspect="1"/>
            </p:cNvPicPr>
            <p:nvPr/>
          </p:nvPicPr>
          <p:blipFill>
            <a:blip r:embed="rId2"/>
            <a:stretch>
              <a:fillRect/>
            </a:stretch>
          </p:blipFill>
          <p:spPr>
            <a:xfrm>
              <a:off x="5790581" y="2774751"/>
              <a:ext cx="879890" cy="825544"/>
            </a:xfrm>
            <a:prstGeom prst="rect">
              <a:avLst/>
            </a:prstGeom>
          </p:spPr>
        </p:pic>
      </p:grpSp>
      <p:sp>
        <p:nvSpPr>
          <p:cNvPr id="13" name="TextBox 12">
            <a:extLst>
              <a:ext uri="{FF2B5EF4-FFF2-40B4-BE49-F238E27FC236}">
                <a16:creationId xmlns:a16="http://schemas.microsoft.com/office/drawing/2014/main" id="{8CE8B3B4-CC59-F2B2-0512-E7CF3625BE13}"/>
              </a:ext>
            </a:extLst>
          </p:cNvPr>
          <p:cNvSpPr txBox="1"/>
          <p:nvPr/>
        </p:nvSpPr>
        <p:spPr>
          <a:xfrm>
            <a:off x="4894791" y="2922296"/>
            <a:ext cx="943788" cy="276999"/>
          </a:xfrm>
          <a:prstGeom prst="rect">
            <a:avLst/>
          </a:prstGeom>
          <a:noFill/>
        </p:spPr>
        <p:txBody>
          <a:bodyPr wrap="square">
            <a:spAutoFit/>
          </a:bodyPr>
          <a:lstStyle/>
          <a:p>
            <a:r>
              <a:rPr lang="en-US" sz="1200"/>
              <a:t>Open APIs</a:t>
            </a:r>
          </a:p>
        </p:txBody>
      </p:sp>
      <p:sp>
        <p:nvSpPr>
          <p:cNvPr id="16" name="Freeform: Shape 15">
            <a:extLst>
              <a:ext uri="{FF2B5EF4-FFF2-40B4-BE49-F238E27FC236}">
                <a16:creationId xmlns:a16="http://schemas.microsoft.com/office/drawing/2014/main" id="{1CA54B31-477E-BB3C-9EDC-5DABCE2C4EA7}"/>
              </a:ext>
            </a:extLst>
          </p:cNvPr>
          <p:cNvSpPr/>
          <p:nvPr/>
        </p:nvSpPr>
        <p:spPr>
          <a:xfrm>
            <a:off x="4879491" y="2875480"/>
            <a:ext cx="277751" cy="93632"/>
          </a:xfrm>
          <a:custGeom>
            <a:avLst/>
            <a:gdLst>
              <a:gd name="connsiteX0" fmla="*/ 180340 w 180340"/>
              <a:gd name="connsiteY0" fmla="*/ 105734 h 105734"/>
              <a:gd name="connsiteX1" fmla="*/ 109220 w 180340"/>
              <a:gd name="connsiteY1" fmla="*/ 1594 h 105734"/>
              <a:gd name="connsiteX2" fmla="*/ 0 w 180340"/>
              <a:gd name="connsiteY2" fmla="*/ 52394 h 105734"/>
            </a:gdLst>
            <a:ahLst/>
            <a:cxnLst>
              <a:cxn ang="0">
                <a:pos x="connsiteX0" y="connsiteY0"/>
              </a:cxn>
              <a:cxn ang="0">
                <a:pos x="connsiteX1" y="connsiteY1"/>
              </a:cxn>
              <a:cxn ang="0">
                <a:pos x="connsiteX2" y="connsiteY2"/>
              </a:cxn>
            </a:cxnLst>
            <a:rect l="l" t="t" r="r" b="b"/>
            <a:pathLst>
              <a:path w="180340" h="105734">
                <a:moveTo>
                  <a:pt x="180340" y="105734"/>
                </a:moveTo>
                <a:cubicBezTo>
                  <a:pt x="159808" y="58109"/>
                  <a:pt x="139277" y="10484"/>
                  <a:pt x="109220" y="1594"/>
                </a:cubicBezTo>
                <a:cubicBezTo>
                  <a:pt x="79163" y="-7296"/>
                  <a:pt x="39581" y="22549"/>
                  <a:pt x="0" y="52394"/>
                </a:cubicBezTo>
              </a:path>
            </a:pathLst>
          </a:custGeom>
          <a:noFill/>
          <a:ln w="63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E8D9D99-755B-944A-EEC2-70F38A53BA09}"/>
              </a:ext>
            </a:extLst>
          </p:cNvPr>
          <p:cNvSpPr txBox="1"/>
          <p:nvPr/>
        </p:nvSpPr>
        <p:spPr>
          <a:xfrm>
            <a:off x="202415" y="4903999"/>
            <a:ext cx="6024772" cy="276999"/>
          </a:xfrm>
          <a:prstGeom prst="rect">
            <a:avLst/>
          </a:prstGeom>
          <a:noFill/>
        </p:spPr>
        <p:txBody>
          <a:bodyPr wrap="square" rIns="54000" rtlCol="0">
            <a:spAutoFit/>
          </a:bodyPr>
          <a:lstStyle/>
          <a:p>
            <a:r>
              <a:rPr lang="en-US" sz="1200"/>
              <a:t>Canvas Operators developed by the Innovation Hub Canvas project simplify IT Operations</a:t>
            </a:r>
          </a:p>
        </p:txBody>
      </p:sp>
      <p:sp>
        <p:nvSpPr>
          <p:cNvPr id="10" name="Rectangle 9">
            <a:extLst>
              <a:ext uri="{FF2B5EF4-FFF2-40B4-BE49-F238E27FC236}">
                <a16:creationId xmlns:a16="http://schemas.microsoft.com/office/drawing/2014/main" id="{F2A097A1-A502-E70F-712C-7F84DFF7F70D}"/>
              </a:ext>
            </a:extLst>
          </p:cNvPr>
          <p:cNvSpPr/>
          <p:nvPr/>
        </p:nvSpPr>
        <p:spPr>
          <a:xfrm>
            <a:off x="285226" y="1117312"/>
            <a:ext cx="925157" cy="484094"/>
          </a:xfrm>
          <a:prstGeom prst="rect">
            <a:avLst/>
          </a:prstGeom>
          <a:solidFill>
            <a:schemeClr val="accent3"/>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Order-to-fulfilment</a:t>
            </a:r>
          </a:p>
        </p:txBody>
      </p:sp>
      <p:sp>
        <p:nvSpPr>
          <p:cNvPr id="17" name="Rectangle 16">
            <a:extLst>
              <a:ext uri="{FF2B5EF4-FFF2-40B4-BE49-F238E27FC236}">
                <a16:creationId xmlns:a16="http://schemas.microsoft.com/office/drawing/2014/main" id="{0E1DF49B-175A-8616-3004-F4EE9423A6F1}"/>
              </a:ext>
            </a:extLst>
          </p:cNvPr>
          <p:cNvSpPr/>
          <p:nvPr/>
        </p:nvSpPr>
        <p:spPr>
          <a:xfrm>
            <a:off x="1271941" y="1117312"/>
            <a:ext cx="925157" cy="484094"/>
          </a:xfrm>
          <a:prstGeom prst="rect">
            <a:avLst/>
          </a:prstGeom>
          <a:solidFill>
            <a:schemeClr val="accent3"/>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Fault Management</a:t>
            </a:r>
          </a:p>
        </p:txBody>
      </p:sp>
      <p:sp>
        <p:nvSpPr>
          <p:cNvPr id="18" name="Rectangle 17">
            <a:extLst>
              <a:ext uri="{FF2B5EF4-FFF2-40B4-BE49-F238E27FC236}">
                <a16:creationId xmlns:a16="http://schemas.microsoft.com/office/drawing/2014/main" id="{183D7660-5579-4226-8B0C-04BD0CBF189A}"/>
              </a:ext>
            </a:extLst>
          </p:cNvPr>
          <p:cNvSpPr/>
          <p:nvPr/>
        </p:nvSpPr>
        <p:spPr>
          <a:xfrm>
            <a:off x="4232086" y="1117312"/>
            <a:ext cx="925157" cy="484094"/>
          </a:xfrm>
          <a:prstGeom prst="rect">
            <a:avLst/>
          </a:prstGeom>
          <a:solidFill>
            <a:schemeClr val="accent4"/>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Member case studies</a:t>
            </a:r>
          </a:p>
        </p:txBody>
      </p:sp>
      <p:sp>
        <p:nvSpPr>
          <p:cNvPr id="19" name="Rectangle 18">
            <a:extLst>
              <a:ext uri="{FF2B5EF4-FFF2-40B4-BE49-F238E27FC236}">
                <a16:creationId xmlns:a16="http://schemas.microsoft.com/office/drawing/2014/main" id="{A1A314AC-FE51-C4CE-B86A-E0B741D5A6B7}"/>
              </a:ext>
            </a:extLst>
          </p:cNvPr>
          <p:cNvSpPr/>
          <p:nvPr/>
        </p:nvSpPr>
        <p:spPr>
          <a:xfrm>
            <a:off x="2258656" y="1117312"/>
            <a:ext cx="925157" cy="484094"/>
          </a:xfrm>
          <a:prstGeom prst="rect">
            <a:avLst/>
          </a:prstGeom>
          <a:solidFill>
            <a:schemeClr val="accent5"/>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Spatial Web</a:t>
            </a:r>
          </a:p>
        </p:txBody>
      </p:sp>
      <p:sp>
        <p:nvSpPr>
          <p:cNvPr id="20" name="Rectangle 19">
            <a:extLst>
              <a:ext uri="{FF2B5EF4-FFF2-40B4-BE49-F238E27FC236}">
                <a16:creationId xmlns:a16="http://schemas.microsoft.com/office/drawing/2014/main" id="{36741C11-87EF-0728-230A-41AF3F8238DF}"/>
              </a:ext>
            </a:extLst>
          </p:cNvPr>
          <p:cNvSpPr/>
          <p:nvPr/>
        </p:nvSpPr>
        <p:spPr>
          <a:xfrm>
            <a:off x="3245371" y="1117312"/>
            <a:ext cx="925157" cy="484094"/>
          </a:xfrm>
          <a:prstGeom prst="rect">
            <a:avLst/>
          </a:prstGeom>
          <a:solidFill>
            <a:schemeClr val="accent5"/>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Satcom with an Edge…</a:t>
            </a:r>
          </a:p>
        </p:txBody>
      </p:sp>
      <p:sp>
        <p:nvSpPr>
          <p:cNvPr id="21" name="Rectangle 20">
            <a:extLst>
              <a:ext uri="{FF2B5EF4-FFF2-40B4-BE49-F238E27FC236}">
                <a16:creationId xmlns:a16="http://schemas.microsoft.com/office/drawing/2014/main" id="{B7B640EE-0D90-F279-4701-E538E33CF2E1}"/>
              </a:ext>
            </a:extLst>
          </p:cNvPr>
          <p:cNvSpPr/>
          <p:nvPr/>
        </p:nvSpPr>
        <p:spPr>
          <a:xfrm>
            <a:off x="5218802" y="1117312"/>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t>
            </a:r>
          </a:p>
        </p:txBody>
      </p:sp>
      <p:graphicFrame>
        <p:nvGraphicFramePr>
          <p:cNvPr id="22" name="Table 21">
            <a:extLst>
              <a:ext uri="{FF2B5EF4-FFF2-40B4-BE49-F238E27FC236}">
                <a16:creationId xmlns:a16="http://schemas.microsoft.com/office/drawing/2014/main" id="{0F82B526-9856-3A97-0E91-487BAFA8AED2}"/>
              </a:ext>
            </a:extLst>
          </p:cNvPr>
          <p:cNvGraphicFramePr>
            <a:graphicFrameLocks noGrp="1"/>
          </p:cNvGraphicFramePr>
          <p:nvPr/>
        </p:nvGraphicFramePr>
        <p:xfrm>
          <a:off x="285226" y="1666733"/>
          <a:ext cx="5858733" cy="457200"/>
        </p:xfrm>
        <a:graphic>
          <a:graphicData uri="http://schemas.openxmlformats.org/drawingml/2006/table">
            <a:tbl>
              <a:tblPr firstRow="1" bandRow="1">
                <a:tableStyleId>{5C22544A-7EE6-4342-B048-85BDC9FD1C3A}</a:tableStyleId>
              </a:tblPr>
              <a:tblGrid>
                <a:gridCol w="1952911">
                  <a:extLst>
                    <a:ext uri="{9D8B030D-6E8A-4147-A177-3AD203B41FA5}">
                      <a16:colId xmlns:a16="http://schemas.microsoft.com/office/drawing/2014/main" val="2786716471"/>
                    </a:ext>
                  </a:extLst>
                </a:gridCol>
                <a:gridCol w="1952911">
                  <a:extLst>
                    <a:ext uri="{9D8B030D-6E8A-4147-A177-3AD203B41FA5}">
                      <a16:colId xmlns:a16="http://schemas.microsoft.com/office/drawing/2014/main" val="4094683641"/>
                    </a:ext>
                  </a:extLst>
                </a:gridCol>
                <a:gridCol w="1952911">
                  <a:extLst>
                    <a:ext uri="{9D8B030D-6E8A-4147-A177-3AD203B41FA5}">
                      <a16:colId xmlns:a16="http://schemas.microsoft.com/office/drawing/2014/main" val="3819272036"/>
                    </a:ext>
                  </a:extLst>
                </a:gridCol>
              </a:tblGrid>
              <a:tr h="0">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IG1228 use case library &amp; AN High Value Scenarios…</a:t>
                      </a:r>
                    </a:p>
                  </a:txBody>
                  <a:tcPr anchor="ctr">
                    <a:lnL w="12700" cmpd="sng">
                      <a:noFill/>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Catalyst projects</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a:ln>
                            <a:noFill/>
                          </a:ln>
                          <a:solidFill>
                            <a:prstClr val="black"/>
                          </a:solidFill>
                          <a:effectLst/>
                          <a:uLnTx/>
                          <a:uFillTx/>
                          <a:latin typeface="+mn-lt"/>
                          <a:ea typeface="+mn-ea"/>
                          <a:cs typeface="+mn-cs"/>
                        </a:rPr>
                        <a:t>Real-world references</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88511558"/>
                  </a:ext>
                </a:extLst>
              </a:tr>
            </a:tbl>
          </a:graphicData>
        </a:graphic>
      </p:graphicFrame>
    </p:spTree>
    <p:extLst>
      <p:ext uri="{BB962C8B-B14F-4D97-AF65-F5344CB8AC3E}">
        <p14:creationId xmlns:p14="http://schemas.microsoft.com/office/powerpoint/2010/main" val="15657125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7AC0A-35F9-454F-3E82-A1C05D3345F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08BD82B-CF51-8438-E275-FF082B8A5491}"/>
              </a:ext>
            </a:extLst>
          </p:cNvPr>
          <p:cNvSpPr>
            <a:spLocks noGrp="1"/>
          </p:cNvSpPr>
          <p:nvPr>
            <p:ph type="body" sz="quarter" idx="13"/>
          </p:nvPr>
        </p:nvSpPr>
        <p:spPr/>
        <p:txBody>
          <a:bodyPr/>
          <a:lstStyle/>
          <a:p>
            <a:r>
              <a:rPr lang="en-US"/>
              <a:t>Composable AI with ‘Agentic ODA’</a:t>
            </a:r>
          </a:p>
        </p:txBody>
      </p:sp>
      <p:sp>
        <p:nvSpPr>
          <p:cNvPr id="3" name="Slide Number Placeholder 2">
            <a:extLst>
              <a:ext uri="{FF2B5EF4-FFF2-40B4-BE49-F238E27FC236}">
                <a16:creationId xmlns:a16="http://schemas.microsoft.com/office/drawing/2014/main" id="{5DA884E5-B09B-B22D-3E12-64F7CE83A820}"/>
              </a:ext>
            </a:extLst>
          </p:cNvPr>
          <p:cNvSpPr>
            <a:spLocks noGrp="1"/>
          </p:cNvSpPr>
          <p:nvPr>
            <p:ph type="sldNum" sz="quarter" idx="4"/>
          </p:nvPr>
        </p:nvSpPr>
        <p:spPr/>
        <p:txBody>
          <a:bodyPr/>
          <a:lstStyle/>
          <a:p>
            <a:fld id="{7DD8F28C-E404-44CF-9F42-4614D03DA8C2}" type="slidenum">
              <a:rPr lang="en-GB" smtClean="0"/>
              <a:pPr/>
              <a:t>36</a:t>
            </a:fld>
            <a:endParaRPr lang="en-GB"/>
          </a:p>
        </p:txBody>
      </p:sp>
      <p:sp>
        <p:nvSpPr>
          <p:cNvPr id="4" name="Rectangle 3">
            <a:extLst>
              <a:ext uri="{FF2B5EF4-FFF2-40B4-BE49-F238E27FC236}">
                <a16:creationId xmlns:a16="http://schemas.microsoft.com/office/drawing/2014/main" id="{E060FF0F-E678-6348-BE39-5F567C9267BB}"/>
              </a:ext>
            </a:extLst>
          </p:cNvPr>
          <p:cNvSpPr/>
          <p:nvPr/>
        </p:nvSpPr>
        <p:spPr>
          <a:xfrm>
            <a:off x="205438" y="5281475"/>
            <a:ext cx="6024773" cy="14400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b="1">
                <a:solidFill>
                  <a:schemeClr val="tx1"/>
                </a:solidFill>
              </a:rPr>
              <a:t>IT Foundations &amp; Platform Services</a:t>
            </a:r>
          </a:p>
          <a:p>
            <a:endParaRPr lang="en-US" sz="1600">
              <a:solidFill>
                <a:schemeClr val="tx1"/>
              </a:solidFill>
            </a:endParaRPr>
          </a:p>
        </p:txBody>
      </p:sp>
      <p:sp>
        <p:nvSpPr>
          <p:cNvPr id="6" name="Rectangle 5">
            <a:extLst>
              <a:ext uri="{FF2B5EF4-FFF2-40B4-BE49-F238E27FC236}">
                <a16:creationId xmlns:a16="http://schemas.microsoft.com/office/drawing/2014/main" id="{4DF09881-EF02-22BC-E9A7-E7D59AC2FA23}"/>
              </a:ext>
            </a:extLst>
          </p:cNvPr>
          <p:cNvSpPr/>
          <p:nvPr/>
        </p:nvSpPr>
        <p:spPr>
          <a:xfrm>
            <a:off x="285225"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API Gateway</a:t>
            </a:r>
          </a:p>
        </p:txBody>
      </p:sp>
      <p:sp>
        <p:nvSpPr>
          <p:cNvPr id="7" name="Rectangle 6">
            <a:extLst>
              <a:ext uri="{FF2B5EF4-FFF2-40B4-BE49-F238E27FC236}">
                <a16:creationId xmlns:a16="http://schemas.microsoft.com/office/drawing/2014/main" id="{1868A67F-BD37-E7EE-2C9A-3EA275A5CBA3}"/>
              </a:ext>
            </a:extLst>
          </p:cNvPr>
          <p:cNvSpPr/>
          <p:nvPr/>
        </p:nvSpPr>
        <p:spPr>
          <a:xfrm>
            <a:off x="1271940"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Service Mesh</a:t>
            </a:r>
          </a:p>
        </p:txBody>
      </p:sp>
      <p:sp>
        <p:nvSpPr>
          <p:cNvPr id="9" name="Rectangle 8">
            <a:extLst>
              <a:ext uri="{FF2B5EF4-FFF2-40B4-BE49-F238E27FC236}">
                <a16:creationId xmlns:a16="http://schemas.microsoft.com/office/drawing/2014/main" id="{AC53E057-9067-EEAE-B0E0-073ED2496FFC}"/>
              </a:ext>
            </a:extLst>
          </p:cNvPr>
          <p:cNvSpPr/>
          <p:nvPr/>
        </p:nvSpPr>
        <p:spPr>
          <a:xfrm>
            <a:off x="3245370"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Identity &amp; Access</a:t>
            </a:r>
          </a:p>
        </p:txBody>
      </p:sp>
      <p:sp>
        <p:nvSpPr>
          <p:cNvPr id="12" name="Rectangle 11">
            <a:extLst>
              <a:ext uri="{FF2B5EF4-FFF2-40B4-BE49-F238E27FC236}">
                <a16:creationId xmlns:a16="http://schemas.microsoft.com/office/drawing/2014/main" id="{C0023A11-8882-E3E8-01EF-9DBAEB7EB4FE}"/>
              </a:ext>
            </a:extLst>
          </p:cNvPr>
          <p:cNvSpPr/>
          <p:nvPr/>
        </p:nvSpPr>
        <p:spPr>
          <a:xfrm>
            <a:off x="4232085"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t>
            </a:r>
          </a:p>
        </p:txBody>
      </p:sp>
      <p:sp>
        <p:nvSpPr>
          <p:cNvPr id="14" name="Rectangle 13">
            <a:extLst>
              <a:ext uri="{FF2B5EF4-FFF2-40B4-BE49-F238E27FC236}">
                <a16:creationId xmlns:a16="http://schemas.microsoft.com/office/drawing/2014/main" id="{15FE81B7-01FC-BBB6-BEB6-CCDF29338EA2}"/>
              </a:ext>
            </a:extLst>
          </p:cNvPr>
          <p:cNvSpPr/>
          <p:nvPr/>
        </p:nvSpPr>
        <p:spPr>
          <a:xfrm>
            <a:off x="2258655"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Observability</a:t>
            </a:r>
          </a:p>
        </p:txBody>
      </p:sp>
      <p:sp>
        <p:nvSpPr>
          <p:cNvPr id="24" name="Rectangle 23">
            <a:extLst>
              <a:ext uri="{FF2B5EF4-FFF2-40B4-BE49-F238E27FC236}">
                <a16:creationId xmlns:a16="http://schemas.microsoft.com/office/drawing/2014/main" id="{264B61FD-21C7-8BEF-1412-E6F3B7F593D5}"/>
              </a:ext>
            </a:extLst>
          </p:cNvPr>
          <p:cNvSpPr/>
          <p:nvPr/>
        </p:nvSpPr>
        <p:spPr>
          <a:xfrm>
            <a:off x="5218801" y="5673364"/>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t>
            </a:r>
          </a:p>
        </p:txBody>
      </p:sp>
      <p:sp>
        <p:nvSpPr>
          <p:cNvPr id="31" name="TextBox 30">
            <a:extLst>
              <a:ext uri="{FF2B5EF4-FFF2-40B4-BE49-F238E27FC236}">
                <a16:creationId xmlns:a16="http://schemas.microsoft.com/office/drawing/2014/main" id="{EBA10E6A-0737-0D15-4A6D-71076619C98B}"/>
              </a:ext>
            </a:extLst>
          </p:cNvPr>
          <p:cNvSpPr txBox="1"/>
          <p:nvPr/>
        </p:nvSpPr>
        <p:spPr>
          <a:xfrm>
            <a:off x="202415" y="6240908"/>
            <a:ext cx="3968112" cy="461665"/>
          </a:xfrm>
          <a:prstGeom prst="rect">
            <a:avLst/>
          </a:prstGeom>
          <a:noFill/>
        </p:spPr>
        <p:txBody>
          <a:bodyPr wrap="square" rtlCol="0">
            <a:spAutoFit/>
          </a:bodyPr>
          <a:lstStyle/>
          <a:p>
            <a:pPr marL="171450" indent="-171450">
              <a:buFont typeface="Arial" panose="020B0604020202020204" pitchFamily="34" charset="0"/>
              <a:buChar char="•"/>
            </a:pPr>
            <a:r>
              <a:rPr lang="en-US" sz="1200"/>
              <a:t>Opensource reference modules</a:t>
            </a:r>
          </a:p>
          <a:p>
            <a:pPr marL="171450" indent="-171450">
              <a:buFont typeface="Arial" panose="020B0604020202020204" pitchFamily="34" charset="0"/>
              <a:buChar char="•"/>
            </a:pPr>
            <a:r>
              <a:rPr lang="en-US" sz="1200"/>
              <a:t>Commercial modules from MSFT, GCP…</a:t>
            </a:r>
          </a:p>
        </p:txBody>
      </p:sp>
      <p:sp>
        <p:nvSpPr>
          <p:cNvPr id="11" name="Rectangle 10">
            <a:extLst>
              <a:ext uri="{FF2B5EF4-FFF2-40B4-BE49-F238E27FC236}">
                <a16:creationId xmlns:a16="http://schemas.microsoft.com/office/drawing/2014/main" id="{9C420FA8-E44D-AD1B-3241-215F50A30277}"/>
              </a:ext>
            </a:extLst>
          </p:cNvPr>
          <p:cNvSpPr/>
          <p:nvPr/>
        </p:nvSpPr>
        <p:spPr>
          <a:xfrm>
            <a:off x="205438" y="3766377"/>
            <a:ext cx="10306864" cy="14400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tabLst>
                <a:tab pos="5830888" algn="l"/>
                <a:tab pos="6099175" algn="l"/>
              </a:tabLst>
            </a:pPr>
            <a:r>
              <a:rPr lang="en-US" sz="1600" b="1">
                <a:solidFill>
                  <a:schemeClr val="tx1"/>
                </a:solidFill>
              </a:rPr>
              <a:t>ODA </a:t>
            </a:r>
            <a:r>
              <a:rPr kumimoji="0" lang="en-US" sz="1600" b="1" i="0" u="none" strike="noStrike" kern="1200" cap="none" spc="0" normalizeH="0" baseline="0" noProof="0">
                <a:ln>
                  <a:noFill/>
                </a:ln>
                <a:solidFill>
                  <a:prstClr val="black"/>
                </a:solidFill>
                <a:effectLst/>
                <a:uLnTx/>
                <a:uFillTx/>
                <a:latin typeface="Aptos"/>
                <a:ea typeface="+mn-ea"/>
                <a:cs typeface="+mn-cs"/>
              </a:rPr>
              <a:t>Canvas 	→ 	AI Native Canvas</a:t>
            </a:r>
            <a:endParaRPr lang="en-US" sz="1600" b="1">
              <a:solidFill>
                <a:schemeClr val="tx1"/>
              </a:solidFill>
            </a:endParaRPr>
          </a:p>
          <a:p>
            <a:endParaRPr lang="en-US" sz="1600">
              <a:solidFill>
                <a:schemeClr val="tx1"/>
              </a:solidFill>
            </a:endParaRPr>
          </a:p>
        </p:txBody>
      </p:sp>
      <p:sp>
        <p:nvSpPr>
          <p:cNvPr id="33" name="Rectangle 32">
            <a:extLst>
              <a:ext uri="{FF2B5EF4-FFF2-40B4-BE49-F238E27FC236}">
                <a16:creationId xmlns:a16="http://schemas.microsoft.com/office/drawing/2014/main" id="{50DF6A2F-04F2-95C3-E6D7-9D0C5811834C}"/>
              </a:ext>
            </a:extLst>
          </p:cNvPr>
          <p:cNvSpPr/>
          <p:nvPr/>
        </p:nvSpPr>
        <p:spPr>
          <a:xfrm>
            <a:off x="285225" y="4244330"/>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Component Management</a:t>
            </a:r>
          </a:p>
        </p:txBody>
      </p:sp>
      <p:sp>
        <p:nvSpPr>
          <p:cNvPr id="34" name="Rectangle 33">
            <a:extLst>
              <a:ext uri="{FF2B5EF4-FFF2-40B4-BE49-F238E27FC236}">
                <a16:creationId xmlns:a16="http://schemas.microsoft.com/office/drawing/2014/main" id="{FF38885A-F50B-1620-D0ED-53811F5DBF54}"/>
              </a:ext>
            </a:extLst>
          </p:cNvPr>
          <p:cNvSpPr/>
          <p:nvPr/>
        </p:nvSpPr>
        <p:spPr>
          <a:xfrm>
            <a:off x="1271940" y="4244330"/>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API Management</a:t>
            </a:r>
          </a:p>
        </p:txBody>
      </p:sp>
      <p:sp>
        <p:nvSpPr>
          <p:cNvPr id="35" name="Rectangle 34">
            <a:extLst>
              <a:ext uri="{FF2B5EF4-FFF2-40B4-BE49-F238E27FC236}">
                <a16:creationId xmlns:a16="http://schemas.microsoft.com/office/drawing/2014/main" id="{9218E582-458F-34AD-64AF-A080B2394953}"/>
              </a:ext>
            </a:extLst>
          </p:cNvPr>
          <p:cNvSpPr/>
          <p:nvPr/>
        </p:nvSpPr>
        <p:spPr>
          <a:xfrm>
            <a:off x="2258655" y="4244330"/>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Observability Management</a:t>
            </a:r>
          </a:p>
        </p:txBody>
      </p:sp>
      <p:sp>
        <p:nvSpPr>
          <p:cNvPr id="36" name="Rectangle 35">
            <a:extLst>
              <a:ext uri="{FF2B5EF4-FFF2-40B4-BE49-F238E27FC236}">
                <a16:creationId xmlns:a16="http://schemas.microsoft.com/office/drawing/2014/main" id="{7718D2FF-6CF1-B3BD-C47B-40BD9C3DD77D}"/>
              </a:ext>
            </a:extLst>
          </p:cNvPr>
          <p:cNvSpPr/>
          <p:nvPr/>
        </p:nvSpPr>
        <p:spPr>
          <a:xfrm>
            <a:off x="3245370" y="4244330"/>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solidFill>
                  <a:schemeClr val="bg1"/>
                </a:solidFill>
              </a:rPr>
              <a:t>Identity &amp; Credentials</a:t>
            </a:r>
            <a:endParaRPr lang="en-US" sz="1200"/>
          </a:p>
        </p:txBody>
      </p:sp>
      <p:sp>
        <p:nvSpPr>
          <p:cNvPr id="5" name="Rectangle 4">
            <a:extLst>
              <a:ext uri="{FF2B5EF4-FFF2-40B4-BE49-F238E27FC236}">
                <a16:creationId xmlns:a16="http://schemas.microsoft.com/office/drawing/2014/main" id="{05516204-0708-1A5C-71DB-97E0E96C3414}"/>
              </a:ext>
            </a:extLst>
          </p:cNvPr>
          <p:cNvSpPr/>
          <p:nvPr/>
        </p:nvSpPr>
        <p:spPr>
          <a:xfrm>
            <a:off x="4232085" y="4244330"/>
            <a:ext cx="925157" cy="484094"/>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solidFill>
                  <a:schemeClr val="tx1"/>
                </a:solidFill>
              </a:rPr>
              <a:t>Cost Management</a:t>
            </a:r>
          </a:p>
        </p:txBody>
      </p:sp>
      <p:sp>
        <p:nvSpPr>
          <p:cNvPr id="8" name="Rectangle 7">
            <a:extLst>
              <a:ext uri="{FF2B5EF4-FFF2-40B4-BE49-F238E27FC236}">
                <a16:creationId xmlns:a16="http://schemas.microsoft.com/office/drawing/2014/main" id="{D1F68CB3-F0F4-6C94-34D2-7480A0651499}"/>
              </a:ext>
            </a:extLst>
          </p:cNvPr>
          <p:cNvSpPr/>
          <p:nvPr/>
        </p:nvSpPr>
        <p:spPr>
          <a:xfrm>
            <a:off x="5218801" y="4244330"/>
            <a:ext cx="925157" cy="484094"/>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solidFill>
                  <a:schemeClr val="tx1"/>
                </a:solidFill>
              </a:rPr>
              <a:t>Carbon Management</a:t>
            </a:r>
          </a:p>
        </p:txBody>
      </p:sp>
      <p:sp>
        <p:nvSpPr>
          <p:cNvPr id="25" name="Rectangle 24">
            <a:extLst>
              <a:ext uri="{FF2B5EF4-FFF2-40B4-BE49-F238E27FC236}">
                <a16:creationId xmlns:a16="http://schemas.microsoft.com/office/drawing/2014/main" id="{B9D3B0DD-0D30-903F-D81C-F53C6611C701}"/>
              </a:ext>
            </a:extLst>
          </p:cNvPr>
          <p:cNvSpPr/>
          <p:nvPr/>
        </p:nvSpPr>
        <p:spPr>
          <a:xfrm>
            <a:off x="205439" y="2251279"/>
            <a:ext cx="10306864" cy="14400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tabLst>
                <a:tab pos="6099175" algn="l"/>
              </a:tabLst>
            </a:pPr>
            <a:r>
              <a:rPr lang="en-US" sz="1600" b="1">
                <a:solidFill>
                  <a:schemeClr val="tx1"/>
                </a:solidFill>
              </a:rPr>
              <a:t>ODA Components	Agentic Components</a:t>
            </a:r>
          </a:p>
          <a:p>
            <a:endParaRPr lang="en-US" sz="1600">
              <a:solidFill>
                <a:schemeClr val="tx1"/>
              </a:solidFill>
            </a:endParaRPr>
          </a:p>
        </p:txBody>
      </p:sp>
      <p:sp>
        <p:nvSpPr>
          <p:cNvPr id="39" name="TextBox 38">
            <a:extLst>
              <a:ext uri="{FF2B5EF4-FFF2-40B4-BE49-F238E27FC236}">
                <a16:creationId xmlns:a16="http://schemas.microsoft.com/office/drawing/2014/main" id="{9EA43E4B-805E-9A3F-5B6E-1E226C2E513F}"/>
              </a:ext>
            </a:extLst>
          </p:cNvPr>
          <p:cNvSpPr txBox="1"/>
          <p:nvPr/>
        </p:nvSpPr>
        <p:spPr>
          <a:xfrm>
            <a:off x="202415" y="3414280"/>
            <a:ext cx="3698664" cy="276999"/>
          </a:xfrm>
          <a:prstGeom prst="rect">
            <a:avLst/>
          </a:prstGeom>
          <a:noFill/>
        </p:spPr>
        <p:txBody>
          <a:bodyPr wrap="square" rtlCol="0">
            <a:spAutoFit/>
          </a:bodyPr>
          <a:lstStyle/>
          <a:p>
            <a:r>
              <a:rPr lang="en-US" sz="1200"/>
              <a:t>Vendor members’ commercial products</a:t>
            </a:r>
          </a:p>
        </p:txBody>
      </p:sp>
      <p:sp>
        <p:nvSpPr>
          <p:cNvPr id="32" name="Rectangle 31">
            <a:extLst>
              <a:ext uri="{FF2B5EF4-FFF2-40B4-BE49-F238E27FC236}">
                <a16:creationId xmlns:a16="http://schemas.microsoft.com/office/drawing/2014/main" id="{52806596-61CA-2260-9F4E-962F25ABEE0B}"/>
              </a:ext>
            </a:extLst>
          </p:cNvPr>
          <p:cNvSpPr/>
          <p:nvPr/>
        </p:nvSpPr>
        <p:spPr>
          <a:xfrm>
            <a:off x="205439" y="736181"/>
            <a:ext cx="10306862" cy="14400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b="1">
                <a:solidFill>
                  <a:schemeClr val="tx1"/>
                </a:solidFill>
              </a:rPr>
              <a:t>Use Cases</a:t>
            </a:r>
            <a:endParaRPr lang="en-US" sz="1600">
              <a:solidFill>
                <a:schemeClr val="tx1"/>
              </a:solidFill>
            </a:endParaRPr>
          </a:p>
        </p:txBody>
      </p:sp>
      <p:grpSp>
        <p:nvGrpSpPr>
          <p:cNvPr id="58" name="Group 57">
            <a:extLst>
              <a:ext uri="{FF2B5EF4-FFF2-40B4-BE49-F238E27FC236}">
                <a16:creationId xmlns:a16="http://schemas.microsoft.com/office/drawing/2014/main" id="{5B88BF11-AF44-B2C0-7C73-16B14722AF0F}"/>
              </a:ext>
            </a:extLst>
          </p:cNvPr>
          <p:cNvGrpSpPr/>
          <p:nvPr/>
        </p:nvGrpSpPr>
        <p:grpSpPr>
          <a:xfrm>
            <a:off x="345749" y="2603842"/>
            <a:ext cx="4528088" cy="825544"/>
            <a:chOff x="2142383" y="2774751"/>
            <a:chExt cx="4528088" cy="825544"/>
          </a:xfrm>
        </p:grpSpPr>
        <p:pic>
          <p:nvPicPr>
            <p:cNvPr id="53" name="Picture 52">
              <a:extLst>
                <a:ext uri="{FF2B5EF4-FFF2-40B4-BE49-F238E27FC236}">
                  <a16:creationId xmlns:a16="http://schemas.microsoft.com/office/drawing/2014/main" id="{8DB6D0B5-17A3-2674-5901-93B62D0C56D5}"/>
                </a:ext>
              </a:extLst>
            </p:cNvPr>
            <p:cNvPicPr>
              <a:picLocks noChangeAspect="1"/>
            </p:cNvPicPr>
            <p:nvPr/>
          </p:nvPicPr>
          <p:blipFill>
            <a:blip r:embed="rId2"/>
            <a:stretch>
              <a:fillRect/>
            </a:stretch>
          </p:blipFill>
          <p:spPr>
            <a:xfrm>
              <a:off x="2142383" y="2774751"/>
              <a:ext cx="879890" cy="825544"/>
            </a:xfrm>
            <a:prstGeom prst="rect">
              <a:avLst/>
            </a:prstGeom>
          </p:spPr>
        </p:pic>
        <p:pic>
          <p:nvPicPr>
            <p:cNvPr id="54" name="Picture 53">
              <a:extLst>
                <a:ext uri="{FF2B5EF4-FFF2-40B4-BE49-F238E27FC236}">
                  <a16:creationId xmlns:a16="http://schemas.microsoft.com/office/drawing/2014/main" id="{66E16DCD-35D6-6EFC-FC15-2168B5EEEF96}"/>
                </a:ext>
              </a:extLst>
            </p:cNvPr>
            <p:cNvPicPr>
              <a:picLocks noChangeAspect="1"/>
            </p:cNvPicPr>
            <p:nvPr/>
          </p:nvPicPr>
          <p:blipFill>
            <a:blip r:embed="rId2"/>
            <a:stretch>
              <a:fillRect/>
            </a:stretch>
          </p:blipFill>
          <p:spPr>
            <a:xfrm>
              <a:off x="3358449" y="2774751"/>
              <a:ext cx="879890" cy="825544"/>
            </a:xfrm>
            <a:prstGeom prst="rect">
              <a:avLst/>
            </a:prstGeom>
          </p:spPr>
        </p:pic>
        <p:pic>
          <p:nvPicPr>
            <p:cNvPr id="55" name="Picture 54">
              <a:extLst>
                <a:ext uri="{FF2B5EF4-FFF2-40B4-BE49-F238E27FC236}">
                  <a16:creationId xmlns:a16="http://schemas.microsoft.com/office/drawing/2014/main" id="{31FB9A01-2B80-7EAB-8887-A07CF144EB24}"/>
                </a:ext>
              </a:extLst>
            </p:cNvPr>
            <p:cNvPicPr>
              <a:picLocks noChangeAspect="1"/>
            </p:cNvPicPr>
            <p:nvPr/>
          </p:nvPicPr>
          <p:blipFill>
            <a:blip r:embed="rId2"/>
            <a:stretch>
              <a:fillRect/>
            </a:stretch>
          </p:blipFill>
          <p:spPr>
            <a:xfrm>
              <a:off x="4574515" y="2774751"/>
              <a:ext cx="879890" cy="825544"/>
            </a:xfrm>
            <a:prstGeom prst="rect">
              <a:avLst/>
            </a:prstGeom>
          </p:spPr>
        </p:pic>
        <p:pic>
          <p:nvPicPr>
            <p:cNvPr id="56" name="Picture 55">
              <a:extLst>
                <a:ext uri="{FF2B5EF4-FFF2-40B4-BE49-F238E27FC236}">
                  <a16:creationId xmlns:a16="http://schemas.microsoft.com/office/drawing/2014/main" id="{F1662A6D-C3C3-3D52-5C8F-94F40D78131D}"/>
                </a:ext>
              </a:extLst>
            </p:cNvPr>
            <p:cNvPicPr>
              <a:picLocks noChangeAspect="1"/>
            </p:cNvPicPr>
            <p:nvPr/>
          </p:nvPicPr>
          <p:blipFill>
            <a:blip r:embed="rId2"/>
            <a:stretch>
              <a:fillRect/>
            </a:stretch>
          </p:blipFill>
          <p:spPr>
            <a:xfrm>
              <a:off x="5790581" y="2774751"/>
              <a:ext cx="879890" cy="825544"/>
            </a:xfrm>
            <a:prstGeom prst="rect">
              <a:avLst/>
            </a:prstGeom>
          </p:spPr>
        </p:pic>
      </p:grpSp>
      <p:sp>
        <p:nvSpPr>
          <p:cNvPr id="65" name="Rectangle 64">
            <a:extLst>
              <a:ext uri="{FF2B5EF4-FFF2-40B4-BE49-F238E27FC236}">
                <a16:creationId xmlns:a16="http://schemas.microsoft.com/office/drawing/2014/main" id="{D0037145-1494-8B59-428A-8F4A556A4C65}"/>
              </a:ext>
            </a:extLst>
          </p:cNvPr>
          <p:cNvSpPr/>
          <p:nvPr/>
        </p:nvSpPr>
        <p:spPr>
          <a:xfrm>
            <a:off x="6291769" y="5281475"/>
            <a:ext cx="4220533" cy="14400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b="1">
                <a:solidFill>
                  <a:schemeClr val="tx1"/>
                </a:solidFill>
              </a:rPr>
              <a:t>AI &amp; Data Foundations</a:t>
            </a:r>
          </a:p>
          <a:p>
            <a:endParaRPr lang="en-US" sz="1600">
              <a:solidFill>
                <a:schemeClr val="tx1"/>
              </a:solidFill>
            </a:endParaRPr>
          </a:p>
        </p:txBody>
      </p:sp>
      <p:grpSp>
        <p:nvGrpSpPr>
          <p:cNvPr id="70" name="Group 69">
            <a:extLst>
              <a:ext uri="{FF2B5EF4-FFF2-40B4-BE49-F238E27FC236}">
                <a16:creationId xmlns:a16="http://schemas.microsoft.com/office/drawing/2014/main" id="{ADA4C4A2-8C9F-12A1-7262-2CCE5B83ECA3}"/>
              </a:ext>
            </a:extLst>
          </p:cNvPr>
          <p:cNvGrpSpPr/>
          <p:nvPr/>
        </p:nvGrpSpPr>
        <p:grpSpPr>
          <a:xfrm>
            <a:off x="6459383" y="5673364"/>
            <a:ext cx="3885302" cy="484094"/>
            <a:chOff x="8192395" y="5812002"/>
            <a:chExt cx="3885302" cy="484094"/>
          </a:xfrm>
        </p:grpSpPr>
        <p:sp>
          <p:nvSpPr>
            <p:cNvPr id="66" name="Rectangle 65">
              <a:extLst>
                <a:ext uri="{FF2B5EF4-FFF2-40B4-BE49-F238E27FC236}">
                  <a16:creationId xmlns:a16="http://schemas.microsoft.com/office/drawing/2014/main" id="{BB422CF3-B07B-72F4-4FF0-682E12E61C54}"/>
                </a:ext>
              </a:extLst>
            </p:cNvPr>
            <p:cNvSpPr/>
            <p:nvPr/>
          </p:nvSpPr>
          <p:spPr>
            <a:xfrm>
              <a:off x="8192395" y="5812002"/>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AI Gateway</a:t>
              </a:r>
            </a:p>
          </p:txBody>
        </p:sp>
        <p:sp>
          <p:nvSpPr>
            <p:cNvPr id="67" name="Rectangle 66">
              <a:extLst>
                <a:ext uri="{FF2B5EF4-FFF2-40B4-BE49-F238E27FC236}">
                  <a16:creationId xmlns:a16="http://schemas.microsoft.com/office/drawing/2014/main" id="{A66174A8-A949-CC7A-06B8-FE0CB03D23F5}"/>
                </a:ext>
              </a:extLst>
            </p:cNvPr>
            <p:cNvSpPr/>
            <p:nvPr/>
          </p:nvSpPr>
          <p:spPr>
            <a:xfrm>
              <a:off x="9179110" y="5812002"/>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LLMs</a:t>
              </a:r>
            </a:p>
          </p:txBody>
        </p:sp>
        <p:sp>
          <p:nvSpPr>
            <p:cNvPr id="68" name="Rectangle 67">
              <a:extLst>
                <a:ext uri="{FF2B5EF4-FFF2-40B4-BE49-F238E27FC236}">
                  <a16:creationId xmlns:a16="http://schemas.microsoft.com/office/drawing/2014/main" id="{8B8E5392-1F92-BE62-5F7A-2FD727E6B811}"/>
                </a:ext>
              </a:extLst>
            </p:cNvPr>
            <p:cNvSpPr/>
            <p:nvPr/>
          </p:nvSpPr>
          <p:spPr>
            <a:xfrm>
              <a:off x="11152540" y="5812002"/>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t>
              </a:r>
            </a:p>
          </p:txBody>
        </p:sp>
        <p:sp>
          <p:nvSpPr>
            <p:cNvPr id="69" name="Rectangle 68">
              <a:extLst>
                <a:ext uri="{FF2B5EF4-FFF2-40B4-BE49-F238E27FC236}">
                  <a16:creationId xmlns:a16="http://schemas.microsoft.com/office/drawing/2014/main" id="{CAC6F2C7-8593-151D-D5F3-37F03BEE1F73}"/>
                </a:ext>
              </a:extLst>
            </p:cNvPr>
            <p:cNvSpPr/>
            <p:nvPr/>
          </p:nvSpPr>
          <p:spPr>
            <a:xfrm>
              <a:off x="10165825" y="5812002"/>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Data Products</a:t>
              </a:r>
            </a:p>
          </p:txBody>
        </p:sp>
      </p:grpSp>
      <p:grpSp>
        <p:nvGrpSpPr>
          <p:cNvPr id="19" name="Group 18">
            <a:extLst>
              <a:ext uri="{FF2B5EF4-FFF2-40B4-BE49-F238E27FC236}">
                <a16:creationId xmlns:a16="http://schemas.microsoft.com/office/drawing/2014/main" id="{AA0C3019-43EC-3904-DA52-8EE6D7CE97B5}"/>
              </a:ext>
            </a:extLst>
          </p:cNvPr>
          <p:cNvGrpSpPr/>
          <p:nvPr/>
        </p:nvGrpSpPr>
        <p:grpSpPr>
          <a:xfrm>
            <a:off x="6952741" y="4244330"/>
            <a:ext cx="2898588" cy="484094"/>
            <a:chOff x="7839384" y="4244330"/>
            <a:chExt cx="2898588" cy="484094"/>
          </a:xfrm>
        </p:grpSpPr>
        <p:sp>
          <p:nvSpPr>
            <p:cNvPr id="84" name="Rectangle 83">
              <a:extLst>
                <a:ext uri="{FF2B5EF4-FFF2-40B4-BE49-F238E27FC236}">
                  <a16:creationId xmlns:a16="http://schemas.microsoft.com/office/drawing/2014/main" id="{4A0484BA-498C-1499-4F54-798DF6C4CAB2}"/>
                </a:ext>
              </a:extLst>
            </p:cNvPr>
            <p:cNvSpPr/>
            <p:nvPr/>
          </p:nvSpPr>
          <p:spPr>
            <a:xfrm>
              <a:off x="7839384" y="4244330"/>
              <a:ext cx="925157" cy="484094"/>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solidFill>
                    <a:schemeClr val="tx1"/>
                  </a:solidFill>
                </a:rPr>
                <a:t>Interaction Security</a:t>
              </a:r>
            </a:p>
          </p:txBody>
        </p:sp>
        <p:sp>
          <p:nvSpPr>
            <p:cNvPr id="85" name="Rectangle 84">
              <a:extLst>
                <a:ext uri="{FF2B5EF4-FFF2-40B4-BE49-F238E27FC236}">
                  <a16:creationId xmlns:a16="http://schemas.microsoft.com/office/drawing/2014/main" id="{A09D73EE-3914-EFDA-1E7F-2006CA36B2E6}"/>
                </a:ext>
              </a:extLst>
            </p:cNvPr>
            <p:cNvSpPr/>
            <p:nvPr/>
          </p:nvSpPr>
          <p:spPr>
            <a:xfrm>
              <a:off x="8826099" y="4244330"/>
              <a:ext cx="925157" cy="484094"/>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solidFill>
                    <a:schemeClr val="tx1"/>
                  </a:solidFill>
                </a:rPr>
                <a:t>Model Operator</a:t>
              </a:r>
            </a:p>
          </p:txBody>
        </p:sp>
        <p:sp>
          <p:nvSpPr>
            <p:cNvPr id="86" name="Rectangle 85">
              <a:extLst>
                <a:ext uri="{FF2B5EF4-FFF2-40B4-BE49-F238E27FC236}">
                  <a16:creationId xmlns:a16="http://schemas.microsoft.com/office/drawing/2014/main" id="{63FF00E4-6FCB-05E5-DAAD-6F4C27716F16}"/>
                </a:ext>
              </a:extLst>
            </p:cNvPr>
            <p:cNvSpPr/>
            <p:nvPr/>
          </p:nvSpPr>
          <p:spPr>
            <a:xfrm>
              <a:off x="9812815" y="4244330"/>
              <a:ext cx="925157" cy="484094"/>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solidFill>
                    <a:schemeClr val="tx1"/>
                  </a:solidFill>
                </a:rPr>
                <a:t>Data Operator</a:t>
              </a:r>
            </a:p>
          </p:txBody>
        </p:sp>
      </p:grpSp>
      <p:sp>
        <p:nvSpPr>
          <p:cNvPr id="13" name="TextBox 12">
            <a:extLst>
              <a:ext uri="{FF2B5EF4-FFF2-40B4-BE49-F238E27FC236}">
                <a16:creationId xmlns:a16="http://schemas.microsoft.com/office/drawing/2014/main" id="{B98BF230-19A1-0974-4E4C-8CE74864C89A}"/>
              </a:ext>
            </a:extLst>
          </p:cNvPr>
          <p:cNvSpPr txBox="1"/>
          <p:nvPr/>
        </p:nvSpPr>
        <p:spPr>
          <a:xfrm>
            <a:off x="4894790" y="2922296"/>
            <a:ext cx="943788" cy="276999"/>
          </a:xfrm>
          <a:prstGeom prst="rect">
            <a:avLst/>
          </a:prstGeom>
          <a:noFill/>
        </p:spPr>
        <p:txBody>
          <a:bodyPr wrap="square">
            <a:spAutoFit/>
          </a:bodyPr>
          <a:lstStyle/>
          <a:p>
            <a:r>
              <a:rPr lang="en-US" sz="1200"/>
              <a:t>Open APIs</a:t>
            </a:r>
          </a:p>
        </p:txBody>
      </p:sp>
      <p:sp>
        <p:nvSpPr>
          <p:cNvPr id="16" name="Freeform: Shape 15">
            <a:extLst>
              <a:ext uri="{FF2B5EF4-FFF2-40B4-BE49-F238E27FC236}">
                <a16:creationId xmlns:a16="http://schemas.microsoft.com/office/drawing/2014/main" id="{4ACB0C01-F8AF-0482-4E78-72E74D6AAA6F}"/>
              </a:ext>
            </a:extLst>
          </p:cNvPr>
          <p:cNvSpPr/>
          <p:nvPr/>
        </p:nvSpPr>
        <p:spPr>
          <a:xfrm>
            <a:off x="4879490" y="2875480"/>
            <a:ext cx="277751" cy="93632"/>
          </a:xfrm>
          <a:custGeom>
            <a:avLst/>
            <a:gdLst>
              <a:gd name="connsiteX0" fmla="*/ 180340 w 180340"/>
              <a:gd name="connsiteY0" fmla="*/ 105734 h 105734"/>
              <a:gd name="connsiteX1" fmla="*/ 109220 w 180340"/>
              <a:gd name="connsiteY1" fmla="*/ 1594 h 105734"/>
              <a:gd name="connsiteX2" fmla="*/ 0 w 180340"/>
              <a:gd name="connsiteY2" fmla="*/ 52394 h 105734"/>
            </a:gdLst>
            <a:ahLst/>
            <a:cxnLst>
              <a:cxn ang="0">
                <a:pos x="connsiteX0" y="connsiteY0"/>
              </a:cxn>
              <a:cxn ang="0">
                <a:pos x="connsiteX1" y="connsiteY1"/>
              </a:cxn>
              <a:cxn ang="0">
                <a:pos x="connsiteX2" y="connsiteY2"/>
              </a:cxn>
            </a:cxnLst>
            <a:rect l="l" t="t" r="r" b="b"/>
            <a:pathLst>
              <a:path w="180340" h="105734">
                <a:moveTo>
                  <a:pt x="180340" y="105734"/>
                </a:moveTo>
                <a:cubicBezTo>
                  <a:pt x="159808" y="58109"/>
                  <a:pt x="139277" y="10484"/>
                  <a:pt x="109220" y="1594"/>
                </a:cubicBezTo>
                <a:cubicBezTo>
                  <a:pt x="79163" y="-7296"/>
                  <a:pt x="39581" y="22549"/>
                  <a:pt x="0" y="52394"/>
                </a:cubicBezTo>
              </a:path>
            </a:pathLst>
          </a:custGeom>
          <a:noFill/>
          <a:ln w="63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EAEFF4A-5530-0476-FA0F-6F996A66854D}"/>
              </a:ext>
            </a:extLst>
          </p:cNvPr>
          <p:cNvSpPr txBox="1"/>
          <p:nvPr/>
        </p:nvSpPr>
        <p:spPr>
          <a:xfrm>
            <a:off x="6371556" y="6240908"/>
            <a:ext cx="4220532" cy="461665"/>
          </a:xfrm>
          <a:prstGeom prst="rect">
            <a:avLst/>
          </a:prstGeom>
          <a:noFill/>
        </p:spPr>
        <p:txBody>
          <a:bodyPr wrap="square" rtlCol="0">
            <a:spAutoFit/>
          </a:bodyPr>
          <a:lstStyle/>
          <a:p>
            <a:pPr marL="171450" indent="-171450">
              <a:buFont typeface="Arial" panose="020B0604020202020204" pitchFamily="34" charset="0"/>
              <a:buChar char="•"/>
            </a:pPr>
            <a:r>
              <a:rPr lang="en-US" sz="1200"/>
              <a:t>Agent lifecycle mgt, guardrail enforcement, orchestration</a:t>
            </a:r>
          </a:p>
          <a:p>
            <a:pPr marL="171450" indent="-171450">
              <a:buFont typeface="Arial" panose="020B0604020202020204" pitchFamily="34" charset="0"/>
              <a:buChar char="•"/>
            </a:pPr>
            <a:r>
              <a:rPr lang="en-US" sz="1200"/>
              <a:t>Reference build by Project ONE∞ Sandbox(es)</a:t>
            </a:r>
          </a:p>
        </p:txBody>
      </p:sp>
      <p:sp>
        <p:nvSpPr>
          <p:cNvPr id="20" name="TextBox 19">
            <a:extLst>
              <a:ext uri="{FF2B5EF4-FFF2-40B4-BE49-F238E27FC236}">
                <a16:creationId xmlns:a16="http://schemas.microsoft.com/office/drawing/2014/main" id="{0F69846B-8D86-DFC8-E6A4-10CE194E4D7F}"/>
              </a:ext>
            </a:extLst>
          </p:cNvPr>
          <p:cNvSpPr txBox="1"/>
          <p:nvPr/>
        </p:nvSpPr>
        <p:spPr>
          <a:xfrm>
            <a:off x="6288744" y="4903999"/>
            <a:ext cx="4207901" cy="276999"/>
          </a:xfrm>
          <a:prstGeom prst="rect">
            <a:avLst/>
          </a:prstGeom>
          <a:noFill/>
        </p:spPr>
        <p:txBody>
          <a:bodyPr wrap="square" rtlCol="0">
            <a:spAutoFit/>
          </a:bodyPr>
          <a:lstStyle/>
          <a:p>
            <a:pPr algn="ctr"/>
            <a:r>
              <a:rPr lang="en-US" sz="1200"/>
              <a:t>New Canvas Operators for AI &amp; Data services simplify AIOps</a:t>
            </a:r>
          </a:p>
        </p:txBody>
      </p:sp>
      <p:grpSp>
        <p:nvGrpSpPr>
          <p:cNvPr id="30" name="Group 29">
            <a:extLst>
              <a:ext uri="{FF2B5EF4-FFF2-40B4-BE49-F238E27FC236}">
                <a16:creationId xmlns:a16="http://schemas.microsoft.com/office/drawing/2014/main" id="{AEBF0350-4EC1-B5E9-7F1B-4DE444CF2585}"/>
              </a:ext>
            </a:extLst>
          </p:cNvPr>
          <p:cNvGrpSpPr/>
          <p:nvPr/>
        </p:nvGrpSpPr>
        <p:grpSpPr>
          <a:xfrm>
            <a:off x="6480240" y="2603842"/>
            <a:ext cx="4016406" cy="825544"/>
            <a:chOff x="7335686" y="2603842"/>
            <a:chExt cx="4016406" cy="825544"/>
          </a:xfrm>
        </p:grpSpPr>
        <p:grpSp>
          <p:nvGrpSpPr>
            <p:cNvPr id="21" name="Group 20">
              <a:extLst>
                <a:ext uri="{FF2B5EF4-FFF2-40B4-BE49-F238E27FC236}">
                  <a16:creationId xmlns:a16="http://schemas.microsoft.com/office/drawing/2014/main" id="{287513DB-2FE6-8CD6-3B38-6179771977DD}"/>
                </a:ext>
              </a:extLst>
            </p:cNvPr>
            <p:cNvGrpSpPr/>
            <p:nvPr/>
          </p:nvGrpSpPr>
          <p:grpSpPr>
            <a:xfrm>
              <a:off x="7335686" y="2603842"/>
              <a:ext cx="2761934" cy="825544"/>
              <a:chOff x="7991903" y="2793021"/>
              <a:chExt cx="2761934" cy="825544"/>
            </a:xfrm>
          </p:grpSpPr>
          <p:pic>
            <p:nvPicPr>
              <p:cNvPr id="72" name="Picture 71">
                <a:extLst>
                  <a:ext uri="{FF2B5EF4-FFF2-40B4-BE49-F238E27FC236}">
                    <a16:creationId xmlns:a16="http://schemas.microsoft.com/office/drawing/2014/main" id="{B2D9711A-ED51-E5C0-B219-9B56F9FE6379}"/>
                  </a:ext>
                </a:extLst>
              </p:cNvPr>
              <p:cNvPicPr>
                <a:picLocks noChangeAspect="1"/>
              </p:cNvPicPr>
              <p:nvPr/>
            </p:nvPicPr>
            <p:blipFill>
              <a:blip r:embed="rId3"/>
              <a:stretch>
                <a:fillRect/>
              </a:stretch>
            </p:blipFill>
            <p:spPr>
              <a:xfrm>
                <a:off x="7991903" y="2793021"/>
                <a:ext cx="879890" cy="825544"/>
              </a:xfrm>
              <a:prstGeom prst="rect">
                <a:avLst/>
              </a:prstGeom>
            </p:spPr>
          </p:pic>
          <p:pic>
            <p:nvPicPr>
              <p:cNvPr id="79" name="Picture 78">
                <a:extLst>
                  <a:ext uri="{FF2B5EF4-FFF2-40B4-BE49-F238E27FC236}">
                    <a16:creationId xmlns:a16="http://schemas.microsoft.com/office/drawing/2014/main" id="{A073ACBD-7089-593C-C2E8-BDC6A6889C79}"/>
                  </a:ext>
                </a:extLst>
              </p:cNvPr>
              <p:cNvPicPr>
                <a:picLocks noChangeAspect="1"/>
              </p:cNvPicPr>
              <p:nvPr/>
            </p:nvPicPr>
            <p:blipFill>
              <a:blip r:embed="rId3"/>
              <a:stretch>
                <a:fillRect/>
              </a:stretch>
            </p:blipFill>
            <p:spPr>
              <a:xfrm>
                <a:off x="8932925" y="2793021"/>
                <a:ext cx="879890" cy="825544"/>
              </a:xfrm>
              <a:prstGeom prst="rect">
                <a:avLst/>
              </a:prstGeom>
            </p:spPr>
          </p:pic>
          <p:pic>
            <p:nvPicPr>
              <p:cNvPr id="80" name="Picture 79">
                <a:extLst>
                  <a:ext uri="{FF2B5EF4-FFF2-40B4-BE49-F238E27FC236}">
                    <a16:creationId xmlns:a16="http://schemas.microsoft.com/office/drawing/2014/main" id="{0E384CCA-71B8-2397-0ECE-ABEAC09E223F}"/>
                  </a:ext>
                </a:extLst>
              </p:cNvPr>
              <p:cNvPicPr>
                <a:picLocks noChangeAspect="1"/>
              </p:cNvPicPr>
              <p:nvPr/>
            </p:nvPicPr>
            <p:blipFill>
              <a:blip r:embed="rId3"/>
              <a:stretch>
                <a:fillRect/>
              </a:stretch>
            </p:blipFill>
            <p:spPr>
              <a:xfrm>
                <a:off x="9873947" y="2793021"/>
                <a:ext cx="879890" cy="825544"/>
              </a:xfrm>
              <a:prstGeom prst="rect">
                <a:avLst/>
              </a:prstGeom>
            </p:spPr>
          </p:pic>
        </p:grpSp>
        <p:sp>
          <p:nvSpPr>
            <p:cNvPr id="22" name="TextBox 21">
              <a:extLst>
                <a:ext uri="{FF2B5EF4-FFF2-40B4-BE49-F238E27FC236}">
                  <a16:creationId xmlns:a16="http://schemas.microsoft.com/office/drawing/2014/main" id="{656D637B-957C-F54C-63FA-A48042E25BB7}"/>
                </a:ext>
              </a:extLst>
            </p:cNvPr>
            <p:cNvSpPr txBox="1"/>
            <p:nvPr/>
          </p:nvSpPr>
          <p:spPr>
            <a:xfrm>
              <a:off x="10461929" y="2777039"/>
              <a:ext cx="890163" cy="646331"/>
            </a:xfrm>
            <a:prstGeom prst="rect">
              <a:avLst/>
            </a:prstGeom>
            <a:noFill/>
          </p:spPr>
          <p:txBody>
            <a:bodyPr wrap="square" lIns="0" rIns="0">
              <a:spAutoFit/>
            </a:bodyPr>
            <a:lstStyle/>
            <a:p>
              <a:pPr marL="85725" indent="-85725">
                <a:buFont typeface="Arial" panose="020B0604020202020204" pitchFamily="34" charset="0"/>
                <a:buChar char="•"/>
              </a:pPr>
              <a:r>
                <a:rPr lang="en-US" sz="1200"/>
                <a:t>Open APIs</a:t>
              </a:r>
            </a:p>
            <a:p>
              <a:pPr marL="85725" indent="-85725">
                <a:buFont typeface="Arial" panose="020B0604020202020204" pitchFamily="34" charset="0"/>
                <a:buChar char="•"/>
              </a:pPr>
              <a:r>
                <a:rPr lang="en-US" sz="1200"/>
                <a:t>MCP</a:t>
              </a:r>
            </a:p>
            <a:p>
              <a:pPr marL="85725" indent="-85725">
                <a:buFont typeface="Arial" panose="020B0604020202020204" pitchFamily="34" charset="0"/>
                <a:buChar char="•"/>
              </a:pPr>
              <a:r>
                <a:rPr lang="en-US" sz="1200"/>
                <a:t>A2A</a:t>
              </a:r>
            </a:p>
          </p:txBody>
        </p:sp>
        <p:sp>
          <p:nvSpPr>
            <p:cNvPr id="23" name="Freeform: Shape 22">
              <a:extLst>
                <a:ext uri="{FF2B5EF4-FFF2-40B4-BE49-F238E27FC236}">
                  <a16:creationId xmlns:a16="http://schemas.microsoft.com/office/drawing/2014/main" id="{21C7B8AC-43DE-AAFA-C531-D31CA9ED1AD9}"/>
                </a:ext>
              </a:extLst>
            </p:cNvPr>
            <p:cNvSpPr/>
            <p:nvPr/>
          </p:nvSpPr>
          <p:spPr>
            <a:xfrm>
              <a:off x="10100037" y="2875480"/>
              <a:ext cx="277751" cy="93632"/>
            </a:xfrm>
            <a:custGeom>
              <a:avLst/>
              <a:gdLst>
                <a:gd name="connsiteX0" fmla="*/ 180340 w 180340"/>
                <a:gd name="connsiteY0" fmla="*/ 105734 h 105734"/>
                <a:gd name="connsiteX1" fmla="*/ 109220 w 180340"/>
                <a:gd name="connsiteY1" fmla="*/ 1594 h 105734"/>
                <a:gd name="connsiteX2" fmla="*/ 0 w 180340"/>
                <a:gd name="connsiteY2" fmla="*/ 52394 h 105734"/>
              </a:gdLst>
              <a:ahLst/>
              <a:cxnLst>
                <a:cxn ang="0">
                  <a:pos x="connsiteX0" y="connsiteY0"/>
                </a:cxn>
                <a:cxn ang="0">
                  <a:pos x="connsiteX1" y="connsiteY1"/>
                </a:cxn>
                <a:cxn ang="0">
                  <a:pos x="connsiteX2" y="connsiteY2"/>
                </a:cxn>
              </a:cxnLst>
              <a:rect l="l" t="t" r="r" b="b"/>
              <a:pathLst>
                <a:path w="180340" h="105734">
                  <a:moveTo>
                    <a:pt x="180340" y="105734"/>
                  </a:moveTo>
                  <a:cubicBezTo>
                    <a:pt x="159808" y="58109"/>
                    <a:pt x="139277" y="10484"/>
                    <a:pt x="109220" y="1594"/>
                  </a:cubicBezTo>
                  <a:cubicBezTo>
                    <a:pt x="79163" y="-7296"/>
                    <a:pt x="39581" y="22549"/>
                    <a:pt x="0" y="52394"/>
                  </a:cubicBezTo>
                </a:path>
              </a:pathLst>
            </a:custGeom>
            <a:noFill/>
            <a:ln w="63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59B42A9F-6079-99FD-CB77-EB77DFB34695}"/>
              </a:ext>
            </a:extLst>
          </p:cNvPr>
          <p:cNvGrpSpPr/>
          <p:nvPr/>
        </p:nvGrpSpPr>
        <p:grpSpPr>
          <a:xfrm>
            <a:off x="6692791" y="1117312"/>
            <a:ext cx="3418488" cy="484094"/>
            <a:chOff x="7329851" y="1117312"/>
            <a:chExt cx="3479792" cy="484094"/>
          </a:xfrm>
        </p:grpSpPr>
        <p:sp>
          <p:nvSpPr>
            <p:cNvPr id="26" name="Rectangle 25">
              <a:extLst>
                <a:ext uri="{FF2B5EF4-FFF2-40B4-BE49-F238E27FC236}">
                  <a16:creationId xmlns:a16="http://schemas.microsoft.com/office/drawing/2014/main" id="{7844AE73-3A59-C832-10A0-A8EE940CC07D}"/>
                </a:ext>
              </a:extLst>
            </p:cNvPr>
            <p:cNvSpPr/>
            <p:nvPr/>
          </p:nvSpPr>
          <p:spPr>
            <a:xfrm>
              <a:off x="7329851" y="1117312"/>
              <a:ext cx="1702543"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Demo ONE∞</a:t>
              </a:r>
            </a:p>
            <a:p>
              <a:pPr algn="ctr"/>
              <a:r>
                <a:rPr lang="en-US" sz="1200"/>
                <a:t>Fault Resolution</a:t>
              </a:r>
            </a:p>
          </p:txBody>
        </p:sp>
        <p:sp>
          <p:nvSpPr>
            <p:cNvPr id="27" name="Rectangle 26">
              <a:extLst>
                <a:ext uri="{FF2B5EF4-FFF2-40B4-BE49-F238E27FC236}">
                  <a16:creationId xmlns:a16="http://schemas.microsoft.com/office/drawing/2014/main" id="{420E29C3-3356-1A04-C28C-6E3A72B1C17B}"/>
                </a:ext>
              </a:extLst>
            </p:cNvPr>
            <p:cNvSpPr/>
            <p:nvPr/>
          </p:nvSpPr>
          <p:spPr>
            <a:xfrm>
              <a:off x="9105623" y="1117312"/>
              <a:ext cx="1704020" cy="484094"/>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solidFill>
                    <a:schemeClr val="tx1"/>
                  </a:solidFill>
                </a:rPr>
                <a:t>CIT&amp;E and AN</a:t>
              </a:r>
            </a:p>
            <a:p>
              <a:pPr algn="ctr"/>
              <a:r>
                <a:rPr lang="en-US" sz="1200">
                  <a:solidFill>
                    <a:schemeClr val="tx1"/>
                  </a:solidFill>
                </a:rPr>
                <a:t>High Value Scenarios</a:t>
              </a:r>
            </a:p>
          </p:txBody>
        </p:sp>
      </p:grpSp>
      <p:sp>
        <p:nvSpPr>
          <p:cNvPr id="28" name="TextBox 27">
            <a:extLst>
              <a:ext uri="{FF2B5EF4-FFF2-40B4-BE49-F238E27FC236}">
                <a16:creationId xmlns:a16="http://schemas.microsoft.com/office/drawing/2014/main" id="{F0677AFA-C990-A2BB-9797-5660FCDF6611}"/>
              </a:ext>
            </a:extLst>
          </p:cNvPr>
          <p:cNvSpPr txBox="1"/>
          <p:nvPr/>
        </p:nvSpPr>
        <p:spPr>
          <a:xfrm>
            <a:off x="6662877" y="1666733"/>
            <a:ext cx="1702543" cy="276999"/>
          </a:xfrm>
          <a:prstGeom prst="rect">
            <a:avLst/>
          </a:prstGeom>
          <a:noFill/>
        </p:spPr>
        <p:txBody>
          <a:bodyPr wrap="square" lIns="0" rIns="0">
            <a:spAutoFit/>
          </a:bodyPr>
          <a:lstStyle/>
          <a:p>
            <a:pPr algn="ctr"/>
            <a:r>
              <a:rPr lang="en-US" sz="1200"/>
              <a:t>DTW26 “Super Catalyst”</a:t>
            </a:r>
          </a:p>
        </p:txBody>
      </p:sp>
      <p:sp>
        <p:nvSpPr>
          <p:cNvPr id="48" name="Freeform: Shape 47">
            <a:extLst>
              <a:ext uri="{FF2B5EF4-FFF2-40B4-BE49-F238E27FC236}">
                <a16:creationId xmlns:a16="http://schemas.microsoft.com/office/drawing/2014/main" id="{A39CC4BF-6854-5B94-8510-EA8C93CEAB3A}"/>
              </a:ext>
            </a:extLst>
          </p:cNvPr>
          <p:cNvSpPr/>
          <p:nvPr/>
        </p:nvSpPr>
        <p:spPr>
          <a:xfrm>
            <a:off x="6464165" y="1463165"/>
            <a:ext cx="223362" cy="317226"/>
          </a:xfrm>
          <a:custGeom>
            <a:avLst/>
            <a:gdLst>
              <a:gd name="connsiteX0" fmla="*/ 184061 w 184061"/>
              <a:gd name="connsiteY0" fmla="*/ 408790 h 408790"/>
              <a:gd name="connsiteX1" fmla="*/ 1181 w 184061"/>
              <a:gd name="connsiteY1" fmla="*/ 215153 h 408790"/>
              <a:gd name="connsiteX2" fmla="*/ 119515 w 184061"/>
              <a:gd name="connsiteY2" fmla="*/ 0 h 408790"/>
            </a:gdLst>
            <a:ahLst/>
            <a:cxnLst>
              <a:cxn ang="0">
                <a:pos x="connsiteX0" y="connsiteY0"/>
              </a:cxn>
              <a:cxn ang="0">
                <a:pos x="connsiteX1" y="connsiteY1"/>
              </a:cxn>
              <a:cxn ang="0">
                <a:pos x="connsiteX2" y="connsiteY2"/>
              </a:cxn>
            </a:cxnLst>
            <a:rect l="l" t="t" r="r" b="b"/>
            <a:pathLst>
              <a:path w="184061" h="408790">
                <a:moveTo>
                  <a:pt x="184061" y="408790"/>
                </a:moveTo>
                <a:cubicBezTo>
                  <a:pt x="98000" y="346037"/>
                  <a:pt x="11939" y="283285"/>
                  <a:pt x="1181" y="215153"/>
                </a:cubicBezTo>
                <a:cubicBezTo>
                  <a:pt x="-9577" y="147021"/>
                  <a:pt x="54969" y="73510"/>
                  <a:pt x="119515" y="0"/>
                </a:cubicBezTo>
              </a:path>
            </a:pathLst>
          </a:custGeom>
          <a:noFill/>
          <a:ln w="63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827554ED-D6BA-27A0-6195-8A0D43D89E45}"/>
              </a:ext>
            </a:extLst>
          </p:cNvPr>
          <p:cNvSpPr txBox="1"/>
          <p:nvPr/>
        </p:nvSpPr>
        <p:spPr>
          <a:xfrm>
            <a:off x="6291769" y="3414280"/>
            <a:ext cx="3698664" cy="276999"/>
          </a:xfrm>
          <a:prstGeom prst="rect">
            <a:avLst/>
          </a:prstGeom>
          <a:noFill/>
        </p:spPr>
        <p:txBody>
          <a:bodyPr wrap="square">
            <a:spAutoFit/>
          </a:bodyPr>
          <a:lstStyle/>
          <a:p>
            <a:r>
              <a:rPr lang="en-US" sz="1200"/>
              <a:t>YAML specifications, instantiated on ODA Canvas</a:t>
            </a:r>
          </a:p>
        </p:txBody>
      </p:sp>
      <p:sp>
        <p:nvSpPr>
          <p:cNvPr id="47" name="Rectangle 46">
            <a:extLst>
              <a:ext uri="{FF2B5EF4-FFF2-40B4-BE49-F238E27FC236}">
                <a16:creationId xmlns:a16="http://schemas.microsoft.com/office/drawing/2014/main" id="{D32A00C3-6F9A-0A8D-791B-74013C945167}"/>
              </a:ext>
            </a:extLst>
          </p:cNvPr>
          <p:cNvSpPr/>
          <p:nvPr/>
        </p:nvSpPr>
        <p:spPr>
          <a:xfrm>
            <a:off x="10592088" y="736180"/>
            <a:ext cx="1485612" cy="5985295"/>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54000" rIns="54000" rtlCol="0" anchor="t"/>
          <a:lstStyle/>
          <a:p>
            <a:pPr>
              <a:spcAft>
                <a:spcPts val="1200"/>
              </a:spcAft>
            </a:pPr>
            <a:r>
              <a:rPr lang="en-US" sz="1600" b="1">
                <a:solidFill>
                  <a:schemeClr val="tx1"/>
                </a:solidFill>
              </a:rPr>
              <a:t>AI Native Blueprint Projects</a:t>
            </a:r>
          </a:p>
          <a:p>
            <a:pPr>
              <a:spcAft>
                <a:spcPts val="1200"/>
              </a:spcAft>
            </a:pPr>
            <a:r>
              <a:rPr lang="en-US" sz="1200">
                <a:solidFill>
                  <a:schemeClr val="tx1"/>
                </a:solidFill>
              </a:rPr>
              <a:t>Formalizing and standardizing the Agentic AI architecture within the ODA framework</a:t>
            </a:r>
          </a:p>
          <a:p>
            <a:pPr>
              <a:spcAft>
                <a:spcPts val="1200"/>
              </a:spcAft>
            </a:pPr>
            <a:r>
              <a:rPr lang="en-US" sz="1200">
                <a:solidFill>
                  <a:schemeClr val="tx1"/>
                </a:solidFill>
              </a:rPr>
              <a:t>The AI Native Canvas is built on the patterns developed by the AI Native Blueprint</a:t>
            </a:r>
          </a:p>
          <a:p>
            <a:pPr marL="85725" indent="-85725">
              <a:spcAft>
                <a:spcPts val="1200"/>
              </a:spcAft>
              <a:buFont typeface="Arial" panose="020B0604020202020204" pitchFamily="34" charset="0"/>
              <a:buChar char="•"/>
            </a:pPr>
            <a:r>
              <a:rPr lang="en-US" sz="1200">
                <a:solidFill>
                  <a:schemeClr val="tx1"/>
                </a:solidFill>
              </a:rPr>
              <a:t>Interaction Security Operator workstream</a:t>
            </a:r>
          </a:p>
          <a:p>
            <a:pPr marL="85725" indent="-85725">
              <a:spcAft>
                <a:spcPts val="1200"/>
              </a:spcAft>
              <a:buFont typeface="Arial" panose="020B0604020202020204" pitchFamily="34" charset="0"/>
              <a:buChar char="•"/>
            </a:pPr>
            <a:r>
              <a:rPr lang="en-US" sz="1200">
                <a:solidFill>
                  <a:schemeClr val="tx1"/>
                </a:solidFill>
              </a:rPr>
              <a:t>Model Operator workstream</a:t>
            </a:r>
          </a:p>
          <a:p>
            <a:pPr marL="85725" indent="-85725">
              <a:spcAft>
                <a:spcPts val="1200"/>
              </a:spcAft>
              <a:buFont typeface="Arial" panose="020B0604020202020204" pitchFamily="34" charset="0"/>
              <a:buChar char="•"/>
            </a:pPr>
            <a:r>
              <a:rPr lang="en-US" sz="1200">
                <a:solidFill>
                  <a:schemeClr val="tx1"/>
                </a:solidFill>
              </a:rPr>
              <a:t>Data Operator workstream</a:t>
            </a:r>
          </a:p>
          <a:p>
            <a:pPr>
              <a:spcAft>
                <a:spcPts val="1200"/>
              </a:spcAft>
            </a:pPr>
            <a:r>
              <a:rPr lang="en-US" sz="1200">
                <a:solidFill>
                  <a:schemeClr val="tx1"/>
                </a:solidFill>
              </a:rPr>
              <a:t>+ Enhancements to SID, eTOM, business architecture, </a:t>
            </a:r>
            <a:r>
              <a:rPr lang="en-US" sz="1200" err="1">
                <a:solidFill>
                  <a:schemeClr val="tx1"/>
                </a:solidFill>
              </a:rPr>
              <a:t>TcOD</a:t>
            </a:r>
            <a:r>
              <a:rPr lang="en-US" sz="1200">
                <a:solidFill>
                  <a:schemeClr val="tx1"/>
                </a:solidFill>
              </a:rPr>
              <a:t>, governance…</a:t>
            </a:r>
          </a:p>
          <a:p>
            <a:endParaRPr lang="en-US" sz="1600">
              <a:solidFill>
                <a:schemeClr val="tx1"/>
              </a:solidFill>
            </a:endParaRPr>
          </a:p>
        </p:txBody>
      </p:sp>
      <p:sp>
        <p:nvSpPr>
          <p:cNvPr id="51" name="Freeform: Shape 50">
            <a:extLst>
              <a:ext uri="{FF2B5EF4-FFF2-40B4-BE49-F238E27FC236}">
                <a16:creationId xmlns:a16="http://schemas.microsoft.com/office/drawing/2014/main" id="{320E5193-B2FE-AF20-E5FD-B5C18CC674F9}"/>
              </a:ext>
            </a:extLst>
          </p:cNvPr>
          <p:cNvSpPr/>
          <p:nvPr/>
        </p:nvSpPr>
        <p:spPr>
          <a:xfrm>
            <a:off x="9882106" y="4437402"/>
            <a:ext cx="782084" cy="666974"/>
          </a:xfrm>
          <a:custGeom>
            <a:avLst/>
            <a:gdLst>
              <a:gd name="connsiteX0" fmla="*/ 796066 w 796066"/>
              <a:gd name="connsiteY0" fmla="*/ 286817 h 286817"/>
              <a:gd name="connsiteX1" fmla="*/ 473337 w 796066"/>
              <a:gd name="connsiteY1" fmla="*/ 28633 h 286817"/>
              <a:gd name="connsiteX2" fmla="*/ 0 w 796066"/>
              <a:gd name="connsiteY2" fmla="*/ 17876 h 286817"/>
            </a:gdLst>
            <a:ahLst/>
            <a:cxnLst>
              <a:cxn ang="0">
                <a:pos x="connsiteX0" y="connsiteY0"/>
              </a:cxn>
              <a:cxn ang="0">
                <a:pos x="connsiteX1" y="connsiteY1"/>
              </a:cxn>
              <a:cxn ang="0">
                <a:pos x="connsiteX2" y="connsiteY2"/>
              </a:cxn>
            </a:cxnLst>
            <a:rect l="l" t="t" r="r" b="b"/>
            <a:pathLst>
              <a:path w="796066" h="286817">
                <a:moveTo>
                  <a:pt x="796066" y="286817"/>
                </a:moveTo>
                <a:cubicBezTo>
                  <a:pt x="701040" y="180136"/>
                  <a:pt x="606015" y="73456"/>
                  <a:pt x="473337" y="28633"/>
                </a:cubicBezTo>
                <a:cubicBezTo>
                  <a:pt x="340659" y="-16190"/>
                  <a:pt x="170329" y="843"/>
                  <a:pt x="0" y="17876"/>
                </a:cubicBezTo>
              </a:path>
            </a:pathLst>
          </a:custGeom>
          <a:noFill/>
          <a:ln w="63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6271EA71-6A94-8A82-342E-2F3A17FA6978}"/>
              </a:ext>
            </a:extLst>
          </p:cNvPr>
          <p:cNvSpPr txBox="1"/>
          <p:nvPr/>
        </p:nvSpPr>
        <p:spPr>
          <a:xfrm>
            <a:off x="202415" y="4903999"/>
            <a:ext cx="6024772" cy="276999"/>
          </a:xfrm>
          <a:prstGeom prst="rect">
            <a:avLst/>
          </a:prstGeom>
          <a:noFill/>
        </p:spPr>
        <p:txBody>
          <a:bodyPr wrap="square" rIns="54000" rtlCol="0">
            <a:spAutoFit/>
          </a:bodyPr>
          <a:lstStyle/>
          <a:p>
            <a:r>
              <a:rPr lang="en-US" sz="1200"/>
              <a:t>Canvas Operators developed by the Innovation Hub Canvas project simplify IT Operations</a:t>
            </a:r>
          </a:p>
        </p:txBody>
      </p:sp>
      <p:sp>
        <p:nvSpPr>
          <p:cNvPr id="29" name="Freeform: Shape 28">
            <a:extLst>
              <a:ext uri="{FF2B5EF4-FFF2-40B4-BE49-F238E27FC236}">
                <a16:creationId xmlns:a16="http://schemas.microsoft.com/office/drawing/2014/main" id="{BC0B594C-179A-066C-757E-426A10A12823}"/>
              </a:ext>
            </a:extLst>
          </p:cNvPr>
          <p:cNvSpPr/>
          <p:nvPr/>
        </p:nvSpPr>
        <p:spPr>
          <a:xfrm>
            <a:off x="8402320" y="3948504"/>
            <a:ext cx="2265680" cy="633656"/>
          </a:xfrm>
          <a:custGeom>
            <a:avLst/>
            <a:gdLst>
              <a:gd name="connsiteX0" fmla="*/ 2265680 w 2265680"/>
              <a:gd name="connsiteY0" fmla="*/ 633656 h 633656"/>
              <a:gd name="connsiteX1" fmla="*/ 736600 w 2265680"/>
              <a:gd name="connsiteY1" fmla="*/ 13896 h 633656"/>
              <a:gd name="connsiteX2" fmla="*/ 0 w 2265680"/>
              <a:gd name="connsiteY2" fmla="*/ 262816 h 633656"/>
            </a:gdLst>
            <a:ahLst/>
            <a:cxnLst>
              <a:cxn ang="0">
                <a:pos x="connsiteX0" y="connsiteY0"/>
              </a:cxn>
              <a:cxn ang="0">
                <a:pos x="connsiteX1" y="connsiteY1"/>
              </a:cxn>
              <a:cxn ang="0">
                <a:pos x="connsiteX2" y="connsiteY2"/>
              </a:cxn>
            </a:cxnLst>
            <a:rect l="l" t="t" r="r" b="b"/>
            <a:pathLst>
              <a:path w="2265680" h="633656">
                <a:moveTo>
                  <a:pt x="2265680" y="633656"/>
                </a:moveTo>
                <a:cubicBezTo>
                  <a:pt x="1689946" y="354679"/>
                  <a:pt x="1114213" y="75703"/>
                  <a:pt x="736600" y="13896"/>
                </a:cubicBezTo>
                <a:cubicBezTo>
                  <a:pt x="358987" y="-47911"/>
                  <a:pt x="179493" y="107452"/>
                  <a:pt x="0" y="262816"/>
                </a:cubicBezTo>
              </a:path>
            </a:pathLst>
          </a:custGeom>
          <a:noFill/>
          <a:ln w="63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6A8583BF-A204-9E2B-49CD-2BF5EFF21185}"/>
              </a:ext>
            </a:extLst>
          </p:cNvPr>
          <p:cNvSpPr/>
          <p:nvPr/>
        </p:nvSpPr>
        <p:spPr>
          <a:xfrm>
            <a:off x="7508240" y="3852234"/>
            <a:ext cx="3159760" cy="369246"/>
          </a:xfrm>
          <a:custGeom>
            <a:avLst/>
            <a:gdLst>
              <a:gd name="connsiteX0" fmla="*/ 3159760 w 3159760"/>
              <a:gd name="connsiteY0" fmla="*/ 28886 h 369246"/>
              <a:gd name="connsiteX1" fmla="*/ 1234440 w 3159760"/>
              <a:gd name="connsiteY1" fmla="*/ 33966 h 369246"/>
              <a:gd name="connsiteX2" fmla="*/ 0 w 3159760"/>
              <a:gd name="connsiteY2" fmla="*/ 369246 h 369246"/>
            </a:gdLst>
            <a:ahLst/>
            <a:cxnLst>
              <a:cxn ang="0">
                <a:pos x="connsiteX0" y="connsiteY0"/>
              </a:cxn>
              <a:cxn ang="0">
                <a:pos x="connsiteX1" y="connsiteY1"/>
              </a:cxn>
              <a:cxn ang="0">
                <a:pos x="connsiteX2" y="connsiteY2"/>
              </a:cxn>
            </a:cxnLst>
            <a:rect l="l" t="t" r="r" b="b"/>
            <a:pathLst>
              <a:path w="3159760" h="369246">
                <a:moveTo>
                  <a:pt x="3159760" y="28886"/>
                </a:moveTo>
                <a:cubicBezTo>
                  <a:pt x="2460413" y="3062"/>
                  <a:pt x="1761067" y="-22761"/>
                  <a:pt x="1234440" y="33966"/>
                </a:cubicBezTo>
                <a:cubicBezTo>
                  <a:pt x="707813" y="90693"/>
                  <a:pt x="353906" y="229969"/>
                  <a:pt x="0" y="369246"/>
                </a:cubicBezTo>
              </a:path>
            </a:pathLst>
          </a:custGeom>
          <a:noFill/>
          <a:ln w="63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CFFC059D-2686-D1D2-124E-76A98E8F34D7}"/>
              </a:ext>
            </a:extLst>
          </p:cNvPr>
          <p:cNvSpPr/>
          <p:nvPr/>
        </p:nvSpPr>
        <p:spPr>
          <a:xfrm>
            <a:off x="285226" y="1117312"/>
            <a:ext cx="925157" cy="484094"/>
          </a:xfrm>
          <a:prstGeom prst="rect">
            <a:avLst/>
          </a:prstGeom>
          <a:solidFill>
            <a:schemeClr val="accent3"/>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Order-to-fulfilment</a:t>
            </a:r>
          </a:p>
        </p:txBody>
      </p:sp>
      <p:sp>
        <p:nvSpPr>
          <p:cNvPr id="60" name="Rectangle 59">
            <a:extLst>
              <a:ext uri="{FF2B5EF4-FFF2-40B4-BE49-F238E27FC236}">
                <a16:creationId xmlns:a16="http://schemas.microsoft.com/office/drawing/2014/main" id="{F69D460C-A01E-08A1-2900-02565DB7AC7B}"/>
              </a:ext>
            </a:extLst>
          </p:cNvPr>
          <p:cNvSpPr/>
          <p:nvPr/>
        </p:nvSpPr>
        <p:spPr>
          <a:xfrm>
            <a:off x="1271941" y="1117312"/>
            <a:ext cx="925157" cy="484094"/>
          </a:xfrm>
          <a:prstGeom prst="rect">
            <a:avLst/>
          </a:prstGeom>
          <a:solidFill>
            <a:schemeClr val="accent3"/>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Fault Management</a:t>
            </a:r>
          </a:p>
        </p:txBody>
      </p:sp>
      <p:sp>
        <p:nvSpPr>
          <p:cNvPr id="61" name="Rectangle 60">
            <a:extLst>
              <a:ext uri="{FF2B5EF4-FFF2-40B4-BE49-F238E27FC236}">
                <a16:creationId xmlns:a16="http://schemas.microsoft.com/office/drawing/2014/main" id="{01330E42-6A09-FACD-A091-6C6E73EC5A30}"/>
              </a:ext>
            </a:extLst>
          </p:cNvPr>
          <p:cNvSpPr/>
          <p:nvPr/>
        </p:nvSpPr>
        <p:spPr>
          <a:xfrm>
            <a:off x="4232086" y="1117312"/>
            <a:ext cx="925157" cy="484094"/>
          </a:xfrm>
          <a:prstGeom prst="rect">
            <a:avLst/>
          </a:prstGeom>
          <a:solidFill>
            <a:schemeClr val="accent4"/>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Member case studies</a:t>
            </a:r>
          </a:p>
        </p:txBody>
      </p:sp>
      <p:sp>
        <p:nvSpPr>
          <p:cNvPr id="62" name="Rectangle 61">
            <a:extLst>
              <a:ext uri="{FF2B5EF4-FFF2-40B4-BE49-F238E27FC236}">
                <a16:creationId xmlns:a16="http://schemas.microsoft.com/office/drawing/2014/main" id="{24BD7101-E871-CEA1-363E-1F5DEE7DB83C}"/>
              </a:ext>
            </a:extLst>
          </p:cNvPr>
          <p:cNvSpPr/>
          <p:nvPr/>
        </p:nvSpPr>
        <p:spPr>
          <a:xfrm>
            <a:off x="2258656" y="1117312"/>
            <a:ext cx="925157" cy="484094"/>
          </a:xfrm>
          <a:prstGeom prst="rect">
            <a:avLst/>
          </a:prstGeom>
          <a:solidFill>
            <a:schemeClr val="accent5"/>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Spatial Web</a:t>
            </a:r>
          </a:p>
        </p:txBody>
      </p:sp>
      <p:sp>
        <p:nvSpPr>
          <p:cNvPr id="63" name="Rectangle 62">
            <a:extLst>
              <a:ext uri="{FF2B5EF4-FFF2-40B4-BE49-F238E27FC236}">
                <a16:creationId xmlns:a16="http://schemas.microsoft.com/office/drawing/2014/main" id="{ACE9404F-3E84-4014-F17C-52DD3F81049A}"/>
              </a:ext>
            </a:extLst>
          </p:cNvPr>
          <p:cNvSpPr/>
          <p:nvPr/>
        </p:nvSpPr>
        <p:spPr>
          <a:xfrm>
            <a:off x="3245371" y="1117312"/>
            <a:ext cx="925157" cy="484094"/>
          </a:xfrm>
          <a:prstGeom prst="rect">
            <a:avLst/>
          </a:prstGeom>
          <a:solidFill>
            <a:schemeClr val="accent5"/>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Satcom with an Edge…</a:t>
            </a:r>
          </a:p>
        </p:txBody>
      </p:sp>
      <p:sp>
        <p:nvSpPr>
          <p:cNvPr id="64" name="Rectangle 63">
            <a:extLst>
              <a:ext uri="{FF2B5EF4-FFF2-40B4-BE49-F238E27FC236}">
                <a16:creationId xmlns:a16="http://schemas.microsoft.com/office/drawing/2014/main" id="{E4C1A068-FFAA-8957-9382-9698FFC830FE}"/>
              </a:ext>
            </a:extLst>
          </p:cNvPr>
          <p:cNvSpPr/>
          <p:nvPr/>
        </p:nvSpPr>
        <p:spPr>
          <a:xfrm>
            <a:off x="5218802" y="1117312"/>
            <a:ext cx="925157" cy="484094"/>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en-US" sz="1200"/>
              <a:t>…</a:t>
            </a:r>
          </a:p>
        </p:txBody>
      </p:sp>
      <p:graphicFrame>
        <p:nvGraphicFramePr>
          <p:cNvPr id="71" name="Table 70">
            <a:extLst>
              <a:ext uri="{FF2B5EF4-FFF2-40B4-BE49-F238E27FC236}">
                <a16:creationId xmlns:a16="http://schemas.microsoft.com/office/drawing/2014/main" id="{5D62379D-FD77-FBEA-6642-399B8CFCC876}"/>
              </a:ext>
            </a:extLst>
          </p:cNvPr>
          <p:cNvGraphicFramePr>
            <a:graphicFrameLocks noGrp="1"/>
          </p:cNvGraphicFramePr>
          <p:nvPr/>
        </p:nvGraphicFramePr>
        <p:xfrm>
          <a:off x="285226" y="1666733"/>
          <a:ext cx="5858733" cy="457200"/>
        </p:xfrm>
        <a:graphic>
          <a:graphicData uri="http://schemas.openxmlformats.org/drawingml/2006/table">
            <a:tbl>
              <a:tblPr firstRow="1" bandRow="1">
                <a:tableStyleId>{5C22544A-7EE6-4342-B048-85BDC9FD1C3A}</a:tableStyleId>
              </a:tblPr>
              <a:tblGrid>
                <a:gridCol w="1952911">
                  <a:extLst>
                    <a:ext uri="{9D8B030D-6E8A-4147-A177-3AD203B41FA5}">
                      <a16:colId xmlns:a16="http://schemas.microsoft.com/office/drawing/2014/main" val="2786716471"/>
                    </a:ext>
                  </a:extLst>
                </a:gridCol>
                <a:gridCol w="1952911">
                  <a:extLst>
                    <a:ext uri="{9D8B030D-6E8A-4147-A177-3AD203B41FA5}">
                      <a16:colId xmlns:a16="http://schemas.microsoft.com/office/drawing/2014/main" val="4094683641"/>
                    </a:ext>
                  </a:extLst>
                </a:gridCol>
                <a:gridCol w="1952911">
                  <a:extLst>
                    <a:ext uri="{9D8B030D-6E8A-4147-A177-3AD203B41FA5}">
                      <a16:colId xmlns:a16="http://schemas.microsoft.com/office/drawing/2014/main" val="3819272036"/>
                    </a:ext>
                  </a:extLst>
                </a:gridCol>
              </a:tblGrid>
              <a:tr h="0">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IG1228 use case library &amp; AN High Value Scenarios…</a:t>
                      </a:r>
                    </a:p>
                  </a:txBody>
                  <a:tcPr anchor="ctr">
                    <a:lnL w="12700" cmpd="sng">
                      <a:noFill/>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black"/>
                          </a:solidFill>
                          <a:effectLst/>
                          <a:uLnTx/>
                          <a:uFillTx/>
                          <a:latin typeface="+mn-lt"/>
                          <a:ea typeface="+mn-ea"/>
                          <a:cs typeface="+mn-cs"/>
                        </a:rPr>
                        <a:t>Catalyst projects</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a:ln>
                            <a:noFill/>
                          </a:ln>
                          <a:solidFill>
                            <a:prstClr val="black"/>
                          </a:solidFill>
                          <a:effectLst/>
                          <a:uLnTx/>
                          <a:uFillTx/>
                          <a:latin typeface="+mn-lt"/>
                          <a:ea typeface="+mn-ea"/>
                          <a:cs typeface="+mn-cs"/>
                        </a:rPr>
                        <a:t>Real-world references</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88511558"/>
                  </a:ext>
                </a:extLst>
              </a:tr>
            </a:tbl>
          </a:graphicData>
        </a:graphic>
      </p:graphicFrame>
    </p:spTree>
    <p:extLst>
      <p:ext uri="{BB962C8B-B14F-4D97-AF65-F5344CB8AC3E}">
        <p14:creationId xmlns:p14="http://schemas.microsoft.com/office/powerpoint/2010/main" val="23413753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638359D-C475-0933-A1F6-1870601F2D89}"/>
              </a:ext>
            </a:extLst>
          </p:cNvPr>
          <p:cNvSpPr>
            <a:spLocks noGrp="1"/>
          </p:cNvSpPr>
          <p:nvPr>
            <p:ph type="body" sz="quarter" idx="10"/>
          </p:nvPr>
        </p:nvSpPr>
        <p:spPr/>
        <p:txBody>
          <a:bodyPr/>
          <a:lstStyle/>
          <a:p>
            <a:r>
              <a:rPr lang="en-GB"/>
              <a:t>Backup</a:t>
            </a:r>
          </a:p>
        </p:txBody>
      </p:sp>
      <p:sp>
        <p:nvSpPr>
          <p:cNvPr id="3" name="Date Placeholder 2">
            <a:extLst>
              <a:ext uri="{FF2B5EF4-FFF2-40B4-BE49-F238E27FC236}">
                <a16:creationId xmlns:a16="http://schemas.microsoft.com/office/drawing/2014/main" id="{4B0723DE-13D0-614E-027C-CAB9C5C43DDD}"/>
              </a:ext>
            </a:extLst>
          </p:cNvPr>
          <p:cNvSpPr>
            <a:spLocks noGrp="1"/>
          </p:cNvSpPr>
          <p:nvPr>
            <p:ph type="dt" sz="half" idx="11"/>
          </p:nvPr>
        </p:nvSpPr>
        <p:spPr/>
        <p:txBody>
          <a:bodyPr/>
          <a:lstStyle/>
          <a:p>
            <a:r>
              <a:rPr lang="en-GB"/>
              <a:t>Month DD 2025</a:t>
            </a:r>
          </a:p>
        </p:txBody>
      </p:sp>
      <p:sp>
        <p:nvSpPr>
          <p:cNvPr id="4" name="Footer Placeholder 3">
            <a:extLst>
              <a:ext uri="{FF2B5EF4-FFF2-40B4-BE49-F238E27FC236}">
                <a16:creationId xmlns:a16="http://schemas.microsoft.com/office/drawing/2014/main" id="{2A7D631A-AFEB-F747-B3F6-9CF97C19B280}"/>
              </a:ext>
            </a:extLst>
          </p:cNvPr>
          <p:cNvSpPr>
            <a:spLocks noGrp="1"/>
          </p:cNvSpPr>
          <p:nvPr>
            <p:ph type="ftr" sz="quarter" idx="12"/>
          </p:nvPr>
        </p:nvSpPr>
        <p:spPr/>
        <p:txBody>
          <a:bodyPr/>
          <a:lstStyle/>
          <a:p>
            <a:r>
              <a:rPr lang="en-GB"/>
              <a:t>Presentation title</a:t>
            </a:r>
          </a:p>
        </p:txBody>
      </p:sp>
      <p:sp>
        <p:nvSpPr>
          <p:cNvPr id="5" name="Slide Number Placeholder 4">
            <a:extLst>
              <a:ext uri="{FF2B5EF4-FFF2-40B4-BE49-F238E27FC236}">
                <a16:creationId xmlns:a16="http://schemas.microsoft.com/office/drawing/2014/main" id="{69EDC728-61B6-CA6F-D0D4-512501A61851}"/>
              </a:ext>
            </a:extLst>
          </p:cNvPr>
          <p:cNvSpPr>
            <a:spLocks noGrp="1"/>
          </p:cNvSpPr>
          <p:nvPr>
            <p:ph type="sldNum" sz="quarter" idx="13"/>
          </p:nvPr>
        </p:nvSpPr>
        <p:spPr/>
        <p:txBody>
          <a:bodyPr/>
          <a:lstStyle/>
          <a:p>
            <a:fld id="{7DD8F28C-E404-44CF-9F42-4614D03DA8C2}" type="slidenum">
              <a:rPr lang="en-GB" smtClean="0"/>
              <a:t>37</a:t>
            </a:fld>
            <a:endParaRPr lang="en-GB"/>
          </a:p>
        </p:txBody>
      </p:sp>
    </p:spTree>
    <p:extLst>
      <p:ext uri="{BB962C8B-B14F-4D97-AF65-F5344CB8AC3E}">
        <p14:creationId xmlns:p14="http://schemas.microsoft.com/office/powerpoint/2010/main" val="41131271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A388D70-60A1-F79A-4EB3-A719BEE7A0B7}"/>
              </a:ext>
            </a:extLst>
          </p:cNvPr>
          <p:cNvSpPr>
            <a:spLocks noGrp="1"/>
          </p:cNvSpPr>
          <p:nvPr>
            <p:ph type="body" sz="quarter" idx="13"/>
          </p:nvPr>
        </p:nvSpPr>
        <p:spPr/>
        <p:txBody>
          <a:bodyPr/>
          <a:lstStyle/>
          <a:p>
            <a:r>
              <a:rPr lang="en-GB"/>
              <a:t>Canvas Installation</a:t>
            </a:r>
          </a:p>
        </p:txBody>
      </p:sp>
      <p:sp>
        <p:nvSpPr>
          <p:cNvPr id="3" name="Slide Number Placeholder 2">
            <a:extLst>
              <a:ext uri="{FF2B5EF4-FFF2-40B4-BE49-F238E27FC236}">
                <a16:creationId xmlns:a16="http://schemas.microsoft.com/office/drawing/2014/main" id="{8D4E027E-9A7E-0ACD-26BE-08FCB298761C}"/>
              </a:ext>
            </a:extLst>
          </p:cNvPr>
          <p:cNvSpPr>
            <a:spLocks noGrp="1"/>
          </p:cNvSpPr>
          <p:nvPr>
            <p:ph type="sldNum" sz="quarter" idx="4"/>
          </p:nvPr>
        </p:nvSpPr>
        <p:spPr/>
        <p:txBody>
          <a:bodyPr/>
          <a:lstStyle/>
          <a:p>
            <a:fld id="{7DD8F28C-E404-44CF-9F42-4614D03DA8C2}" type="slidenum">
              <a:rPr lang="en-GB" smtClean="0"/>
              <a:pPr/>
              <a:t>38</a:t>
            </a:fld>
            <a:endParaRPr lang="en-GB"/>
          </a:p>
        </p:txBody>
      </p:sp>
      <p:pic>
        <p:nvPicPr>
          <p:cNvPr id="4" name="Online Media 3" title="ODA Canvas installation">
            <a:hlinkClick r:id="" action="ppaction://media"/>
            <a:extLst>
              <a:ext uri="{FF2B5EF4-FFF2-40B4-BE49-F238E27FC236}">
                <a16:creationId xmlns:a16="http://schemas.microsoft.com/office/drawing/2014/main" id="{0582A971-9B1E-0052-EB50-BEF96269DE75}"/>
              </a:ext>
            </a:extLst>
          </p:cNvPr>
          <p:cNvPicPr>
            <a:picLocks noRot="1" noChangeAspect="1"/>
          </p:cNvPicPr>
          <p:nvPr>
            <a:videoFile r:link="rId1"/>
          </p:nvPr>
        </p:nvPicPr>
        <p:blipFill>
          <a:blip r:embed="rId3"/>
          <a:stretch>
            <a:fillRect/>
          </a:stretch>
        </p:blipFill>
        <p:spPr>
          <a:xfrm>
            <a:off x="26988" y="0"/>
            <a:ext cx="12138025" cy="6858000"/>
          </a:xfrm>
          <a:prstGeom prst="rect">
            <a:avLst/>
          </a:prstGeom>
        </p:spPr>
      </p:pic>
    </p:spTree>
    <p:extLst>
      <p:ext uri="{BB962C8B-B14F-4D97-AF65-F5344CB8AC3E}">
        <p14:creationId xmlns:p14="http://schemas.microsoft.com/office/powerpoint/2010/main" val="3834694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67625-036E-0B11-DB3F-BE376714C8B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6B30D37-BF3C-181A-0CE8-52E5CD0ED1C6}"/>
              </a:ext>
            </a:extLst>
          </p:cNvPr>
          <p:cNvSpPr>
            <a:spLocks noGrp="1"/>
          </p:cNvSpPr>
          <p:nvPr>
            <p:ph type="body" sz="quarter" idx="13"/>
          </p:nvPr>
        </p:nvSpPr>
        <p:spPr/>
        <p:txBody>
          <a:bodyPr/>
          <a:lstStyle/>
          <a:p>
            <a:r>
              <a:rPr lang="en-GB"/>
              <a:t>Canvas Portal and tools</a:t>
            </a:r>
          </a:p>
        </p:txBody>
      </p:sp>
      <p:sp>
        <p:nvSpPr>
          <p:cNvPr id="3" name="Slide Number Placeholder 2">
            <a:extLst>
              <a:ext uri="{FF2B5EF4-FFF2-40B4-BE49-F238E27FC236}">
                <a16:creationId xmlns:a16="http://schemas.microsoft.com/office/drawing/2014/main" id="{DE4CD4C0-3DB4-8172-A860-53D87AC770DD}"/>
              </a:ext>
            </a:extLst>
          </p:cNvPr>
          <p:cNvSpPr>
            <a:spLocks noGrp="1"/>
          </p:cNvSpPr>
          <p:nvPr>
            <p:ph type="sldNum" sz="quarter" idx="4"/>
          </p:nvPr>
        </p:nvSpPr>
        <p:spPr/>
        <p:txBody>
          <a:bodyPr/>
          <a:lstStyle/>
          <a:p>
            <a:fld id="{7DD8F28C-E404-44CF-9F42-4614D03DA8C2}" type="slidenum">
              <a:rPr lang="en-GB" smtClean="0"/>
              <a:pPr/>
              <a:t>39</a:t>
            </a:fld>
            <a:endParaRPr lang="en-GB"/>
          </a:p>
        </p:txBody>
      </p:sp>
      <p:pic>
        <p:nvPicPr>
          <p:cNvPr id="4" name="Online Media 3" title="Oda Canvas Portal And Other Tools">
            <a:hlinkClick r:id="" action="ppaction://media"/>
            <a:extLst>
              <a:ext uri="{FF2B5EF4-FFF2-40B4-BE49-F238E27FC236}">
                <a16:creationId xmlns:a16="http://schemas.microsoft.com/office/drawing/2014/main" id="{642AE0F7-7233-270B-C695-D85D18FEB0F3}"/>
              </a:ext>
            </a:extLst>
          </p:cNvPr>
          <p:cNvPicPr>
            <a:picLocks noRot="1" noChangeAspect="1"/>
          </p:cNvPicPr>
          <p:nvPr>
            <a:videoFile r:link="rId1"/>
          </p:nvPr>
        </p:nvPicPr>
        <p:blipFill>
          <a:blip r:embed="rId3"/>
          <a:stretch>
            <a:fillRect/>
          </a:stretch>
        </p:blipFill>
        <p:spPr>
          <a:xfrm>
            <a:off x="0" y="0"/>
            <a:ext cx="12138025" cy="6858000"/>
          </a:xfrm>
          <a:prstGeom prst="rect">
            <a:avLst/>
          </a:prstGeom>
        </p:spPr>
      </p:pic>
    </p:spTree>
    <p:extLst>
      <p:ext uri="{BB962C8B-B14F-4D97-AF65-F5344CB8AC3E}">
        <p14:creationId xmlns:p14="http://schemas.microsoft.com/office/powerpoint/2010/main" val="250766584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37E67-9EA4-9339-ED74-03BE003BB96F}"/>
              </a:ext>
            </a:extLst>
          </p:cNvPr>
          <p:cNvSpPr>
            <a:spLocks noGrp="1"/>
          </p:cNvSpPr>
          <p:nvPr>
            <p:ph type="title"/>
          </p:nvPr>
        </p:nvSpPr>
        <p:spPr>
          <a:xfrm>
            <a:off x="570173" y="630391"/>
            <a:ext cx="8632532" cy="360099"/>
          </a:xfrm>
        </p:spPr>
        <p:txBody>
          <a:bodyPr/>
          <a:lstStyle/>
          <a:p>
            <a:r>
              <a:rPr lang="en-US"/>
              <a:t>ODA Canvas Collaboration – Software Operators</a:t>
            </a:r>
          </a:p>
        </p:txBody>
      </p:sp>
      <p:sp>
        <p:nvSpPr>
          <p:cNvPr id="3" name="Text Placeholder 2">
            <a:extLst>
              <a:ext uri="{FF2B5EF4-FFF2-40B4-BE49-F238E27FC236}">
                <a16:creationId xmlns:a16="http://schemas.microsoft.com/office/drawing/2014/main" id="{FD8372C4-704E-C0C7-730C-EF10E68A8CB6}"/>
              </a:ext>
            </a:extLst>
          </p:cNvPr>
          <p:cNvSpPr>
            <a:spLocks noGrp="1"/>
          </p:cNvSpPr>
          <p:nvPr>
            <p:ph type="body" idx="1"/>
          </p:nvPr>
        </p:nvSpPr>
        <p:spPr>
          <a:xfrm>
            <a:off x="1317203" y="1190146"/>
            <a:ext cx="9715478" cy="2068259"/>
          </a:xfrm>
        </p:spPr>
        <p:txBody>
          <a:bodyPr/>
          <a:lstStyle/>
          <a:p>
            <a:pPr marL="228600" indent="0"/>
            <a:r>
              <a:rPr lang="en-US" sz="1600" b="0">
                <a:solidFill>
                  <a:srgbClr val="000000"/>
                </a:solidFill>
              </a:rPr>
              <a:t>The ODA Canvas ensures that</a:t>
            </a:r>
            <a:r>
              <a:rPr lang="en-US" sz="1600" b="0">
                <a:solidFill>
                  <a:schemeClr val="tx1"/>
                </a:solidFill>
              </a:rPr>
              <a:t> software following the ODA Component standard is portable across multiple platforms. It reduces the toil required to deploy and operate software by automating the standard services that are required by all software components.</a:t>
            </a:r>
          </a:p>
          <a:p>
            <a:pPr marL="228600" indent="0"/>
            <a:br>
              <a:rPr lang="en-US" sz="1600" b="0"/>
            </a:br>
            <a:r>
              <a:rPr lang="en-US" sz="1600" b="0">
                <a:solidFill>
                  <a:schemeClr val="tx1"/>
                </a:solidFill>
              </a:rPr>
              <a:t>It provides a reference implementation of all the standard Canvas Operators. As of May 2025, the operators are listed below. The list of operators are extensible, based on contributions from participants.</a:t>
            </a:r>
            <a:br>
              <a:rPr lang="en-US" sz="1600" b="0"/>
            </a:br>
            <a:endParaRPr lang="en-US" sz="1600" b="0">
              <a:solidFill>
                <a:srgbClr val="000000"/>
              </a:solidFill>
            </a:endParaRPr>
          </a:p>
        </p:txBody>
      </p:sp>
      <p:grpSp>
        <p:nvGrpSpPr>
          <p:cNvPr id="5" name="Group 4">
            <a:extLst>
              <a:ext uri="{FF2B5EF4-FFF2-40B4-BE49-F238E27FC236}">
                <a16:creationId xmlns:a16="http://schemas.microsoft.com/office/drawing/2014/main" id="{6C0A3C7A-F471-2826-8C67-4385F2ED1BF9}"/>
              </a:ext>
            </a:extLst>
          </p:cNvPr>
          <p:cNvGrpSpPr/>
          <p:nvPr/>
        </p:nvGrpSpPr>
        <p:grpSpPr>
          <a:xfrm>
            <a:off x="6174942" y="3141811"/>
            <a:ext cx="4664807" cy="2836390"/>
            <a:chOff x="6622227" y="1707155"/>
            <a:chExt cx="4664807" cy="2836390"/>
          </a:xfrm>
        </p:grpSpPr>
        <p:sp>
          <p:nvSpPr>
            <p:cNvPr id="6" name="TextBox 10">
              <a:extLst>
                <a:ext uri="{FF2B5EF4-FFF2-40B4-BE49-F238E27FC236}">
                  <a16:creationId xmlns:a16="http://schemas.microsoft.com/office/drawing/2014/main" id="{8F1212F0-F1AD-3849-2952-A60BE13631E4}"/>
                </a:ext>
              </a:extLst>
            </p:cNvPr>
            <p:cNvSpPr txBox="1"/>
            <p:nvPr/>
          </p:nvSpPr>
          <p:spPr>
            <a:xfrm>
              <a:off x="7912640" y="1799784"/>
              <a:ext cx="1895950"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1A2746"/>
                </a:solidFill>
                <a:effectLst/>
                <a:uLnTx/>
                <a:uFillTx/>
                <a:latin typeface="Arial"/>
                <a:ea typeface="+mn-ea"/>
                <a:cs typeface="+mn-cs"/>
              </a:endParaRPr>
            </a:p>
          </p:txBody>
        </p:sp>
        <p:pic>
          <p:nvPicPr>
            <p:cNvPr id="7" name="Picture 6" descr="A close-up of a card&#10;&#10;Description automatically generated with low confidence">
              <a:extLst>
                <a:ext uri="{FF2B5EF4-FFF2-40B4-BE49-F238E27FC236}">
                  <a16:creationId xmlns:a16="http://schemas.microsoft.com/office/drawing/2014/main" id="{87522AFA-D273-2421-468E-2F99480CF5E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294347" y="2439802"/>
              <a:ext cx="3532831" cy="1858414"/>
            </a:xfrm>
            <a:prstGeom prst="rect">
              <a:avLst/>
            </a:prstGeom>
          </p:spPr>
        </p:pic>
        <p:grpSp>
          <p:nvGrpSpPr>
            <p:cNvPr id="8" name="Group 7">
              <a:extLst>
                <a:ext uri="{FF2B5EF4-FFF2-40B4-BE49-F238E27FC236}">
                  <a16:creationId xmlns:a16="http://schemas.microsoft.com/office/drawing/2014/main" id="{3CF744CF-24AB-2398-2B4E-82D67C642E6A}"/>
                </a:ext>
              </a:extLst>
            </p:cNvPr>
            <p:cNvGrpSpPr/>
            <p:nvPr/>
          </p:nvGrpSpPr>
          <p:grpSpPr>
            <a:xfrm>
              <a:off x="7965817" y="2568616"/>
              <a:ext cx="1969081" cy="799058"/>
              <a:chOff x="7965819" y="2568619"/>
              <a:chExt cx="3298850" cy="1338682"/>
            </a:xfrm>
          </p:grpSpPr>
          <p:pic>
            <p:nvPicPr>
              <p:cNvPr id="25" name="Picture 24" descr="Diagram, shape&#10;&#10;Description automatically generated">
                <a:extLst>
                  <a:ext uri="{FF2B5EF4-FFF2-40B4-BE49-F238E27FC236}">
                    <a16:creationId xmlns:a16="http://schemas.microsoft.com/office/drawing/2014/main" id="{EA25D2F8-6671-108C-8A52-60FF7195580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21243423">
                <a:off x="7965819" y="2968928"/>
                <a:ext cx="482698" cy="391910"/>
              </a:xfrm>
              <a:prstGeom prst="roundRect">
                <a:avLst/>
              </a:prstGeom>
            </p:spPr>
          </p:pic>
          <p:pic>
            <p:nvPicPr>
              <p:cNvPr id="26" name="Picture 25" descr="Diagram, shape&#10;&#10;Description automatically generated">
                <a:extLst>
                  <a:ext uri="{FF2B5EF4-FFF2-40B4-BE49-F238E27FC236}">
                    <a16:creationId xmlns:a16="http://schemas.microsoft.com/office/drawing/2014/main" id="{39485200-6D83-5567-756E-0ACAA5F0088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21243423">
                <a:off x="9138974" y="2568619"/>
                <a:ext cx="482698" cy="391910"/>
              </a:xfrm>
              <a:prstGeom prst="roundRect">
                <a:avLst/>
              </a:prstGeom>
            </p:spPr>
          </p:pic>
          <p:pic>
            <p:nvPicPr>
              <p:cNvPr id="27" name="Picture 26" descr="Diagram, shape&#10;&#10;Description automatically generated">
                <a:extLst>
                  <a:ext uri="{FF2B5EF4-FFF2-40B4-BE49-F238E27FC236}">
                    <a16:creationId xmlns:a16="http://schemas.microsoft.com/office/drawing/2014/main" id="{B2552AB9-2E8E-E9AF-BFD5-5184945C20C2}"/>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21243423">
                <a:off x="8450126" y="3162483"/>
                <a:ext cx="482698" cy="391910"/>
              </a:xfrm>
              <a:prstGeom prst="roundRect">
                <a:avLst/>
              </a:prstGeom>
            </p:spPr>
          </p:pic>
          <p:pic>
            <p:nvPicPr>
              <p:cNvPr id="28" name="Picture 27" descr="Diagram, shape&#10;&#10;Description automatically generated">
                <a:extLst>
                  <a:ext uri="{FF2B5EF4-FFF2-40B4-BE49-F238E27FC236}">
                    <a16:creationId xmlns:a16="http://schemas.microsoft.com/office/drawing/2014/main" id="{DF7286AD-ED11-EF25-0CFA-F0C5AAB380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21243423">
                <a:off x="8738900" y="2855567"/>
                <a:ext cx="482698" cy="391910"/>
              </a:xfrm>
              <a:prstGeom prst="roundRect">
                <a:avLst/>
              </a:prstGeom>
            </p:spPr>
          </p:pic>
          <p:pic>
            <p:nvPicPr>
              <p:cNvPr id="29" name="Picture 28" descr="Diagram, shape&#10;&#10;Description automatically generated">
                <a:extLst>
                  <a:ext uri="{FF2B5EF4-FFF2-40B4-BE49-F238E27FC236}">
                    <a16:creationId xmlns:a16="http://schemas.microsoft.com/office/drawing/2014/main" id="{0CC8F1DA-8C57-856A-3C30-E92351962F02}"/>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21243423">
                <a:off x="9238922" y="2985604"/>
                <a:ext cx="482698" cy="391910"/>
              </a:xfrm>
              <a:prstGeom prst="roundRect">
                <a:avLst/>
              </a:prstGeom>
            </p:spPr>
          </p:pic>
          <p:pic>
            <p:nvPicPr>
              <p:cNvPr id="30" name="Picture 29">
                <a:extLst>
                  <a:ext uri="{FF2B5EF4-FFF2-40B4-BE49-F238E27FC236}">
                    <a16:creationId xmlns:a16="http://schemas.microsoft.com/office/drawing/2014/main" id="{9C140C93-F838-58AC-0C99-D96AFFBC0546}"/>
                  </a:ext>
                </a:extLst>
              </p:cNvPr>
              <p:cNvPicPr>
                <a:picLocks noChangeAspect="1"/>
              </p:cNvPicPr>
              <p:nvPr/>
            </p:nvPicPr>
            <p:blipFill>
              <a:blip r:embed="rId4"/>
              <a:stretch>
                <a:fillRect/>
              </a:stretch>
            </p:blipFill>
            <p:spPr>
              <a:xfrm>
                <a:off x="9816209" y="2639401"/>
                <a:ext cx="1448460" cy="914197"/>
              </a:xfrm>
              <a:prstGeom prst="roundRect">
                <a:avLst/>
              </a:prstGeom>
            </p:spPr>
          </p:pic>
          <p:pic>
            <p:nvPicPr>
              <p:cNvPr id="31" name="Picture 30" descr="Diagram, shape&#10;&#10;Description automatically generated">
                <a:extLst>
                  <a:ext uri="{FF2B5EF4-FFF2-40B4-BE49-F238E27FC236}">
                    <a16:creationId xmlns:a16="http://schemas.microsoft.com/office/drawing/2014/main" id="{B3B83D64-4477-4AE4-7E52-A49E28C52A3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21243423">
                <a:off x="9044918" y="3369312"/>
                <a:ext cx="482698" cy="391910"/>
              </a:xfrm>
              <a:prstGeom prst="roundRect">
                <a:avLst/>
              </a:prstGeom>
            </p:spPr>
          </p:pic>
          <p:pic>
            <p:nvPicPr>
              <p:cNvPr id="32" name="Picture 31" descr="Diagram, shape&#10;&#10;Description automatically generated">
                <a:extLst>
                  <a:ext uri="{FF2B5EF4-FFF2-40B4-BE49-F238E27FC236}">
                    <a16:creationId xmlns:a16="http://schemas.microsoft.com/office/drawing/2014/main" id="{C95FB4C1-B395-D7DF-FBAC-BD81F7D939A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21243423">
                <a:off x="9510194" y="3515391"/>
                <a:ext cx="482698" cy="391910"/>
              </a:xfrm>
              <a:prstGeom prst="roundRect">
                <a:avLst/>
              </a:prstGeom>
            </p:spPr>
          </p:pic>
        </p:grpSp>
        <p:sp>
          <p:nvSpPr>
            <p:cNvPr id="9" name="TextBox 13">
              <a:extLst>
                <a:ext uri="{FF2B5EF4-FFF2-40B4-BE49-F238E27FC236}">
                  <a16:creationId xmlns:a16="http://schemas.microsoft.com/office/drawing/2014/main" id="{701882F0-F526-7780-A7D2-9D79A18D6DB1}"/>
                </a:ext>
              </a:extLst>
            </p:cNvPr>
            <p:cNvSpPr txBox="1"/>
            <p:nvPr/>
          </p:nvSpPr>
          <p:spPr>
            <a:xfrm rot="20877000">
              <a:off x="8156883" y="2592037"/>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prstClr val="black"/>
                  </a:solidFill>
                  <a:effectLst/>
                  <a:uLnTx/>
                  <a:uFillTx/>
                  <a:latin typeface="Arial"/>
                  <a:ea typeface="+mn-ea"/>
                  <a:cs typeface="+mn-cs"/>
                </a:rPr>
                <a:t>OSS</a:t>
              </a:r>
            </a:p>
          </p:txBody>
        </p:sp>
        <p:sp>
          <p:nvSpPr>
            <p:cNvPr id="10" name="TextBox 14">
              <a:extLst>
                <a:ext uri="{FF2B5EF4-FFF2-40B4-BE49-F238E27FC236}">
                  <a16:creationId xmlns:a16="http://schemas.microsoft.com/office/drawing/2014/main" id="{C239E3E5-4967-B5B3-52BE-D9C0A362FC21}"/>
                </a:ext>
              </a:extLst>
            </p:cNvPr>
            <p:cNvSpPr txBox="1"/>
            <p:nvPr/>
          </p:nvSpPr>
          <p:spPr>
            <a:xfrm rot="732906">
              <a:off x="9619147" y="2586502"/>
              <a:ext cx="384987"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prstClr val="black"/>
                  </a:solidFill>
                  <a:effectLst/>
                  <a:uLnTx/>
                  <a:uFillTx/>
                  <a:latin typeface="Arial"/>
                  <a:ea typeface="+mn-ea"/>
                  <a:cs typeface="+mn-cs"/>
                </a:rPr>
                <a:t>BSS</a:t>
              </a:r>
            </a:p>
          </p:txBody>
        </p:sp>
        <p:sp>
          <p:nvSpPr>
            <p:cNvPr id="11" name="Graphic 9">
              <a:extLst>
                <a:ext uri="{FF2B5EF4-FFF2-40B4-BE49-F238E27FC236}">
                  <a16:creationId xmlns:a16="http://schemas.microsoft.com/office/drawing/2014/main" id="{5C628A38-976D-9DB5-42AF-EA8CA1261D25}"/>
                </a:ext>
              </a:extLst>
            </p:cNvPr>
            <p:cNvSpPr>
              <a:spLocks/>
            </p:cNvSpPr>
            <p:nvPr/>
          </p:nvSpPr>
          <p:spPr>
            <a:xfrm>
              <a:off x="6622227" y="3468709"/>
              <a:ext cx="964476" cy="1074836"/>
            </a:xfrm>
            <a:custGeom>
              <a:avLst/>
              <a:gdLst>
                <a:gd name="connsiteX0" fmla="*/ 293132 w 4635320"/>
                <a:gd name="connsiteY0" fmla="*/ 4090091 h 5165716"/>
                <a:gd name="connsiteX1" fmla="*/ 2024651 w 4635320"/>
                <a:gd name="connsiteY1" fmla="*/ 5089885 h 5165716"/>
                <a:gd name="connsiteX2" fmla="*/ 2610793 w 4635320"/>
                <a:gd name="connsiteY2" fmla="*/ 5089885 h 5165716"/>
                <a:gd name="connsiteX3" fmla="*/ 4342189 w 4635320"/>
                <a:gd name="connsiteY3" fmla="*/ 4090213 h 5165716"/>
                <a:gd name="connsiteX4" fmla="*/ 4342189 w 4635320"/>
                <a:gd name="connsiteY4" fmla="*/ 4090213 h 5165716"/>
                <a:gd name="connsiteX5" fmla="*/ 4635321 w 4635320"/>
                <a:gd name="connsiteY5" fmla="*/ 3582576 h 5165716"/>
                <a:gd name="connsiteX6" fmla="*/ 4635321 w 4635320"/>
                <a:gd name="connsiteY6" fmla="*/ 1583110 h 5165716"/>
                <a:gd name="connsiteX7" fmla="*/ 4342189 w 4635320"/>
                <a:gd name="connsiteY7" fmla="*/ 1075473 h 5165716"/>
                <a:gd name="connsiteX8" fmla="*/ 2610670 w 4635320"/>
                <a:gd name="connsiteY8" fmla="*/ 75802 h 5165716"/>
                <a:gd name="connsiteX9" fmla="*/ 2317660 w 4635320"/>
                <a:gd name="connsiteY9" fmla="*/ 0 h 5165716"/>
                <a:gd name="connsiteX10" fmla="*/ 2024528 w 4635320"/>
                <a:gd name="connsiteY10" fmla="*/ 75924 h 5165716"/>
                <a:gd name="connsiteX11" fmla="*/ 293132 w 4635320"/>
                <a:gd name="connsiteY11" fmla="*/ 1075473 h 5165716"/>
                <a:gd name="connsiteX12" fmla="*/ 0 w 4635320"/>
                <a:gd name="connsiteY12" fmla="*/ 1583110 h 5165716"/>
                <a:gd name="connsiteX13" fmla="*/ 0 w 4635320"/>
                <a:gd name="connsiteY13" fmla="*/ 3582453 h 5165716"/>
                <a:gd name="connsiteX14" fmla="*/ 293132 w 4635320"/>
                <a:gd name="connsiteY14" fmla="*/ 4090091 h 5165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5320" h="5165716">
                  <a:moveTo>
                    <a:pt x="293132" y="4090091"/>
                  </a:moveTo>
                  <a:lnTo>
                    <a:pt x="2024651" y="5089885"/>
                  </a:lnTo>
                  <a:cubicBezTo>
                    <a:pt x="2199842" y="5190995"/>
                    <a:pt x="2435356" y="5190995"/>
                    <a:pt x="2610793" y="5089885"/>
                  </a:cubicBezTo>
                  <a:lnTo>
                    <a:pt x="4342189" y="4090213"/>
                  </a:lnTo>
                  <a:lnTo>
                    <a:pt x="4342189" y="4090213"/>
                  </a:lnTo>
                  <a:cubicBezTo>
                    <a:pt x="4517503" y="3988981"/>
                    <a:pt x="4635321" y="3784918"/>
                    <a:pt x="4635321" y="3582576"/>
                  </a:cubicBezTo>
                  <a:lnTo>
                    <a:pt x="4635321" y="1583110"/>
                  </a:lnTo>
                  <a:cubicBezTo>
                    <a:pt x="4635321" y="1380768"/>
                    <a:pt x="4517503" y="1176706"/>
                    <a:pt x="4342189" y="1075473"/>
                  </a:cubicBezTo>
                  <a:lnTo>
                    <a:pt x="2610670" y="75802"/>
                  </a:lnTo>
                  <a:cubicBezTo>
                    <a:pt x="2523074" y="25185"/>
                    <a:pt x="2420367" y="0"/>
                    <a:pt x="2317660" y="0"/>
                  </a:cubicBezTo>
                  <a:cubicBezTo>
                    <a:pt x="2214954" y="0"/>
                    <a:pt x="2112247" y="25308"/>
                    <a:pt x="2024528" y="75924"/>
                  </a:cubicBezTo>
                  <a:lnTo>
                    <a:pt x="293132" y="1075473"/>
                  </a:lnTo>
                  <a:cubicBezTo>
                    <a:pt x="117818" y="1176706"/>
                    <a:pt x="0" y="1380768"/>
                    <a:pt x="0" y="1583110"/>
                  </a:cubicBezTo>
                  <a:lnTo>
                    <a:pt x="0" y="3582453"/>
                  </a:lnTo>
                  <a:cubicBezTo>
                    <a:pt x="0" y="3784796"/>
                    <a:pt x="117818" y="3988858"/>
                    <a:pt x="293132" y="4090091"/>
                  </a:cubicBezTo>
                </a:path>
              </a:pathLst>
            </a:custGeom>
            <a:solidFill>
              <a:schemeClr val="tx2"/>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white"/>
                  </a:solidFill>
                  <a:effectLst/>
                  <a:uLnTx/>
                  <a:uFillTx/>
                  <a:latin typeface="Arial"/>
                  <a:ea typeface="+mn-ea"/>
                  <a:cs typeface="+mn-cs"/>
                </a:rPr>
                <a:t>ODA Canvas</a:t>
              </a:r>
            </a:p>
          </p:txBody>
        </p:sp>
        <p:grpSp>
          <p:nvGrpSpPr>
            <p:cNvPr id="12" name="Group 11">
              <a:extLst>
                <a:ext uri="{FF2B5EF4-FFF2-40B4-BE49-F238E27FC236}">
                  <a16:creationId xmlns:a16="http://schemas.microsoft.com/office/drawing/2014/main" id="{5B728A69-8456-49B2-9EC6-67D9EAEBE3E1}"/>
                </a:ext>
              </a:extLst>
            </p:cNvPr>
            <p:cNvGrpSpPr/>
            <p:nvPr/>
          </p:nvGrpSpPr>
          <p:grpSpPr>
            <a:xfrm>
              <a:off x="9695693" y="1707155"/>
              <a:ext cx="1591341" cy="1392040"/>
              <a:chOff x="9695693" y="1707154"/>
              <a:chExt cx="2653704" cy="2321350"/>
            </a:xfrm>
          </p:grpSpPr>
          <p:pic>
            <p:nvPicPr>
              <p:cNvPr id="17" name="Picture 16" descr="Diagram, shape&#10;&#10;Description automatically generated">
                <a:extLst>
                  <a:ext uri="{FF2B5EF4-FFF2-40B4-BE49-F238E27FC236}">
                    <a16:creationId xmlns:a16="http://schemas.microsoft.com/office/drawing/2014/main" id="{1D3F72B5-EE0B-1957-B9D6-EA4DCE4998CB}"/>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11124521" y="2957378"/>
                <a:ext cx="1224876" cy="1071126"/>
              </a:xfrm>
              <a:prstGeom prst="rect">
                <a:avLst/>
              </a:prstGeom>
            </p:spPr>
          </p:pic>
          <p:pic>
            <p:nvPicPr>
              <p:cNvPr id="18" name="Picture 17" descr="Diagram, shape&#10;&#10;Description automatically generated">
                <a:extLst>
                  <a:ext uri="{FF2B5EF4-FFF2-40B4-BE49-F238E27FC236}">
                    <a16:creationId xmlns:a16="http://schemas.microsoft.com/office/drawing/2014/main" id="{E6F7D218-D87C-03BF-A005-F94CDBA41D13}"/>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10781322" y="2341021"/>
                <a:ext cx="1224876" cy="1071126"/>
              </a:xfrm>
              <a:prstGeom prst="rect">
                <a:avLst/>
              </a:prstGeom>
            </p:spPr>
          </p:pic>
          <p:pic>
            <p:nvPicPr>
              <p:cNvPr id="19" name="Picture 18" descr="Diagram, shape&#10;&#10;Description automatically generated">
                <a:extLst>
                  <a:ext uri="{FF2B5EF4-FFF2-40B4-BE49-F238E27FC236}">
                    <a16:creationId xmlns:a16="http://schemas.microsoft.com/office/drawing/2014/main" id="{7199B0BB-03BB-EA13-BF3D-75FAD069094B}"/>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10063406" y="2334017"/>
                <a:ext cx="1224876" cy="1071126"/>
              </a:xfrm>
              <a:prstGeom prst="rect">
                <a:avLst/>
              </a:prstGeom>
            </p:spPr>
          </p:pic>
          <p:pic>
            <p:nvPicPr>
              <p:cNvPr id="20" name="Picture 19" descr="Diagram, shape&#10;&#10;Description automatically generated">
                <a:extLst>
                  <a:ext uri="{FF2B5EF4-FFF2-40B4-BE49-F238E27FC236}">
                    <a16:creationId xmlns:a16="http://schemas.microsoft.com/office/drawing/2014/main" id="{C1509B2F-F4E6-DFA5-1FE6-2DA1C0D6ED9B}"/>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9695693" y="1707154"/>
                <a:ext cx="1224876" cy="1071125"/>
              </a:xfrm>
              <a:prstGeom prst="rect">
                <a:avLst/>
              </a:prstGeom>
            </p:spPr>
          </p:pic>
          <p:pic>
            <p:nvPicPr>
              <p:cNvPr id="21" name="Picture 20" descr="Diagram, shape&#10;&#10;Description automatically generated">
                <a:extLst>
                  <a:ext uri="{FF2B5EF4-FFF2-40B4-BE49-F238E27FC236}">
                    <a16:creationId xmlns:a16="http://schemas.microsoft.com/office/drawing/2014/main" id="{7CEA5055-FA76-0F21-57ED-A995754FDFF7}"/>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10424115" y="1717660"/>
                <a:ext cx="1224876" cy="1071126"/>
              </a:xfrm>
              <a:prstGeom prst="rect">
                <a:avLst/>
              </a:prstGeom>
            </p:spPr>
          </p:pic>
          <p:grpSp>
            <p:nvGrpSpPr>
              <p:cNvPr id="22" name="Group 21">
                <a:extLst>
                  <a:ext uri="{FF2B5EF4-FFF2-40B4-BE49-F238E27FC236}">
                    <a16:creationId xmlns:a16="http://schemas.microsoft.com/office/drawing/2014/main" id="{018FF799-8026-6A9F-6490-0DF469F7A450}"/>
                  </a:ext>
                </a:extLst>
              </p:cNvPr>
              <p:cNvGrpSpPr/>
              <p:nvPr/>
            </p:nvGrpSpPr>
            <p:grpSpPr>
              <a:xfrm>
                <a:off x="9983942" y="1917038"/>
                <a:ext cx="2104274" cy="2007093"/>
                <a:chOff x="9983942" y="1917038"/>
                <a:chExt cx="2145033" cy="2045970"/>
              </a:xfrm>
            </p:grpSpPr>
            <p:pic>
              <p:nvPicPr>
                <p:cNvPr id="23" name="Picture 22">
                  <a:extLst>
                    <a:ext uri="{FF2B5EF4-FFF2-40B4-BE49-F238E27FC236}">
                      <a16:creationId xmlns:a16="http://schemas.microsoft.com/office/drawing/2014/main" id="{74FAF63F-698A-0FA8-50F7-52A6312CC074}"/>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989424" y="1923095"/>
                  <a:ext cx="2139551" cy="2037666"/>
                </a:xfrm>
                <a:prstGeom prst="rect">
                  <a:avLst/>
                </a:prstGeom>
                <a:noFill/>
                <a:extLst>
                  <a:ext uri="{909E8E84-426E-40DD-AFC4-6F175D3DCCD1}">
                    <a14:hiddenFill xmlns:a14="http://schemas.microsoft.com/office/drawing/2010/main">
                      <a:solidFill>
                        <a:srgbClr val="FFFFFF"/>
                      </a:solidFill>
                    </a14:hiddenFill>
                  </a:ext>
                </a:extLst>
              </p:spPr>
            </p:pic>
            <p:sp>
              <p:nvSpPr>
                <p:cNvPr id="24" name="Freeform: Shape 23">
                  <a:extLst>
                    <a:ext uri="{FF2B5EF4-FFF2-40B4-BE49-F238E27FC236}">
                      <a16:creationId xmlns:a16="http://schemas.microsoft.com/office/drawing/2014/main" id="{934D97BD-10DC-A8FF-8D2A-38EE3BA6D96D}"/>
                    </a:ext>
                  </a:extLst>
                </p:cNvPr>
                <p:cNvSpPr/>
                <p:nvPr/>
              </p:nvSpPr>
              <p:spPr>
                <a:xfrm>
                  <a:off x="9983942" y="1917038"/>
                  <a:ext cx="2145030" cy="2045970"/>
                </a:xfrm>
                <a:custGeom>
                  <a:avLst/>
                  <a:gdLst>
                    <a:gd name="connsiteX0" fmla="*/ 342900 w 2145030"/>
                    <a:gd name="connsiteY0" fmla="*/ 0 h 2045970"/>
                    <a:gd name="connsiteX1" fmla="*/ 708660 w 2145030"/>
                    <a:gd name="connsiteY1" fmla="*/ 209550 h 2045970"/>
                    <a:gd name="connsiteX2" fmla="*/ 1078230 w 2145030"/>
                    <a:gd name="connsiteY2" fmla="*/ 3810 h 2045970"/>
                    <a:gd name="connsiteX3" fmla="*/ 1409700 w 2145030"/>
                    <a:gd name="connsiteY3" fmla="*/ 201930 h 2045970"/>
                    <a:gd name="connsiteX4" fmla="*/ 1413510 w 2145030"/>
                    <a:gd name="connsiteY4" fmla="*/ 613410 h 2045970"/>
                    <a:gd name="connsiteX5" fmla="*/ 1779270 w 2145030"/>
                    <a:gd name="connsiteY5" fmla="*/ 822960 h 2045970"/>
                    <a:gd name="connsiteX6" fmla="*/ 1775460 w 2145030"/>
                    <a:gd name="connsiteY6" fmla="*/ 1234440 h 2045970"/>
                    <a:gd name="connsiteX7" fmla="*/ 2145030 w 2145030"/>
                    <a:gd name="connsiteY7" fmla="*/ 1443990 h 2045970"/>
                    <a:gd name="connsiteX8" fmla="*/ 2145030 w 2145030"/>
                    <a:gd name="connsiteY8" fmla="*/ 1847850 h 2045970"/>
                    <a:gd name="connsiteX9" fmla="*/ 1794510 w 2145030"/>
                    <a:gd name="connsiteY9" fmla="*/ 2045970 h 2045970"/>
                    <a:gd name="connsiteX10" fmla="*/ 1451610 w 2145030"/>
                    <a:gd name="connsiteY10" fmla="*/ 1840230 h 2045970"/>
                    <a:gd name="connsiteX11" fmla="*/ 1451610 w 2145030"/>
                    <a:gd name="connsiteY11" fmla="*/ 1440180 h 2045970"/>
                    <a:gd name="connsiteX12" fmla="*/ 1078230 w 2145030"/>
                    <a:gd name="connsiteY12" fmla="*/ 1223010 h 2045970"/>
                    <a:gd name="connsiteX13" fmla="*/ 704850 w 2145030"/>
                    <a:gd name="connsiteY13" fmla="*/ 1428750 h 2045970"/>
                    <a:gd name="connsiteX14" fmla="*/ 354330 w 2145030"/>
                    <a:gd name="connsiteY14" fmla="*/ 1226820 h 2045970"/>
                    <a:gd name="connsiteX15" fmla="*/ 358140 w 2145030"/>
                    <a:gd name="connsiteY15" fmla="*/ 815340 h 2045970"/>
                    <a:gd name="connsiteX16" fmla="*/ 0 w 2145030"/>
                    <a:gd name="connsiteY16" fmla="*/ 605790 h 2045970"/>
                    <a:gd name="connsiteX17" fmla="*/ 3810 w 2145030"/>
                    <a:gd name="connsiteY17" fmla="*/ 194310 h 2045970"/>
                    <a:gd name="connsiteX18" fmla="*/ 342900 w 2145030"/>
                    <a:gd name="connsiteY18" fmla="*/ 0 h 2045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45030" h="2045970">
                      <a:moveTo>
                        <a:pt x="342900" y="0"/>
                      </a:moveTo>
                      <a:lnTo>
                        <a:pt x="708660" y="209550"/>
                      </a:lnTo>
                      <a:lnTo>
                        <a:pt x="1078230" y="3810"/>
                      </a:lnTo>
                      <a:lnTo>
                        <a:pt x="1409700" y="201930"/>
                      </a:lnTo>
                      <a:lnTo>
                        <a:pt x="1413510" y="613410"/>
                      </a:lnTo>
                      <a:lnTo>
                        <a:pt x="1779270" y="822960"/>
                      </a:lnTo>
                      <a:lnTo>
                        <a:pt x="1775460" y="1234440"/>
                      </a:lnTo>
                      <a:lnTo>
                        <a:pt x="2145030" y="1443990"/>
                      </a:lnTo>
                      <a:lnTo>
                        <a:pt x="2145030" y="1847850"/>
                      </a:lnTo>
                      <a:lnTo>
                        <a:pt x="1794510" y="2045970"/>
                      </a:lnTo>
                      <a:lnTo>
                        <a:pt x="1451610" y="1840230"/>
                      </a:lnTo>
                      <a:lnTo>
                        <a:pt x="1451610" y="1440180"/>
                      </a:lnTo>
                      <a:lnTo>
                        <a:pt x="1078230" y="1223010"/>
                      </a:lnTo>
                      <a:lnTo>
                        <a:pt x="704850" y="1428750"/>
                      </a:lnTo>
                      <a:lnTo>
                        <a:pt x="354330" y="1226820"/>
                      </a:lnTo>
                      <a:lnTo>
                        <a:pt x="358140" y="815340"/>
                      </a:lnTo>
                      <a:lnTo>
                        <a:pt x="0" y="605790"/>
                      </a:lnTo>
                      <a:lnTo>
                        <a:pt x="3810" y="194310"/>
                      </a:lnTo>
                      <a:lnTo>
                        <a:pt x="342900" y="0"/>
                      </a:lnTo>
                      <a:close/>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grpSp>
        <p:cxnSp>
          <p:nvCxnSpPr>
            <p:cNvPr id="13" name="Curved Connector 31">
              <a:extLst>
                <a:ext uri="{FF2B5EF4-FFF2-40B4-BE49-F238E27FC236}">
                  <a16:creationId xmlns:a16="http://schemas.microsoft.com/office/drawing/2014/main" id="{2805028F-F02F-170F-6890-ABF8FE02B9BB}"/>
                </a:ext>
              </a:extLst>
            </p:cNvPr>
            <p:cNvCxnSpPr>
              <a:cxnSpLocks/>
            </p:cNvCxnSpPr>
            <p:nvPr/>
          </p:nvCxnSpPr>
          <p:spPr>
            <a:xfrm rot="10800000" flipV="1">
              <a:off x="9676540" y="2310047"/>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A2A8AA5-E2D7-F615-CE1D-4B8BF2ECF44B}"/>
                </a:ext>
              </a:extLst>
            </p:cNvPr>
            <p:cNvCxnSpPr>
              <a:cxnSpLocks/>
            </p:cNvCxnSpPr>
            <p:nvPr/>
          </p:nvCxnSpPr>
          <p:spPr>
            <a:xfrm flipV="1">
              <a:off x="7489257" y="3629025"/>
              <a:ext cx="578365" cy="377102"/>
            </a:xfrm>
            <a:prstGeom prst="line">
              <a:avLst/>
            </a:prstGeom>
            <a:ln w="6350">
              <a:tailEnd type="oval" w="sm" len="sm"/>
            </a:ln>
          </p:spPr>
          <p:style>
            <a:lnRef idx="1">
              <a:schemeClr val="accent1"/>
            </a:lnRef>
            <a:fillRef idx="0">
              <a:schemeClr val="accent1"/>
            </a:fillRef>
            <a:effectRef idx="0">
              <a:schemeClr val="accent1"/>
            </a:effectRef>
            <a:fontRef idx="minor">
              <a:schemeClr val="tx1"/>
            </a:fontRef>
          </p:style>
        </p:cxnSp>
        <p:pic>
          <p:nvPicPr>
            <p:cNvPr id="15" name="Picture 14" descr="Diagram, shape&#10;&#10;Description automatically generated">
              <a:extLst>
                <a:ext uri="{FF2B5EF4-FFF2-40B4-BE49-F238E27FC236}">
                  <a16:creationId xmlns:a16="http://schemas.microsoft.com/office/drawing/2014/main" id="{8033D14E-1983-3D93-6E72-1ACB6E3105D2}"/>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7308165" y="2051433"/>
              <a:ext cx="637040" cy="517226"/>
            </a:xfrm>
            <a:prstGeom prst="roundRect">
              <a:avLst/>
            </a:prstGeom>
          </p:spPr>
        </p:pic>
        <p:cxnSp>
          <p:nvCxnSpPr>
            <p:cNvPr id="16" name="Curved Connector 31">
              <a:extLst>
                <a:ext uri="{FF2B5EF4-FFF2-40B4-BE49-F238E27FC236}">
                  <a16:creationId xmlns:a16="http://schemas.microsoft.com/office/drawing/2014/main" id="{B491595E-D175-6B5B-091D-E4E4114E5D40}"/>
                </a:ext>
              </a:extLst>
            </p:cNvPr>
            <p:cNvCxnSpPr>
              <a:cxnSpLocks/>
            </p:cNvCxnSpPr>
            <p:nvPr/>
          </p:nvCxnSpPr>
          <p:spPr>
            <a:xfrm rot="10800000" flipH="1" flipV="1">
              <a:off x="7864437" y="2453222"/>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40B7B6EB-2435-4151-CDBF-9FD39E0BFE3E}"/>
              </a:ext>
            </a:extLst>
          </p:cNvPr>
          <p:cNvGrpSpPr/>
          <p:nvPr/>
        </p:nvGrpSpPr>
        <p:grpSpPr>
          <a:xfrm>
            <a:off x="1452047" y="4010796"/>
            <a:ext cx="1907642" cy="303545"/>
            <a:chOff x="10794614" y="2763311"/>
            <a:chExt cx="1349825" cy="214785"/>
          </a:xfrm>
        </p:grpSpPr>
        <p:sp>
          <p:nvSpPr>
            <p:cNvPr id="34" name="Rectangle 33">
              <a:extLst>
                <a:ext uri="{FF2B5EF4-FFF2-40B4-BE49-F238E27FC236}">
                  <a16:creationId xmlns:a16="http://schemas.microsoft.com/office/drawing/2014/main" id="{DD9F3A12-D0CE-06CD-78ED-14BD3A397AF2}"/>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 API Management</a:t>
              </a:r>
            </a:p>
          </p:txBody>
        </p:sp>
        <p:sp>
          <p:nvSpPr>
            <p:cNvPr id="35" name="Rectangle 34">
              <a:extLst>
                <a:ext uri="{FF2B5EF4-FFF2-40B4-BE49-F238E27FC236}">
                  <a16:creationId xmlns:a16="http://schemas.microsoft.com/office/drawing/2014/main" id="{B5B0045C-9A7A-B372-0B5C-0341F2A3F33B}"/>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36" name="Group 35">
            <a:extLst>
              <a:ext uri="{FF2B5EF4-FFF2-40B4-BE49-F238E27FC236}">
                <a16:creationId xmlns:a16="http://schemas.microsoft.com/office/drawing/2014/main" id="{03BEBDBC-AF7F-7A69-9E0E-14999578A4FF}"/>
              </a:ext>
            </a:extLst>
          </p:cNvPr>
          <p:cNvGrpSpPr/>
          <p:nvPr/>
        </p:nvGrpSpPr>
        <p:grpSpPr>
          <a:xfrm>
            <a:off x="1452047" y="5025776"/>
            <a:ext cx="1907642" cy="303545"/>
            <a:chOff x="10795124" y="3486136"/>
            <a:chExt cx="1349825" cy="214785"/>
          </a:xfrm>
        </p:grpSpPr>
        <p:sp>
          <p:nvSpPr>
            <p:cNvPr id="37" name="Rectangle 36">
              <a:extLst>
                <a:ext uri="{FF2B5EF4-FFF2-40B4-BE49-F238E27FC236}">
                  <a16:creationId xmlns:a16="http://schemas.microsoft.com/office/drawing/2014/main" id="{9A7831BA-A233-5AF9-FC66-3C0B62AD246A}"/>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Identity Management</a:t>
              </a:r>
            </a:p>
          </p:txBody>
        </p:sp>
        <p:sp>
          <p:nvSpPr>
            <p:cNvPr id="38" name="Rectangle 37">
              <a:extLst>
                <a:ext uri="{FF2B5EF4-FFF2-40B4-BE49-F238E27FC236}">
                  <a16:creationId xmlns:a16="http://schemas.microsoft.com/office/drawing/2014/main" id="{4A79415D-BD83-68D5-B3A9-0809B2C019A1}"/>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39" name="Group 38">
            <a:extLst>
              <a:ext uri="{FF2B5EF4-FFF2-40B4-BE49-F238E27FC236}">
                <a16:creationId xmlns:a16="http://schemas.microsoft.com/office/drawing/2014/main" id="{7F0CAA81-D792-45D1-E460-19A5C40A4187}"/>
              </a:ext>
            </a:extLst>
          </p:cNvPr>
          <p:cNvGrpSpPr/>
          <p:nvPr/>
        </p:nvGrpSpPr>
        <p:grpSpPr>
          <a:xfrm>
            <a:off x="1452047" y="4687450"/>
            <a:ext cx="1907642" cy="303545"/>
            <a:chOff x="10795124" y="3246143"/>
            <a:chExt cx="1349825" cy="214785"/>
          </a:xfrm>
        </p:grpSpPr>
        <p:sp>
          <p:nvSpPr>
            <p:cNvPr id="40" name="Rectangle 39">
              <a:extLst>
                <a:ext uri="{FF2B5EF4-FFF2-40B4-BE49-F238E27FC236}">
                  <a16:creationId xmlns:a16="http://schemas.microsoft.com/office/drawing/2014/main" id="{D7A45BC8-8A0F-65C2-DA33-9DF11ECD09E1}"/>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    Event Management</a:t>
              </a:r>
            </a:p>
          </p:txBody>
        </p:sp>
        <p:sp>
          <p:nvSpPr>
            <p:cNvPr id="41" name="Rectangle 40">
              <a:extLst>
                <a:ext uri="{FF2B5EF4-FFF2-40B4-BE49-F238E27FC236}">
                  <a16:creationId xmlns:a16="http://schemas.microsoft.com/office/drawing/2014/main" id="{2E0420DF-9382-F847-4B94-1281C36AC074}"/>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42" name="Group 41">
            <a:extLst>
              <a:ext uri="{FF2B5EF4-FFF2-40B4-BE49-F238E27FC236}">
                <a16:creationId xmlns:a16="http://schemas.microsoft.com/office/drawing/2014/main" id="{AABDB049-9D28-5724-E1CF-972D4D35D5BF}"/>
              </a:ext>
            </a:extLst>
          </p:cNvPr>
          <p:cNvGrpSpPr/>
          <p:nvPr/>
        </p:nvGrpSpPr>
        <p:grpSpPr>
          <a:xfrm>
            <a:off x="3509874" y="3673277"/>
            <a:ext cx="1907642" cy="303545"/>
            <a:chOff x="10795124" y="3722555"/>
            <a:chExt cx="1349825" cy="214785"/>
          </a:xfrm>
        </p:grpSpPr>
        <p:sp>
          <p:nvSpPr>
            <p:cNvPr id="43" name="Rectangle 42">
              <a:extLst>
                <a:ext uri="{FF2B5EF4-FFF2-40B4-BE49-F238E27FC236}">
                  <a16:creationId xmlns:a16="http://schemas.microsoft.com/office/drawing/2014/main" id="{950945D5-E70C-3D03-ED1C-3F8D9DA6F7A9}"/>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  Secrets Management</a:t>
              </a:r>
            </a:p>
          </p:txBody>
        </p:sp>
        <p:sp>
          <p:nvSpPr>
            <p:cNvPr id="44" name="Rectangle 43">
              <a:extLst>
                <a:ext uri="{FF2B5EF4-FFF2-40B4-BE49-F238E27FC236}">
                  <a16:creationId xmlns:a16="http://schemas.microsoft.com/office/drawing/2014/main" id="{706CBE2D-3DA1-038A-12F9-14152D4DC5FC}"/>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45" name="Group 44">
            <a:extLst>
              <a:ext uri="{FF2B5EF4-FFF2-40B4-BE49-F238E27FC236}">
                <a16:creationId xmlns:a16="http://schemas.microsoft.com/office/drawing/2014/main" id="{130F1222-F787-963D-DBC1-EA9C2C770AB1}"/>
              </a:ext>
            </a:extLst>
          </p:cNvPr>
          <p:cNvGrpSpPr/>
          <p:nvPr/>
        </p:nvGrpSpPr>
        <p:grpSpPr>
          <a:xfrm>
            <a:off x="3509874" y="4011604"/>
            <a:ext cx="1907642" cy="303545"/>
            <a:chOff x="10795124" y="3961903"/>
            <a:chExt cx="1349825" cy="214785"/>
          </a:xfrm>
        </p:grpSpPr>
        <p:sp>
          <p:nvSpPr>
            <p:cNvPr id="46" name="Rectangle 45">
              <a:extLst>
                <a:ext uri="{FF2B5EF4-FFF2-40B4-BE49-F238E27FC236}">
                  <a16:creationId xmlns:a16="http://schemas.microsoft.com/office/drawing/2014/main" id="{D4801B50-1296-7787-D25F-15420781DAA2}"/>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Carbon Management</a:t>
              </a:r>
            </a:p>
          </p:txBody>
        </p:sp>
        <p:sp>
          <p:nvSpPr>
            <p:cNvPr id="47" name="Rectangle 46">
              <a:extLst>
                <a:ext uri="{FF2B5EF4-FFF2-40B4-BE49-F238E27FC236}">
                  <a16:creationId xmlns:a16="http://schemas.microsoft.com/office/drawing/2014/main" id="{76F1113B-0B97-E228-EFB3-B85B3B96CBD1}"/>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48" name="Group 47">
            <a:extLst>
              <a:ext uri="{FF2B5EF4-FFF2-40B4-BE49-F238E27FC236}">
                <a16:creationId xmlns:a16="http://schemas.microsoft.com/office/drawing/2014/main" id="{DA4C1702-FC96-8FBA-15DA-79E797EFACAC}"/>
              </a:ext>
            </a:extLst>
          </p:cNvPr>
          <p:cNvGrpSpPr/>
          <p:nvPr/>
        </p:nvGrpSpPr>
        <p:grpSpPr>
          <a:xfrm>
            <a:off x="1452047" y="4349123"/>
            <a:ext cx="1907642" cy="303545"/>
            <a:chOff x="10794612" y="3006829"/>
            <a:chExt cx="1349825" cy="214785"/>
          </a:xfrm>
        </p:grpSpPr>
        <p:sp>
          <p:nvSpPr>
            <p:cNvPr id="49" name="Rectangle 48">
              <a:extLst>
                <a:ext uri="{FF2B5EF4-FFF2-40B4-BE49-F238E27FC236}">
                  <a16:creationId xmlns:a16="http://schemas.microsoft.com/office/drawing/2014/main" id="{8FE09457-411A-E5ED-F76F-7C04283C98AF}"/>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    Observability Management</a:t>
              </a:r>
            </a:p>
          </p:txBody>
        </p:sp>
        <p:sp>
          <p:nvSpPr>
            <p:cNvPr id="50" name="Rectangle 49">
              <a:extLst>
                <a:ext uri="{FF2B5EF4-FFF2-40B4-BE49-F238E27FC236}">
                  <a16:creationId xmlns:a16="http://schemas.microsoft.com/office/drawing/2014/main" id="{1ABB2D5C-812F-4451-890C-4125D7C7356C}"/>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a:ln>
                  <a:noFill/>
                </a:ln>
                <a:solidFill>
                  <a:prstClr val="white"/>
                </a:solidFill>
                <a:effectLst/>
                <a:uLnTx/>
                <a:uFillTx/>
                <a:latin typeface="Arial"/>
                <a:ea typeface="+mn-ea"/>
                <a:cs typeface="+mn-cs"/>
              </a:endParaRPr>
            </a:p>
          </p:txBody>
        </p:sp>
      </p:grpSp>
      <p:sp>
        <p:nvSpPr>
          <p:cNvPr id="51" name="TextBox 50">
            <a:extLst>
              <a:ext uri="{FF2B5EF4-FFF2-40B4-BE49-F238E27FC236}">
                <a16:creationId xmlns:a16="http://schemas.microsoft.com/office/drawing/2014/main" id="{3E093825-0E14-C25F-299C-6AAD17286FFB}"/>
              </a:ext>
            </a:extLst>
          </p:cNvPr>
          <p:cNvSpPr txBox="1"/>
          <p:nvPr/>
        </p:nvSpPr>
        <p:spPr>
          <a:xfrm>
            <a:off x="1617115" y="3384481"/>
            <a:ext cx="1809722"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Arial"/>
                <a:ea typeface="+mn-ea"/>
                <a:cs typeface="+mn-cs"/>
              </a:rPr>
              <a:t>Canvas Operators</a:t>
            </a:r>
          </a:p>
        </p:txBody>
      </p:sp>
      <p:grpSp>
        <p:nvGrpSpPr>
          <p:cNvPr id="52" name="Group 51">
            <a:extLst>
              <a:ext uri="{FF2B5EF4-FFF2-40B4-BE49-F238E27FC236}">
                <a16:creationId xmlns:a16="http://schemas.microsoft.com/office/drawing/2014/main" id="{3FD3E672-B7E8-1B18-408B-8936E3370FBE}"/>
              </a:ext>
            </a:extLst>
          </p:cNvPr>
          <p:cNvGrpSpPr/>
          <p:nvPr/>
        </p:nvGrpSpPr>
        <p:grpSpPr>
          <a:xfrm>
            <a:off x="3509874" y="4349931"/>
            <a:ext cx="1907642" cy="303545"/>
            <a:chOff x="10791949" y="4203203"/>
            <a:chExt cx="1349825" cy="214785"/>
          </a:xfrm>
        </p:grpSpPr>
        <p:sp>
          <p:nvSpPr>
            <p:cNvPr id="53" name="Rectangle 52">
              <a:extLst>
                <a:ext uri="{FF2B5EF4-FFF2-40B4-BE49-F238E27FC236}">
                  <a16:creationId xmlns:a16="http://schemas.microsoft.com/office/drawing/2014/main" id="{A59BA12E-95ED-5098-8DF6-384E66EBFFD0}"/>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Cost Management</a:t>
              </a:r>
            </a:p>
          </p:txBody>
        </p:sp>
        <p:sp>
          <p:nvSpPr>
            <p:cNvPr id="54" name="Rectangle 53">
              <a:extLst>
                <a:ext uri="{FF2B5EF4-FFF2-40B4-BE49-F238E27FC236}">
                  <a16:creationId xmlns:a16="http://schemas.microsoft.com/office/drawing/2014/main" id="{641860EF-2D99-2A47-223D-7EE1EBB32F78}"/>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55" name="Group 54">
            <a:extLst>
              <a:ext uri="{FF2B5EF4-FFF2-40B4-BE49-F238E27FC236}">
                <a16:creationId xmlns:a16="http://schemas.microsoft.com/office/drawing/2014/main" id="{ADA4ED52-AD89-BC91-7FF9-22946BF8452B}"/>
              </a:ext>
            </a:extLst>
          </p:cNvPr>
          <p:cNvGrpSpPr/>
          <p:nvPr/>
        </p:nvGrpSpPr>
        <p:grpSpPr>
          <a:xfrm>
            <a:off x="3509874" y="4688258"/>
            <a:ext cx="1907642" cy="303545"/>
            <a:chOff x="10791949" y="4444503"/>
            <a:chExt cx="1349825" cy="214785"/>
          </a:xfrm>
        </p:grpSpPr>
        <p:sp>
          <p:nvSpPr>
            <p:cNvPr id="56" name="Rectangle 55">
              <a:extLst>
                <a:ext uri="{FF2B5EF4-FFF2-40B4-BE49-F238E27FC236}">
                  <a16:creationId xmlns:a16="http://schemas.microsoft.com/office/drawing/2014/main" id="{86977FE8-66C2-AF8D-78B0-9931D81F7752}"/>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AI Management</a:t>
              </a:r>
            </a:p>
          </p:txBody>
        </p:sp>
        <p:sp>
          <p:nvSpPr>
            <p:cNvPr id="57" name="Rectangle 56">
              <a:extLst>
                <a:ext uri="{FF2B5EF4-FFF2-40B4-BE49-F238E27FC236}">
                  <a16:creationId xmlns:a16="http://schemas.microsoft.com/office/drawing/2014/main" id="{F133ED70-F5B2-2819-E475-BC858D06B8AD}"/>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58" name="Group 57">
            <a:extLst>
              <a:ext uri="{FF2B5EF4-FFF2-40B4-BE49-F238E27FC236}">
                <a16:creationId xmlns:a16="http://schemas.microsoft.com/office/drawing/2014/main" id="{077A53E6-C6B3-F40A-4215-A8316B254C29}"/>
              </a:ext>
            </a:extLst>
          </p:cNvPr>
          <p:cNvGrpSpPr/>
          <p:nvPr/>
        </p:nvGrpSpPr>
        <p:grpSpPr>
          <a:xfrm>
            <a:off x="1452047" y="3672469"/>
            <a:ext cx="1907642" cy="303545"/>
            <a:chOff x="10794614" y="2529515"/>
            <a:chExt cx="1349825" cy="214785"/>
          </a:xfrm>
        </p:grpSpPr>
        <p:sp>
          <p:nvSpPr>
            <p:cNvPr id="59" name="Rectangle 58">
              <a:extLst>
                <a:ext uri="{FF2B5EF4-FFF2-40B4-BE49-F238E27FC236}">
                  <a16:creationId xmlns:a16="http://schemas.microsoft.com/office/drawing/2014/main" id="{6C012840-188A-7ADC-77A6-F8ED25AB5B23}"/>
                </a:ext>
              </a:extLst>
            </p:cNvPr>
            <p:cNvSpPr/>
            <p:nvPr/>
          </p:nvSpPr>
          <p:spPr>
            <a:xfrm>
              <a:off x="10794614" y="252951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 Component Management</a:t>
              </a:r>
            </a:p>
          </p:txBody>
        </p:sp>
        <p:sp>
          <p:nvSpPr>
            <p:cNvPr id="60" name="Rectangle 59">
              <a:extLst>
                <a:ext uri="{FF2B5EF4-FFF2-40B4-BE49-F238E27FC236}">
                  <a16:creationId xmlns:a16="http://schemas.microsoft.com/office/drawing/2014/main" id="{F776164F-26E4-3ACD-2DE7-4E8CA1CC9364}"/>
                </a:ext>
              </a:extLst>
            </p:cNvPr>
            <p:cNvSpPr/>
            <p:nvPr/>
          </p:nvSpPr>
          <p:spPr>
            <a:xfrm>
              <a:off x="10831907" y="2586374"/>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61" name="Group 60">
            <a:extLst>
              <a:ext uri="{FF2B5EF4-FFF2-40B4-BE49-F238E27FC236}">
                <a16:creationId xmlns:a16="http://schemas.microsoft.com/office/drawing/2014/main" id="{A18916C5-0290-67E5-2FE1-80B54A90565B}"/>
              </a:ext>
            </a:extLst>
          </p:cNvPr>
          <p:cNvGrpSpPr/>
          <p:nvPr/>
        </p:nvGrpSpPr>
        <p:grpSpPr>
          <a:xfrm>
            <a:off x="3509874" y="5026586"/>
            <a:ext cx="1907642" cy="303545"/>
            <a:chOff x="10791949" y="4444503"/>
            <a:chExt cx="1349825" cy="214785"/>
          </a:xfrm>
        </p:grpSpPr>
        <p:sp>
          <p:nvSpPr>
            <p:cNvPr id="62" name="Rectangle 61">
              <a:extLst>
                <a:ext uri="{FF2B5EF4-FFF2-40B4-BE49-F238E27FC236}">
                  <a16:creationId xmlns:a16="http://schemas.microsoft.com/office/drawing/2014/main" id="{9746051A-8389-A870-3518-AFE3A31ED2DE}"/>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Other ….</a:t>
              </a:r>
            </a:p>
          </p:txBody>
        </p:sp>
        <p:sp>
          <p:nvSpPr>
            <p:cNvPr id="63" name="Rectangle 62">
              <a:extLst>
                <a:ext uri="{FF2B5EF4-FFF2-40B4-BE49-F238E27FC236}">
                  <a16:creationId xmlns:a16="http://schemas.microsoft.com/office/drawing/2014/main" id="{D65FE618-F390-215B-589D-D58E4CEE2FD3}"/>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a:ln>
                  <a:noFill/>
                </a:ln>
                <a:solidFill>
                  <a:prstClr val="white"/>
                </a:solidFill>
                <a:effectLst/>
                <a:uLnTx/>
                <a:uFillTx/>
                <a:latin typeface="Arial"/>
                <a:ea typeface="+mn-ea"/>
                <a:cs typeface="+mn-cs"/>
              </a:endParaRPr>
            </a:p>
          </p:txBody>
        </p:sp>
      </p:grpSp>
    </p:spTree>
    <p:extLst>
      <p:ext uri="{BB962C8B-B14F-4D97-AF65-F5344CB8AC3E}">
        <p14:creationId xmlns:p14="http://schemas.microsoft.com/office/powerpoint/2010/main" val="1935443668"/>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8C89C-BB34-CAA7-F5E8-4800B5996153}"/>
              </a:ext>
            </a:extLst>
          </p:cNvPr>
          <p:cNvSpPr>
            <a:spLocks noGrp="1"/>
          </p:cNvSpPr>
          <p:nvPr>
            <p:ph type="title"/>
          </p:nvPr>
        </p:nvSpPr>
        <p:spPr/>
        <p:txBody>
          <a:bodyPr/>
          <a:lstStyle/>
          <a:p>
            <a:r>
              <a:rPr lang="en-GB"/>
              <a:t>API Management</a:t>
            </a:r>
          </a:p>
        </p:txBody>
      </p:sp>
      <p:pic>
        <p:nvPicPr>
          <p:cNvPr id="1026" name="Picture 2">
            <a:extLst>
              <a:ext uri="{FF2B5EF4-FFF2-40B4-BE49-F238E27FC236}">
                <a16:creationId xmlns:a16="http://schemas.microsoft.com/office/drawing/2014/main" id="{93EA58A2-8058-DE1B-2567-B4E9F7CD1AC9}"/>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568418" y="1419225"/>
            <a:ext cx="3023507" cy="32914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6F13390-246E-1F31-612F-FC16677E1E25}"/>
              </a:ext>
            </a:extLst>
          </p:cNvPr>
          <p:cNvSpPr txBox="1"/>
          <p:nvPr/>
        </p:nvSpPr>
        <p:spPr>
          <a:xfrm>
            <a:off x="623208" y="1619250"/>
            <a:ext cx="7654017" cy="258532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Arial"/>
                <a:ea typeface="+mn-ea"/>
                <a:cs typeface="+mn-cs"/>
              </a:rPr>
              <a:t>Each ODA Component includes a declarative definition of its requirements for exposing its APIs. The APIs can be for the core function of the component, or for managing and securing the component itself.</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Arial"/>
                <a:ea typeface="+mn-ea"/>
                <a:cs typeface="+mn-cs"/>
              </a:rPr>
              <a:t>A Canvas platform can use any API Gateway and/or Service Mesh to expose these APIs in a secure and controlled way. API Operators automate the configuration of the API Gateways and Services Meshes.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Arial"/>
                <a:ea typeface="+mn-ea"/>
                <a:cs typeface="+mn-cs"/>
              </a:rPr>
              <a:t>Reference canvas now has API Operators for </a:t>
            </a:r>
          </a:p>
        </p:txBody>
      </p:sp>
      <p:sp>
        <p:nvSpPr>
          <p:cNvPr id="7" name="Rectangle 6">
            <a:extLst>
              <a:ext uri="{FF2B5EF4-FFF2-40B4-BE49-F238E27FC236}">
                <a16:creationId xmlns:a16="http://schemas.microsoft.com/office/drawing/2014/main" id="{8A7FDE3D-A9EA-E87F-A26C-501F7AA73C8C}"/>
              </a:ext>
            </a:extLst>
          </p:cNvPr>
          <p:cNvSpPr/>
          <p:nvPr/>
        </p:nvSpPr>
        <p:spPr>
          <a:xfrm>
            <a:off x="5758543" y="5614496"/>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err="1">
                <a:ln w="0"/>
                <a:solidFill>
                  <a:prstClr val="black"/>
                </a:solidFill>
                <a:effectLst>
                  <a:outerShdw blurRad="38100" dist="19050" dir="2700000" algn="tl" rotWithShape="0">
                    <a:prstClr val="black">
                      <a:alpha val="40000"/>
                    </a:prstClr>
                  </a:outerShdw>
                </a:effectLst>
                <a:uLnTx/>
                <a:uFillTx/>
                <a:latin typeface="Arial"/>
                <a:ea typeface="+mn-ea"/>
                <a:cs typeface="+mn-cs"/>
              </a:rPr>
              <a:t>WhaleCloud</a:t>
            </a:r>
            <a:r>
              <a:rPr kumimoji="0" lang="en-GB" sz="9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 APIG</a:t>
            </a:r>
          </a:p>
        </p:txBody>
      </p:sp>
      <p:sp>
        <p:nvSpPr>
          <p:cNvPr id="9" name="Rectangle 8">
            <a:extLst>
              <a:ext uri="{FF2B5EF4-FFF2-40B4-BE49-F238E27FC236}">
                <a16:creationId xmlns:a16="http://schemas.microsoft.com/office/drawing/2014/main" id="{4DA78EDB-9D4C-491F-9C64-F6EDF56916C1}"/>
              </a:ext>
            </a:extLst>
          </p:cNvPr>
          <p:cNvSpPr/>
          <p:nvPr/>
        </p:nvSpPr>
        <p:spPr>
          <a:xfrm>
            <a:off x="1459365" y="4590288"/>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Apache APISIX</a:t>
            </a:r>
          </a:p>
        </p:txBody>
      </p:sp>
      <p:sp>
        <p:nvSpPr>
          <p:cNvPr id="10" name="Rectangle 9">
            <a:extLst>
              <a:ext uri="{FF2B5EF4-FFF2-40B4-BE49-F238E27FC236}">
                <a16:creationId xmlns:a16="http://schemas.microsoft.com/office/drawing/2014/main" id="{47CCB52C-DC32-543E-0D31-A8E9C74AB613}"/>
              </a:ext>
            </a:extLst>
          </p:cNvPr>
          <p:cNvSpPr/>
          <p:nvPr/>
        </p:nvSpPr>
        <p:spPr>
          <a:xfrm>
            <a:off x="5758543" y="5102392"/>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       Microsoft Azure API Management</a:t>
            </a:r>
          </a:p>
        </p:txBody>
      </p:sp>
      <p:sp>
        <p:nvSpPr>
          <p:cNvPr id="11" name="Rectangle 10">
            <a:extLst>
              <a:ext uri="{FF2B5EF4-FFF2-40B4-BE49-F238E27FC236}">
                <a16:creationId xmlns:a16="http://schemas.microsoft.com/office/drawing/2014/main" id="{15620130-C39C-1E2B-118C-D1F00798D9A0}"/>
              </a:ext>
            </a:extLst>
          </p:cNvPr>
          <p:cNvSpPr/>
          <p:nvPr/>
        </p:nvSpPr>
        <p:spPr>
          <a:xfrm>
            <a:off x="1459365" y="5614496"/>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Google Apigee</a:t>
            </a:r>
          </a:p>
        </p:txBody>
      </p:sp>
      <p:sp>
        <p:nvSpPr>
          <p:cNvPr id="12" name="Rectangle 11">
            <a:extLst>
              <a:ext uri="{FF2B5EF4-FFF2-40B4-BE49-F238E27FC236}">
                <a16:creationId xmlns:a16="http://schemas.microsoft.com/office/drawing/2014/main" id="{29EBDEDD-5D1C-2D05-8374-E3E41B2F57F0}"/>
              </a:ext>
            </a:extLst>
          </p:cNvPr>
          <p:cNvSpPr/>
          <p:nvPr/>
        </p:nvSpPr>
        <p:spPr>
          <a:xfrm>
            <a:off x="5758543" y="4590288"/>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Kong Gateway</a:t>
            </a:r>
          </a:p>
        </p:txBody>
      </p:sp>
      <p:sp>
        <p:nvSpPr>
          <p:cNvPr id="13" name="Rectangle 12">
            <a:extLst>
              <a:ext uri="{FF2B5EF4-FFF2-40B4-BE49-F238E27FC236}">
                <a16:creationId xmlns:a16="http://schemas.microsoft.com/office/drawing/2014/main" id="{0E432315-5120-593B-9592-69E0F4CD2013}"/>
              </a:ext>
            </a:extLst>
          </p:cNvPr>
          <p:cNvSpPr/>
          <p:nvPr/>
        </p:nvSpPr>
        <p:spPr>
          <a:xfrm>
            <a:off x="1459365" y="5102392"/>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Arial"/>
                <a:ea typeface="+mn-ea"/>
                <a:cs typeface="+mn-cs"/>
              </a:rPr>
              <a:t>     Istio Service Mesh</a:t>
            </a:r>
          </a:p>
        </p:txBody>
      </p:sp>
      <p:pic>
        <p:nvPicPr>
          <p:cNvPr id="1030" name="Picture 6" descr="Apache Software Foundation | Iknow LLC">
            <a:extLst>
              <a:ext uri="{FF2B5EF4-FFF2-40B4-BE49-F238E27FC236}">
                <a16:creationId xmlns:a16="http://schemas.microsoft.com/office/drawing/2014/main" id="{1A603C3B-AD5E-350A-2AE5-37F49D3DA2B4}"/>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1495400" y="4600300"/>
            <a:ext cx="984159" cy="40887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DBD20E93-AEE1-404A-3879-19A69D41FC2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495400" y="5197386"/>
            <a:ext cx="1303066" cy="248906"/>
          </a:xfrm>
          <a:prstGeom prst="rect">
            <a:avLst/>
          </a:prstGeom>
        </p:spPr>
      </p:pic>
      <p:pic>
        <p:nvPicPr>
          <p:cNvPr id="1032" name="Picture 8" descr="Google Cloud Services Partners ...">
            <a:extLst>
              <a:ext uri="{FF2B5EF4-FFF2-40B4-BE49-F238E27FC236}">
                <a16:creationId xmlns:a16="http://schemas.microsoft.com/office/drawing/2014/main" id="{0541D7D1-CC8F-EE90-9950-622EFF785B85}"/>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519289" y="5709217"/>
            <a:ext cx="1581621" cy="27789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Kong Logo - PNG Logo Vector Brand Downloads (SVG, EPS)">
            <a:extLst>
              <a:ext uri="{FF2B5EF4-FFF2-40B4-BE49-F238E27FC236}">
                <a16:creationId xmlns:a16="http://schemas.microsoft.com/office/drawing/2014/main" id="{0A6B9127-C463-DBED-CC16-45E9FE41182F}"/>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821341" y="4668738"/>
            <a:ext cx="1015739" cy="331173"/>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Download Microsoft Azure (Windows Azure) Logo in SVG Vector or PNG File ...">
            <a:extLst>
              <a:ext uri="{FF2B5EF4-FFF2-40B4-BE49-F238E27FC236}">
                <a16:creationId xmlns:a16="http://schemas.microsoft.com/office/drawing/2014/main" id="{2C24B5B5-F189-E533-BBD8-59E20469657A}"/>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5681862" y="4876799"/>
            <a:ext cx="1392062" cy="928041"/>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Whale Cloud ZSmart v9 – TM Forum">
            <a:extLst>
              <a:ext uri="{FF2B5EF4-FFF2-40B4-BE49-F238E27FC236}">
                <a16:creationId xmlns:a16="http://schemas.microsoft.com/office/drawing/2014/main" id="{908BD8A0-B3B5-E3E8-2BB9-4BED3E048549}"/>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5532756" y="5434474"/>
            <a:ext cx="2081268" cy="785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1197759"/>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8C89C-BB34-CAA7-F5E8-4800B5996153}"/>
              </a:ext>
            </a:extLst>
          </p:cNvPr>
          <p:cNvSpPr>
            <a:spLocks noGrp="1"/>
          </p:cNvSpPr>
          <p:nvPr>
            <p:ph type="title"/>
          </p:nvPr>
        </p:nvSpPr>
        <p:spPr/>
        <p:txBody>
          <a:bodyPr/>
          <a:lstStyle/>
          <a:p>
            <a:r>
              <a:rPr lang="en-GB"/>
              <a:t>Identity Config Management</a:t>
            </a:r>
          </a:p>
        </p:txBody>
      </p:sp>
      <p:pic>
        <p:nvPicPr>
          <p:cNvPr id="1026" name="Picture 2">
            <a:extLst>
              <a:ext uri="{FF2B5EF4-FFF2-40B4-BE49-F238E27FC236}">
                <a16:creationId xmlns:a16="http://schemas.microsoft.com/office/drawing/2014/main" id="{93EA58A2-8058-DE1B-2567-B4E9F7CD1AC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8568418" y="1419225"/>
            <a:ext cx="3023507" cy="32914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6F13390-246E-1F31-612F-FC16677E1E25}"/>
              </a:ext>
            </a:extLst>
          </p:cNvPr>
          <p:cNvSpPr txBox="1"/>
          <p:nvPr/>
        </p:nvSpPr>
        <p:spPr>
          <a:xfrm>
            <a:off x="623208" y="1619250"/>
            <a:ext cx="7654017" cy="3139321"/>
          </a:xfrm>
          <a:prstGeom prst="rect">
            <a:avLst/>
          </a:prstGeom>
          <a:noFill/>
        </p:spPr>
        <p:txBody>
          <a:bodyPr wrap="square" rtlCol="0">
            <a:spAutoFit/>
          </a:bodyPr>
          <a:lstStyle/>
          <a:p>
            <a:r>
              <a:rPr lang="en-GB"/>
              <a:t>Each ODA Component includes a declarative definition of its requirements for Roles and Permissions. The component does not implement any Identity Management solution, but instead relies on an Identity Service to be available in the Canvas.</a:t>
            </a:r>
          </a:p>
          <a:p>
            <a:endParaRPr lang="en-GB"/>
          </a:p>
          <a:p>
            <a:r>
              <a:rPr lang="en-GB"/>
              <a:t>A Canvas platform can use any Identity Management solution that can support the </a:t>
            </a:r>
            <a:r>
              <a:rPr lang="en-GB" err="1"/>
              <a:t>Oauth</a:t>
            </a:r>
            <a:r>
              <a:rPr lang="en-GB"/>
              <a:t> 2.0 standard services. Identity Config Operators automate the configuration of the Identity Management Systems using roles and permissions that are mastered in the Component.</a:t>
            </a:r>
          </a:p>
          <a:p>
            <a:endParaRPr lang="en-GB"/>
          </a:p>
          <a:p>
            <a:r>
              <a:rPr lang="en-GB"/>
              <a:t>Reference canvas now has Identity Config Operators for </a:t>
            </a:r>
          </a:p>
        </p:txBody>
      </p:sp>
      <p:sp>
        <p:nvSpPr>
          <p:cNvPr id="9" name="Rectangle 8">
            <a:extLst>
              <a:ext uri="{FF2B5EF4-FFF2-40B4-BE49-F238E27FC236}">
                <a16:creationId xmlns:a16="http://schemas.microsoft.com/office/drawing/2014/main" id="{4DA78EDB-9D4C-491F-9C64-F6EDF56916C1}"/>
              </a:ext>
            </a:extLst>
          </p:cNvPr>
          <p:cNvSpPr/>
          <p:nvPr/>
        </p:nvSpPr>
        <p:spPr>
          <a:xfrm>
            <a:off x="1335419" y="5234172"/>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err="1">
                <a:ln w="0"/>
                <a:solidFill>
                  <a:schemeClr val="tx1"/>
                </a:solidFill>
                <a:effectLst>
                  <a:outerShdw blurRad="38100" dist="19050" dir="2700000" algn="tl" rotWithShape="0">
                    <a:schemeClr val="dk1">
                      <a:alpha val="40000"/>
                    </a:schemeClr>
                  </a:outerShdw>
                </a:effectLst>
              </a:rPr>
              <a:t>Keycloak</a:t>
            </a:r>
            <a:endParaRPr lang="en-GB" sz="90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47CCB52C-DC32-543E-0D31-A8E9C74AB613}"/>
              </a:ext>
            </a:extLst>
          </p:cNvPr>
          <p:cNvSpPr/>
          <p:nvPr/>
        </p:nvSpPr>
        <p:spPr>
          <a:xfrm>
            <a:off x="5220661" y="5244184"/>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Microsoft Azure </a:t>
            </a:r>
            <a:r>
              <a:rPr lang="en-GB" sz="900" err="1">
                <a:ln w="0"/>
                <a:solidFill>
                  <a:schemeClr val="tx1"/>
                </a:solidFill>
                <a:effectLst>
                  <a:outerShdw blurRad="38100" dist="19050" dir="2700000" algn="tl" rotWithShape="0">
                    <a:schemeClr val="dk1">
                      <a:alpha val="40000"/>
                    </a:schemeClr>
                  </a:outerShdw>
                </a:effectLst>
              </a:rPr>
              <a:t>Entra</a:t>
            </a:r>
            <a:r>
              <a:rPr lang="en-GB" sz="900">
                <a:ln w="0"/>
                <a:solidFill>
                  <a:schemeClr val="tx1"/>
                </a:solidFill>
                <a:effectLst>
                  <a:outerShdw blurRad="38100" dist="19050" dir="2700000" algn="tl" rotWithShape="0">
                    <a:schemeClr val="dk1">
                      <a:alpha val="40000"/>
                    </a:schemeClr>
                  </a:outerShdw>
                </a:effectLst>
              </a:rPr>
              <a:t> ID</a:t>
            </a:r>
          </a:p>
        </p:txBody>
      </p:sp>
      <p:pic>
        <p:nvPicPr>
          <p:cNvPr id="1038" name="Picture 14" descr="Download Microsoft Azure (Windows Azure) Logo in SVG Vector or PNG File ...">
            <a:extLst>
              <a:ext uri="{FF2B5EF4-FFF2-40B4-BE49-F238E27FC236}">
                <a16:creationId xmlns:a16="http://schemas.microsoft.com/office/drawing/2014/main" id="{2C24B5B5-F189-E533-BBD8-59E2046965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2944" y="4984601"/>
            <a:ext cx="1392062" cy="928041"/>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Rounded Corners 26">
            <a:extLst>
              <a:ext uri="{FF2B5EF4-FFF2-40B4-BE49-F238E27FC236}">
                <a16:creationId xmlns:a16="http://schemas.microsoft.com/office/drawing/2014/main" id="{6A5149A4-1903-767E-0DC3-AF777A26F65F}"/>
              </a:ext>
            </a:extLst>
          </p:cNvPr>
          <p:cNvSpPr/>
          <p:nvPr/>
        </p:nvSpPr>
        <p:spPr>
          <a:xfrm rot="21117213">
            <a:off x="8557657" y="5414649"/>
            <a:ext cx="410171" cy="280928"/>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4000" rIns="54000" rtlCol="0" anchor="ctr">
            <a:spAutoFit/>
          </a:bodyPr>
          <a:lstStyle/>
          <a:p>
            <a:pPr algn="l"/>
            <a:r>
              <a:rPr lang="en-GB" sz="1050" b="1">
                <a:solidFill>
                  <a:schemeClr val="bg1"/>
                </a:solidFill>
              </a:rPr>
              <a:t>New</a:t>
            </a:r>
          </a:p>
        </p:txBody>
      </p:sp>
      <p:pic>
        <p:nvPicPr>
          <p:cNvPr id="1028" name="Picture 4" descr="Hashicorp logo - Social media &amp; Logos Icons">
            <a:extLst>
              <a:ext uri="{FF2B5EF4-FFF2-40B4-BE49-F238E27FC236}">
                <a16:creationId xmlns:a16="http://schemas.microsoft.com/office/drawing/2014/main" id="{B264EF45-BE9C-6723-AA22-536781EE17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5058" y="5145741"/>
            <a:ext cx="1264695" cy="6323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21132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8C89C-BB34-CAA7-F5E8-4800B5996153}"/>
              </a:ext>
            </a:extLst>
          </p:cNvPr>
          <p:cNvSpPr>
            <a:spLocks noGrp="1"/>
          </p:cNvSpPr>
          <p:nvPr>
            <p:ph type="title"/>
          </p:nvPr>
        </p:nvSpPr>
        <p:spPr/>
        <p:txBody>
          <a:bodyPr/>
          <a:lstStyle/>
          <a:p>
            <a:r>
              <a:rPr lang="en-GB"/>
              <a:t>Observability Config Management</a:t>
            </a:r>
          </a:p>
        </p:txBody>
      </p:sp>
      <p:pic>
        <p:nvPicPr>
          <p:cNvPr id="1026" name="Picture 2">
            <a:extLst>
              <a:ext uri="{FF2B5EF4-FFF2-40B4-BE49-F238E27FC236}">
                <a16:creationId xmlns:a16="http://schemas.microsoft.com/office/drawing/2014/main" id="{93EA58A2-8058-DE1B-2567-B4E9F7CD1AC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8568418" y="1419225"/>
            <a:ext cx="3023507" cy="32914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6F13390-246E-1F31-612F-FC16677E1E25}"/>
              </a:ext>
            </a:extLst>
          </p:cNvPr>
          <p:cNvSpPr txBox="1"/>
          <p:nvPr/>
        </p:nvSpPr>
        <p:spPr>
          <a:xfrm>
            <a:off x="623208" y="1619250"/>
            <a:ext cx="7654017" cy="3139321"/>
          </a:xfrm>
          <a:prstGeom prst="rect">
            <a:avLst/>
          </a:prstGeom>
          <a:noFill/>
        </p:spPr>
        <p:txBody>
          <a:bodyPr wrap="square" rtlCol="0">
            <a:spAutoFit/>
          </a:bodyPr>
          <a:lstStyle/>
          <a:p>
            <a:r>
              <a:rPr lang="en-GB"/>
              <a:t>Each ODA Component includes a declarative definition of its requirements for Observability. The component does not implement any Observability solution, but instead relies on an Observability to be available in the Canvas.</a:t>
            </a:r>
          </a:p>
          <a:p>
            <a:endParaRPr lang="en-GB"/>
          </a:p>
          <a:p>
            <a:r>
              <a:rPr lang="en-GB"/>
              <a:t>A Canvas platform can use any Observability solution that can support the Open Metrics and open Telemetry standard services. Observability Config Operators automate the configuration of the Observability Systems using requirements declared in the Component.</a:t>
            </a:r>
          </a:p>
          <a:p>
            <a:endParaRPr lang="en-GB"/>
          </a:p>
          <a:p>
            <a:r>
              <a:rPr lang="en-GB"/>
              <a:t>Reference canvas now has Observability Operators for </a:t>
            </a:r>
          </a:p>
        </p:txBody>
      </p:sp>
      <p:sp>
        <p:nvSpPr>
          <p:cNvPr id="9" name="Rectangle 8">
            <a:extLst>
              <a:ext uri="{FF2B5EF4-FFF2-40B4-BE49-F238E27FC236}">
                <a16:creationId xmlns:a16="http://schemas.microsoft.com/office/drawing/2014/main" id="{4DA78EDB-9D4C-491F-9C64-F6EDF56916C1}"/>
              </a:ext>
            </a:extLst>
          </p:cNvPr>
          <p:cNvSpPr/>
          <p:nvPr/>
        </p:nvSpPr>
        <p:spPr>
          <a:xfrm>
            <a:off x="1335419" y="5234172"/>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Prometheus / Grafana / </a:t>
            </a:r>
            <a:r>
              <a:rPr lang="en-GB" sz="900" err="1">
                <a:ln w="0"/>
                <a:solidFill>
                  <a:schemeClr val="tx1"/>
                </a:solidFill>
                <a:effectLst>
                  <a:outerShdw blurRad="38100" dist="19050" dir="2700000" algn="tl" rotWithShape="0">
                    <a:schemeClr val="dk1">
                      <a:alpha val="40000"/>
                    </a:schemeClr>
                  </a:outerShdw>
                </a:effectLst>
              </a:rPr>
              <a:t>Kiali</a:t>
            </a:r>
            <a:endParaRPr lang="en-GB" sz="90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47CCB52C-DC32-543E-0D31-A8E9C74AB613}"/>
              </a:ext>
            </a:extLst>
          </p:cNvPr>
          <p:cNvSpPr/>
          <p:nvPr/>
        </p:nvSpPr>
        <p:spPr>
          <a:xfrm>
            <a:off x="5220661" y="5244184"/>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Microsoft Azure Managed Observability</a:t>
            </a:r>
          </a:p>
        </p:txBody>
      </p:sp>
      <p:pic>
        <p:nvPicPr>
          <p:cNvPr id="1038" name="Picture 14" descr="Download Microsoft Azure (Windows Azure) Logo in SVG Vector or PNG File ...">
            <a:extLst>
              <a:ext uri="{FF2B5EF4-FFF2-40B4-BE49-F238E27FC236}">
                <a16:creationId xmlns:a16="http://schemas.microsoft.com/office/drawing/2014/main" id="{2C24B5B5-F189-E533-BBD8-59E2046965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2944" y="4984601"/>
            <a:ext cx="1392062" cy="92804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Prometheus (software) - Wikipedia">
            <a:extLst>
              <a:ext uri="{FF2B5EF4-FFF2-40B4-BE49-F238E27FC236}">
                <a16:creationId xmlns:a16="http://schemas.microsoft.com/office/drawing/2014/main" id="{E0359728-3D44-0126-8207-242EF0FE5A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4940" y="5251395"/>
            <a:ext cx="416628" cy="41477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6E5D34D-2A33-720C-E308-2403C9FA654B}"/>
              </a:ext>
            </a:extLst>
          </p:cNvPr>
          <p:cNvSpPr/>
          <p:nvPr/>
        </p:nvSpPr>
        <p:spPr>
          <a:xfrm>
            <a:off x="1340833" y="5749961"/>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Google Managed Observability</a:t>
            </a:r>
          </a:p>
        </p:txBody>
      </p:sp>
      <p:pic>
        <p:nvPicPr>
          <p:cNvPr id="7" name="Picture 8" descr="Google Cloud Services Partners ...">
            <a:extLst>
              <a:ext uri="{FF2B5EF4-FFF2-40B4-BE49-F238E27FC236}">
                <a16:creationId xmlns:a16="http://schemas.microsoft.com/office/drawing/2014/main" id="{AC60F71D-2389-A64D-18BD-BCBAB8D8F9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0757" y="5844682"/>
            <a:ext cx="1581621" cy="27789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D50936B1-C978-6E4B-5462-B72CE284F67A}"/>
              </a:ext>
            </a:extLst>
          </p:cNvPr>
          <p:cNvSpPr/>
          <p:nvPr/>
        </p:nvSpPr>
        <p:spPr>
          <a:xfrm>
            <a:off x="5220661" y="5749961"/>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a:t>
            </a:r>
            <a:r>
              <a:rPr lang="en-GB" sz="900" err="1">
                <a:ln w="0"/>
                <a:solidFill>
                  <a:schemeClr val="tx1"/>
                </a:solidFill>
                <a:effectLst>
                  <a:outerShdw blurRad="38100" dist="19050" dir="2700000" algn="tl" rotWithShape="0">
                    <a:schemeClr val="dk1">
                      <a:alpha val="40000"/>
                    </a:schemeClr>
                  </a:outerShdw>
                </a:effectLst>
              </a:rPr>
              <a:t>DataDog</a:t>
            </a:r>
            <a:endParaRPr lang="en-GB" sz="900">
              <a:ln w="0"/>
              <a:solidFill>
                <a:schemeClr val="tx1"/>
              </a:solidFill>
              <a:effectLst>
                <a:outerShdw blurRad="38100" dist="19050" dir="2700000" algn="tl" rotWithShape="0">
                  <a:schemeClr val="dk1">
                    <a:alpha val="40000"/>
                  </a:schemeClr>
                </a:outerShdw>
              </a:effectLst>
            </a:endParaRPr>
          </a:p>
        </p:txBody>
      </p:sp>
      <p:sp>
        <p:nvSpPr>
          <p:cNvPr id="16" name="Rectangle: Rounded Corners 26">
            <a:extLst>
              <a:ext uri="{FF2B5EF4-FFF2-40B4-BE49-F238E27FC236}">
                <a16:creationId xmlns:a16="http://schemas.microsoft.com/office/drawing/2014/main" id="{6A5149A4-1903-767E-0DC3-AF777A26F65F}"/>
              </a:ext>
            </a:extLst>
          </p:cNvPr>
          <p:cNvSpPr/>
          <p:nvPr/>
        </p:nvSpPr>
        <p:spPr>
          <a:xfrm rot="21117213">
            <a:off x="8557657" y="5520481"/>
            <a:ext cx="410171" cy="280928"/>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4000" rIns="54000" rtlCol="0" anchor="ctr">
            <a:spAutoFit/>
          </a:bodyPr>
          <a:lstStyle/>
          <a:p>
            <a:pPr algn="l"/>
            <a:r>
              <a:rPr lang="en-GB" sz="1050" b="1">
                <a:solidFill>
                  <a:schemeClr val="bg1"/>
                </a:solidFill>
              </a:rPr>
              <a:t>New</a:t>
            </a:r>
          </a:p>
        </p:txBody>
      </p:sp>
      <p:pic>
        <p:nvPicPr>
          <p:cNvPr id="12" name="Picture 4" descr="Datadog Improves Salesforce Security ...">
            <a:extLst>
              <a:ext uri="{FF2B5EF4-FFF2-40B4-BE49-F238E27FC236}">
                <a16:creationId xmlns:a16="http://schemas.microsoft.com/office/drawing/2014/main" id="{005B5FD0-316A-BC6A-A9B7-C2C75D0F9F80}"/>
              </a:ext>
            </a:extLst>
          </p:cNvPr>
          <p:cNvPicPr>
            <a:picLocks noChangeAspect="1" noChangeArrowheads="1"/>
          </p:cNvPicPr>
          <p:nvPr/>
        </p:nvPicPr>
        <p:blipFill rotWithShape="1">
          <a:blip r:embed="rId6"/>
          <a:srcRect/>
          <a:stretch/>
        </p:blipFill>
        <p:spPr bwMode="auto">
          <a:xfrm>
            <a:off x="5249336" y="5782548"/>
            <a:ext cx="1595969" cy="3835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40190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 Single Corner of Rectangle 2">
            <a:extLst>
              <a:ext uri="{FF2B5EF4-FFF2-40B4-BE49-F238E27FC236}">
                <a16:creationId xmlns:a16="http://schemas.microsoft.com/office/drawing/2014/main" id="{790F9027-F33A-B767-05A8-5241F57EDCA0}"/>
              </a:ext>
            </a:extLst>
          </p:cNvPr>
          <p:cNvSpPr/>
          <p:nvPr/>
        </p:nvSpPr>
        <p:spPr>
          <a:xfrm>
            <a:off x="6112048" y="1476578"/>
            <a:ext cx="6079952" cy="3353539"/>
          </a:xfrm>
          <a:prstGeom prst="round1Rect">
            <a:avLst>
              <a:gd name="adj" fmla="val 50000"/>
            </a:avLst>
          </a:prstGeom>
          <a:solidFill>
            <a:srgbClr val="CBD7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grpSp>
        <p:nvGrpSpPr>
          <p:cNvPr id="48" name="Group 47">
            <a:extLst>
              <a:ext uri="{FF2B5EF4-FFF2-40B4-BE49-F238E27FC236}">
                <a16:creationId xmlns:a16="http://schemas.microsoft.com/office/drawing/2014/main" id="{68C0EB4B-52BC-5DF3-F397-84988A535E6D}"/>
              </a:ext>
            </a:extLst>
          </p:cNvPr>
          <p:cNvGrpSpPr/>
          <p:nvPr/>
        </p:nvGrpSpPr>
        <p:grpSpPr>
          <a:xfrm>
            <a:off x="10595303" y="2588318"/>
            <a:ext cx="1349825" cy="214785"/>
            <a:chOff x="10794614" y="2763311"/>
            <a:chExt cx="1349825" cy="214785"/>
          </a:xfrm>
        </p:grpSpPr>
        <p:sp>
          <p:nvSpPr>
            <p:cNvPr id="36" name="Rectangle 35">
              <a:extLst>
                <a:ext uri="{FF2B5EF4-FFF2-40B4-BE49-F238E27FC236}">
                  <a16:creationId xmlns:a16="http://schemas.microsoft.com/office/drawing/2014/main" id="{43950E81-839B-49CD-D224-BBDCBC807847}"/>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 API Management</a:t>
              </a:r>
            </a:p>
          </p:txBody>
        </p:sp>
        <p:sp>
          <p:nvSpPr>
            <p:cNvPr id="37" name="Rectangle 36">
              <a:extLst>
                <a:ext uri="{FF2B5EF4-FFF2-40B4-BE49-F238E27FC236}">
                  <a16:creationId xmlns:a16="http://schemas.microsoft.com/office/drawing/2014/main" id="{76506AC0-F0B5-45FB-61A8-5074531C9ABB}"/>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 name="Title 2">
            <a:extLst>
              <a:ext uri="{FF2B5EF4-FFF2-40B4-BE49-F238E27FC236}">
                <a16:creationId xmlns:a16="http://schemas.microsoft.com/office/drawing/2014/main" id="{25E43A2B-C404-4497-E2DA-D4B42B7BF0FB}"/>
              </a:ext>
            </a:extLst>
          </p:cNvPr>
          <p:cNvSpPr>
            <a:spLocks noGrp="1"/>
          </p:cNvSpPr>
          <p:nvPr>
            <p:ph type="title"/>
          </p:nvPr>
        </p:nvSpPr>
        <p:spPr>
          <a:xfrm>
            <a:off x="1511169" y="189237"/>
            <a:ext cx="9580887" cy="549275"/>
          </a:xfrm>
        </p:spPr>
        <p:txBody>
          <a:bodyPr>
            <a:normAutofit/>
          </a:bodyPr>
          <a:lstStyle/>
          <a:p>
            <a:r>
              <a:rPr lang="en-US" sz="2400">
                <a:latin typeface="Arial"/>
                <a:cs typeface="Arial"/>
              </a:rPr>
              <a:t>Components and </a:t>
            </a:r>
            <a:r>
              <a:rPr lang="en-US" sz="2400">
                <a:solidFill>
                  <a:srgbClr val="FFFFFF"/>
                </a:solidFill>
                <a:latin typeface="Arial"/>
                <a:cs typeface="Arial"/>
              </a:rPr>
              <a:t>Canvas – A Story in</a:t>
            </a:r>
            <a:r>
              <a:rPr lang="en-US" sz="2400">
                <a:latin typeface="Arial"/>
                <a:cs typeface="Arial"/>
              </a:rPr>
              <a:t> Two Parts</a:t>
            </a:r>
            <a:endParaRPr lang="en-GB" sz="2400" b="0">
              <a:latin typeface="Arial"/>
              <a:cs typeface="Arial"/>
            </a:endParaRPr>
          </a:p>
          <a:p>
            <a:endParaRPr lang="en-GB" sz="3200">
              <a:latin typeface="Calibri"/>
              <a:ea typeface="Calibri"/>
              <a:cs typeface="Calibri"/>
            </a:endParaRPr>
          </a:p>
        </p:txBody>
      </p:sp>
      <p:sp>
        <p:nvSpPr>
          <p:cNvPr id="6" name="Rectangle 5">
            <a:extLst>
              <a:ext uri="{FF2B5EF4-FFF2-40B4-BE49-F238E27FC236}">
                <a16:creationId xmlns:a16="http://schemas.microsoft.com/office/drawing/2014/main" id="{EF3A4099-418F-1115-274C-856B1EC955EC}"/>
              </a:ext>
            </a:extLst>
          </p:cNvPr>
          <p:cNvSpPr/>
          <p:nvPr/>
        </p:nvSpPr>
        <p:spPr>
          <a:xfrm>
            <a:off x="-1" y="913038"/>
            <a:ext cx="6112049" cy="5602061"/>
          </a:xfrm>
          <a:prstGeom prst="rect">
            <a:avLst/>
          </a:prstGeom>
          <a:solidFill>
            <a:srgbClr val="CBD7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7" name="Round Single Corner of Rectangle 11">
            <a:extLst>
              <a:ext uri="{FF2B5EF4-FFF2-40B4-BE49-F238E27FC236}">
                <a16:creationId xmlns:a16="http://schemas.microsoft.com/office/drawing/2014/main" id="{A4D45C74-B398-5E52-C4EA-AEB8B61C9EC1}"/>
              </a:ext>
            </a:extLst>
          </p:cNvPr>
          <p:cNvSpPr/>
          <p:nvPr/>
        </p:nvSpPr>
        <p:spPr>
          <a:xfrm flipH="1" flipV="1">
            <a:off x="-2" y="1493894"/>
            <a:ext cx="6109058" cy="3336224"/>
          </a:xfrm>
          <a:prstGeom prst="round1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a:ea typeface="+mn-ea"/>
              <a:cs typeface="+mn-cs"/>
            </a:endParaRPr>
          </a:p>
        </p:txBody>
      </p:sp>
      <p:sp>
        <p:nvSpPr>
          <p:cNvPr id="8" name="Title 2">
            <a:extLst>
              <a:ext uri="{FF2B5EF4-FFF2-40B4-BE49-F238E27FC236}">
                <a16:creationId xmlns:a16="http://schemas.microsoft.com/office/drawing/2014/main" id="{B789A645-5494-491C-BDE6-56942C0CA119}"/>
              </a:ext>
            </a:extLst>
          </p:cNvPr>
          <p:cNvSpPr txBox="1">
            <a:spLocks/>
          </p:cNvSpPr>
          <p:nvPr/>
        </p:nvSpPr>
        <p:spPr>
          <a:xfrm>
            <a:off x="0" y="980414"/>
            <a:ext cx="6096000" cy="424732"/>
          </a:xfrm>
          <a:prstGeom prst="rect">
            <a:avLst/>
          </a:prstGeom>
        </p:spPr>
        <p:txBody>
          <a:bodyPr vert="horz"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b="0">
                <a:solidFill>
                  <a:schemeClr val="tx1"/>
                </a:solidFill>
              </a:rPr>
              <a:t>What is an ODA Component?</a:t>
            </a:r>
          </a:p>
        </p:txBody>
      </p:sp>
      <p:sp>
        <p:nvSpPr>
          <p:cNvPr id="10" name="Title 2">
            <a:extLst>
              <a:ext uri="{FF2B5EF4-FFF2-40B4-BE49-F238E27FC236}">
                <a16:creationId xmlns:a16="http://schemas.microsoft.com/office/drawing/2014/main" id="{217C6D22-F653-445E-711A-C73A991FE4BE}"/>
              </a:ext>
            </a:extLst>
          </p:cNvPr>
          <p:cNvSpPr txBox="1">
            <a:spLocks/>
          </p:cNvSpPr>
          <p:nvPr/>
        </p:nvSpPr>
        <p:spPr>
          <a:xfrm>
            <a:off x="6112048" y="980414"/>
            <a:ext cx="6079951" cy="424732"/>
          </a:xfrm>
          <a:prstGeom prst="rect">
            <a:avLst/>
          </a:prstGeom>
        </p:spPr>
        <p:txBody>
          <a:bodyPr vert="horz"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b="0">
                <a:solidFill>
                  <a:schemeClr val="tx1"/>
                </a:solidFill>
              </a:rPr>
              <a:t>What is the ODA Canvas?</a:t>
            </a:r>
          </a:p>
        </p:txBody>
      </p:sp>
      <p:sp>
        <p:nvSpPr>
          <p:cNvPr id="13" name="TextBox 7">
            <a:extLst>
              <a:ext uri="{FF2B5EF4-FFF2-40B4-BE49-F238E27FC236}">
                <a16:creationId xmlns:a16="http://schemas.microsoft.com/office/drawing/2014/main" id="{A83C75CF-6390-24EA-2BF0-31EF8F510683}"/>
              </a:ext>
            </a:extLst>
          </p:cNvPr>
          <p:cNvSpPr txBox="1"/>
          <p:nvPr/>
        </p:nvSpPr>
        <p:spPr>
          <a:xfrm>
            <a:off x="0" y="4955242"/>
            <a:ext cx="6109055" cy="1461939"/>
          </a:xfrm>
          <a:prstGeom prst="rect">
            <a:avLst/>
          </a:prstGeom>
        </p:spPr>
        <p:txBody>
          <a:bodyPr lIns="828000" rIns="82800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400" b="0" i="0" u="none" strike="noStrike" kern="1200" cap="none" spc="0" normalizeH="0" baseline="0" noProof="0">
                <a:ln>
                  <a:noFill/>
                </a:ln>
                <a:solidFill>
                  <a:schemeClr val="tx1"/>
                </a:solidFill>
                <a:effectLst/>
                <a:uLnTx/>
                <a:uFillTx/>
                <a:latin typeface="Arial"/>
                <a:ea typeface="+mn-ea"/>
                <a:cs typeface="+mn-cs"/>
              </a:rPr>
              <a:t>Components enable solutions to be built easily and quickly from a set of plug and play “Lego blocks”.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400" b="0" i="0" u="none" strike="noStrike" kern="1200" cap="none" spc="0" normalizeH="0" baseline="0" noProof="0">
                <a:ln>
                  <a:noFill/>
                </a:ln>
                <a:solidFill>
                  <a:schemeClr val="tx1"/>
                </a:solidFill>
                <a:effectLst/>
                <a:uLnTx/>
                <a:uFillTx/>
                <a:latin typeface="Arial"/>
                <a:ea typeface="+mn-ea"/>
                <a:cs typeface="+mn-cs"/>
              </a:rPr>
              <a:t>Connected using Open APIs and based on a standard data model.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400" b="0" i="0" u="none" strike="noStrike" kern="1200" cap="none" spc="0" normalizeH="0" baseline="0" noProof="0">
                <a:ln>
                  <a:noFill/>
                </a:ln>
                <a:solidFill>
                  <a:schemeClr val="tx1"/>
                </a:solidFill>
                <a:effectLst/>
                <a:uLnTx/>
                <a:uFillTx/>
                <a:latin typeface="Arial"/>
                <a:ea typeface="+mn-ea"/>
                <a:cs typeface="+mn-cs"/>
              </a:rPr>
              <a:t>Delivering agility, flexibility and scalability. Strengthening and simplifying the procurement process.</a:t>
            </a:r>
          </a:p>
        </p:txBody>
      </p:sp>
      <p:sp>
        <p:nvSpPr>
          <p:cNvPr id="14" name="TextBox 8">
            <a:extLst>
              <a:ext uri="{FF2B5EF4-FFF2-40B4-BE49-F238E27FC236}">
                <a16:creationId xmlns:a16="http://schemas.microsoft.com/office/drawing/2014/main" id="{597CE410-8F2E-5699-2110-D0CD1BB99973}"/>
              </a:ext>
            </a:extLst>
          </p:cNvPr>
          <p:cNvSpPr txBox="1"/>
          <p:nvPr/>
        </p:nvSpPr>
        <p:spPr>
          <a:xfrm>
            <a:off x="6109054" y="4955242"/>
            <a:ext cx="6082945" cy="1246495"/>
          </a:xfrm>
          <a:prstGeom prst="rect">
            <a:avLst/>
          </a:prstGeom>
          <a:noFill/>
        </p:spPr>
        <p:txBody>
          <a:bodyPr wrap="square" lIns="828000" rIns="82800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GB" sz="1400">
                <a:solidFill>
                  <a:schemeClr val="accent1"/>
                </a:solidFill>
              </a:rPr>
              <a:t>This is made possible by an operational Canvas, exposing standard services for monitoring, management, security, etc.</a:t>
            </a:r>
          </a:p>
          <a:p>
            <a:pPr>
              <a:spcAft>
                <a:spcPts val="600"/>
              </a:spcAft>
            </a:pPr>
            <a:r>
              <a:rPr lang="en-GB" sz="1400">
                <a:solidFill>
                  <a:schemeClr val="accent1"/>
                </a:solidFill>
              </a:rPr>
              <a:t>Delivering simplified operations and reducing total cost of ownership.</a:t>
            </a:r>
          </a:p>
        </p:txBody>
      </p:sp>
      <p:sp>
        <p:nvSpPr>
          <p:cNvPr id="18" name="TextBox 10">
            <a:extLst>
              <a:ext uri="{FF2B5EF4-FFF2-40B4-BE49-F238E27FC236}">
                <a16:creationId xmlns:a16="http://schemas.microsoft.com/office/drawing/2014/main" id="{BB34B551-78D1-D9BC-FEBD-5F2B3D5DEADD}"/>
              </a:ext>
            </a:extLst>
          </p:cNvPr>
          <p:cNvSpPr txBox="1"/>
          <p:nvPr/>
        </p:nvSpPr>
        <p:spPr>
          <a:xfrm>
            <a:off x="7465355" y="1504543"/>
            <a:ext cx="189595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200" b="1">
                <a:solidFill>
                  <a:schemeClr val="accent1"/>
                </a:solidFill>
              </a:rPr>
              <a:t>Vendor with ODA compliant components</a:t>
            </a:r>
          </a:p>
        </p:txBody>
      </p:sp>
      <p:pic>
        <p:nvPicPr>
          <p:cNvPr id="19" name="Picture 18" descr="A close-up of a card&#10;&#10;Description automatically generated with low confidence">
            <a:extLst>
              <a:ext uri="{FF2B5EF4-FFF2-40B4-BE49-F238E27FC236}">
                <a16:creationId xmlns:a16="http://schemas.microsoft.com/office/drawing/2014/main" id="{7C0D6379-0B9B-0407-6603-A43BFF94940E}"/>
              </a:ext>
            </a:extLst>
          </p:cNvPr>
          <p:cNvPicPr>
            <a:picLocks noChangeAspect="1"/>
          </p:cNvPicPr>
          <p:nvPr/>
        </p:nvPicPr>
        <p:blipFill>
          <a:blip r:embed="rId3"/>
          <a:stretch>
            <a:fillRect/>
          </a:stretch>
        </p:blipFill>
        <p:spPr>
          <a:xfrm>
            <a:off x="6847062" y="2144561"/>
            <a:ext cx="3532831" cy="1858414"/>
          </a:xfrm>
          <a:prstGeom prst="rect">
            <a:avLst/>
          </a:prstGeom>
        </p:spPr>
      </p:pic>
      <p:grpSp>
        <p:nvGrpSpPr>
          <p:cNvPr id="20" name="Group 19">
            <a:extLst>
              <a:ext uri="{FF2B5EF4-FFF2-40B4-BE49-F238E27FC236}">
                <a16:creationId xmlns:a16="http://schemas.microsoft.com/office/drawing/2014/main" id="{560FEF99-F1B9-4C9E-0874-475F9B8E10E8}"/>
              </a:ext>
            </a:extLst>
          </p:cNvPr>
          <p:cNvGrpSpPr/>
          <p:nvPr/>
        </p:nvGrpSpPr>
        <p:grpSpPr>
          <a:xfrm>
            <a:off x="7518532" y="2273375"/>
            <a:ext cx="1969081" cy="799058"/>
            <a:chOff x="7965819" y="2568619"/>
            <a:chExt cx="3298850" cy="1338682"/>
          </a:xfrm>
        </p:grpSpPr>
        <p:pic>
          <p:nvPicPr>
            <p:cNvPr id="62" name="Picture 61" descr="Diagram, shape&#10;&#10;Description automatically generated">
              <a:extLst>
                <a:ext uri="{FF2B5EF4-FFF2-40B4-BE49-F238E27FC236}">
                  <a16:creationId xmlns:a16="http://schemas.microsoft.com/office/drawing/2014/main" id="{FE7B1CCD-0F26-482C-167C-E3F52132DEE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7965819" y="2968928"/>
              <a:ext cx="482698" cy="391910"/>
            </a:xfrm>
            <a:prstGeom prst="roundRect">
              <a:avLst/>
            </a:prstGeom>
          </p:spPr>
        </p:pic>
        <p:pic>
          <p:nvPicPr>
            <p:cNvPr id="63" name="Picture 62" descr="Diagram, shape&#10;&#10;Description automatically generated">
              <a:extLst>
                <a:ext uri="{FF2B5EF4-FFF2-40B4-BE49-F238E27FC236}">
                  <a16:creationId xmlns:a16="http://schemas.microsoft.com/office/drawing/2014/main" id="{B1EA4805-0012-46D6-EEB1-77A684E9E98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138974" y="2568619"/>
              <a:ext cx="482698" cy="391910"/>
            </a:xfrm>
            <a:prstGeom prst="roundRect">
              <a:avLst/>
            </a:prstGeom>
          </p:spPr>
        </p:pic>
        <p:pic>
          <p:nvPicPr>
            <p:cNvPr id="64" name="Picture 63" descr="Diagram, shape&#10;&#10;Description automatically generated">
              <a:extLst>
                <a:ext uri="{FF2B5EF4-FFF2-40B4-BE49-F238E27FC236}">
                  <a16:creationId xmlns:a16="http://schemas.microsoft.com/office/drawing/2014/main" id="{23557749-E295-33BD-98FD-C0697CFB530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450126" y="3162483"/>
              <a:ext cx="482698" cy="391910"/>
            </a:xfrm>
            <a:prstGeom prst="roundRect">
              <a:avLst/>
            </a:prstGeom>
          </p:spPr>
        </p:pic>
        <p:pic>
          <p:nvPicPr>
            <p:cNvPr id="65" name="Picture 64" descr="Diagram, shape&#10;&#10;Description automatically generated">
              <a:extLst>
                <a:ext uri="{FF2B5EF4-FFF2-40B4-BE49-F238E27FC236}">
                  <a16:creationId xmlns:a16="http://schemas.microsoft.com/office/drawing/2014/main" id="{4E99AA24-5BA9-BCD5-ABDC-A0070557B5C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738900" y="2855567"/>
              <a:ext cx="482698" cy="391910"/>
            </a:xfrm>
            <a:prstGeom prst="roundRect">
              <a:avLst/>
            </a:prstGeom>
          </p:spPr>
        </p:pic>
        <p:pic>
          <p:nvPicPr>
            <p:cNvPr id="66" name="Picture 65" descr="Diagram, shape&#10;&#10;Description automatically generated">
              <a:extLst>
                <a:ext uri="{FF2B5EF4-FFF2-40B4-BE49-F238E27FC236}">
                  <a16:creationId xmlns:a16="http://schemas.microsoft.com/office/drawing/2014/main" id="{368233FE-F583-F8F8-35D3-169E3320348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238922" y="2985604"/>
              <a:ext cx="482698" cy="391910"/>
            </a:xfrm>
            <a:prstGeom prst="roundRect">
              <a:avLst/>
            </a:prstGeom>
          </p:spPr>
        </p:pic>
        <p:pic>
          <p:nvPicPr>
            <p:cNvPr id="67" name="Picture 66">
              <a:extLst>
                <a:ext uri="{FF2B5EF4-FFF2-40B4-BE49-F238E27FC236}">
                  <a16:creationId xmlns:a16="http://schemas.microsoft.com/office/drawing/2014/main" id="{8F41D004-8B17-9700-49E0-B67DE8658BCE}"/>
                </a:ext>
              </a:extLst>
            </p:cNvPr>
            <p:cNvPicPr>
              <a:picLocks noChangeAspect="1"/>
            </p:cNvPicPr>
            <p:nvPr/>
          </p:nvPicPr>
          <p:blipFill>
            <a:blip r:embed="rId5"/>
            <a:stretch>
              <a:fillRect/>
            </a:stretch>
          </p:blipFill>
          <p:spPr>
            <a:xfrm>
              <a:off x="9816209" y="2639401"/>
              <a:ext cx="1448460" cy="914197"/>
            </a:xfrm>
            <a:prstGeom prst="roundRect">
              <a:avLst/>
            </a:prstGeom>
          </p:spPr>
        </p:pic>
        <p:pic>
          <p:nvPicPr>
            <p:cNvPr id="68" name="Picture 67" descr="Diagram, shape&#10;&#10;Description automatically generated">
              <a:extLst>
                <a:ext uri="{FF2B5EF4-FFF2-40B4-BE49-F238E27FC236}">
                  <a16:creationId xmlns:a16="http://schemas.microsoft.com/office/drawing/2014/main" id="{7538B3E8-0E1C-AEB3-4816-A40733D2BA0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044918" y="3369312"/>
              <a:ext cx="482698" cy="391910"/>
            </a:xfrm>
            <a:prstGeom prst="roundRect">
              <a:avLst/>
            </a:prstGeom>
          </p:spPr>
        </p:pic>
        <p:pic>
          <p:nvPicPr>
            <p:cNvPr id="69" name="Picture 68" descr="Diagram, shape&#10;&#10;Description automatically generated">
              <a:extLst>
                <a:ext uri="{FF2B5EF4-FFF2-40B4-BE49-F238E27FC236}">
                  <a16:creationId xmlns:a16="http://schemas.microsoft.com/office/drawing/2014/main" id="{0E40EAEA-1D80-DA3B-328C-16023FA414E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510194" y="3515391"/>
              <a:ext cx="482698" cy="391910"/>
            </a:xfrm>
            <a:prstGeom prst="roundRect">
              <a:avLst/>
            </a:prstGeom>
          </p:spPr>
        </p:pic>
      </p:grpSp>
      <p:sp>
        <p:nvSpPr>
          <p:cNvPr id="21" name="TextBox 13">
            <a:extLst>
              <a:ext uri="{FF2B5EF4-FFF2-40B4-BE49-F238E27FC236}">
                <a16:creationId xmlns:a16="http://schemas.microsoft.com/office/drawing/2014/main" id="{1DF68930-54DB-104C-2B1A-6E704D2A715F}"/>
              </a:ext>
            </a:extLst>
          </p:cNvPr>
          <p:cNvSpPr txBox="1"/>
          <p:nvPr/>
        </p:nvSpPr>
        <p:spPr>
          <a:xfrm rot="20877000">
            <a:off x="7709598" y="2296796"/>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OSS</a:t>
            </a:r>
          </a:p>
        </p:txBody>
      </p:sp>
      <p:sp>
        <p:nvSpPr>
          <p:cNvPr id="23" name="Graphic 9">
            <a:extLst>
              <a:ext uri="{FF2B5EF4-FFF2-40B4-BE49-F238E27FC236}">
                <a16:creationId xmlns:a16="http://schemas.microsoft.com/office/drawing/2014/main" id="{8684981A-3C80-EC84-3623-9C8EABFECE25}"/>
              </a:ext>
            </a:extLst>
          </p:cNvPr>
          <p:cNvSpPr>
            <a:spLocks/>
          </p:cNvSpPr>
          <p:nvPr/>
        </p:nvSpPr>
        <p:spPr>
          <a:xfrm>
            <a:off x="6174942" y="3173468"/>
            <a:ext cx="964476" cy="1074836"/>
          </a:xfrm>
          <a:custGeom>
            <a:avLst/>
            <a:gdLst>
              <a:gd name="connsiteX0" fmla="*/ 293132 w 4635320"/>
              <a:gd name="connsiteY0" fmla="*/ 4090091 h 5165716"/>
              <a:gd name="connsiteX1" fmla="*/ 2024651 w 4635320"/>
              <a:gd name="connsiteY1" fmla="*/ 5089885 h 5165716"/>
              <a:gd name="connsiteX2" fmla="*/ 2610793 w 4635320"/>
              <a:gd name="connsiteY2" fmla="*/ 5089885 h 5165716"/>
              <a:gd name="connsiteX3" fmla="*/ 4342189 w 4635320"/>
              <a:gd name="connsiteY3" fmla="*/ 4090213 h 5165716"/>
              <a:gd name="connsiteX4" fmla="*/ 4342189 w 4635320"/>
              <a:gd name="connsiteY4" fmla="*/ 4090213 h 5165716"/>
              <a:gd name="connsiteX5" fmla="*/ 4635321 w 4635320"/>
              <a:gd name="connsiteY5" fmla="*/ 3582576 h 5165716"/>
              <a:gd name="connsiteX6" fmla="*/ 4635321 w 4635320"/>
              <a:gd name="connsiteY6" fmla="*/ 1583110 h 5165716"/>
              <a:gd name="connsiteX7" fmla="*/ 4342189 w 4635320"/>
              <a:gd name="connsiteY7" fmla="*/ 1075473 h 5165716"/>
              <a:gd name="connsiteX8" fmla="*/ 2610670 w 4635320"/>
              <a:gd name="connsiteY8" fmla="*/ 75802 h 5165716"/>
              <a:gd name="connsiteX9" fmla="*/ 2317660 w 4635320"/>
              <a:gd name="connsiteY9" fmla="*/ 0 h 5165716"/>
              <a:gd name="connsiteX10" fmla="*/ 2024528 w 4635320"/>
              <a:gd name="connsiteY10" fmla="*/ 75924 h 5165716"/>
              <a:gd name="connsiteX11" fmla="*/ 293132 w 4635320"/>
              <a:gd name="connsiteY11" fmla="*/ 1075473 h 5165716"/>
              <a:gd name="connsiteX12" fmla="*/ 0 w 4635320"/>
              <a:gd name="connsiteY12" fmla="*/ 1583110 h 5165716"/>
              <a:gd name="connsiteX13" fmla="*/ 0 w 4635320"/>
              <a:gd name="connsiteY13" fmla="*/ 3582453 h 5165716"/>
              <a:gd name="connsiteX14" fmla="*/ 293132 w 4635320"/>
              <a:gd name="connsiteY14" fmla="*/ 4090091 h 5165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5320" h="5165716">
                <a:moveTo>
                  <a:pt x="293132" y="4090091"/>
                </a:moveTo>
                <a:lnTo>
                  <a:pt x="2024651" y="5089885"/>
                </a:lnTo>
                <a:cubicBezTo>
                  <a:pt x="2199842" y="5190995"/>
                  <a:pt x="2435356" y="5190995"/>
                  <a:pt x="2610793" y="5089885"/>
                </a:cubicBezTo>
                <a:lnTo>
                  <a:pt x="4342189" y="4090213"/>
                </a:lnTo>
                <a:lnTo>
                  <a:pt x="4342189" y="4090213"/>
                </a:lnTo>
                <a:cubicBezTo>
                  <a:pt x="4517503" y="3988981"/>
                  <a:pt x="4635321" y="3784918"/>
                  <a:pt x="4635321" y="3582576"/>
                </a:cubicBezTo>
                <a:lnTo>
                  <a:pt x="4635321" y="1583110"/>
                </a:lnTo>
                <a:cubicBezTo>
                  <a:pt x="4635321" y="1380768"/>
                  <a:pt x="4517503" y="1176706"/>
                  <a:pt x="4342189" y="1075473"/>
                </a:cubicBezTo>
                <a:lnTo>
                  <a:pt x="2610670" y="75802"/>
                </a:lnTo>
                <a:cubicBezTo>
                  <a:pt x="2523074" y="25185"/>
                  <a:pt x="2420367" y="0"/>
                  <a:pt x="2317660" y="0"/>
                </a:cubicBezTo>
                <a:cubicBezTo>
                  <a:pt x="2214954" y="0"/>
                  <a:pt x="2112247" y="25308"/>
                  <a:pt x="2024528" y="75924"/>
                </a:cubicBezTo>
                <a:lnTo>
                  <a:pt x="293132" y="1075473"/>
                </a:lnTo>
                <a:cubicBezTo>
                  <a:pt x="117818" y="1176706"/>
                  <a:pt x="0" y="1380768"/>
                  <a:pt x="0" y="1583110"/>
                </a:cubicBezTo>
                <a:lnTo>
                  <a:pt x="0" y="3582453"/>
                </a:lnTo>
                <a:cubicBezTo>
                  <a:pt x="0" y="3784796"/>
                  <a:pt x="117818" y="3988858"/>
                  <a:pt x="293132" y="4090091"/>
                </a:cubicBezTo>
              </a:path>
            </a:pathLst>
          </a:custGeom>
          <a:solidFill>
            <a:schemeClr val="tx2"/>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a:solidFill>
                  <a:schemeClr val="bg1"/>
                </a:solidFill>
              </a:rPr>
              <a:t>ODA Canvas</a:t>
            </a:r>
          </a:p>
        </p:txBody>
      </p:sp>
      <p:cxnSp>
        <p:nvCxnSpPr>
          <p:cNvPr id="26" name="Straight Connector 25">
            <a:extLst>
              <a:ext uri="{FF2B5EF4-FFF2-40B4-BE49-F238E27FC236}">
                <a16:creationId xmlns:a16="http://schemas.microsoft.com/office/drawing/2014/main" id="{2DECB332-3988-556E-F120-798B7729C513}"/>
              </a:ext>
            </a:extLst>
          </p:cNvPr>
          <p:cNvCxnSpPr>
            <a:cxnSpLocks/>
          </p:cNvCxnSpPr>
          <p:nvPr/>
        </p:nvCxnSpPr>
        <p:spPr>
          <a:xfrm flipV="1">
            <a:off x="7041972" y="3333784"/>
            <a:ext cx="578365" cy="377102"/>
          </a:xfrm>
          <a:prstGeom prst="line">
            <a:avLst/>
          </a:prstGeom>
          <a:ln w="6350">
            <a:tailEnd type="oval" w="sm" len="sm"/>
          </a:ln>
        </p:spPr>
        <p:style>
          <a:lnRef idx="1">
            <a:schemeClr val="accent1"/>
          </a:lnRef>
          <a:fillRef idx="0">
            <a:schemeClr val="accent1"/>
          </a:fillRef>
          <a:effectRef idx="0">
            <a:schemeClr val="accent1"/>
          </a:effectRef>
          <a:fontRef idx="minor">
            <a:schemeClr val="tx1"/>
          </a:fontRef>
        </p:style>
      </p:cxnSp>
      <p:pic>
        <p:nvPicPr>
          <p:cNvPr id="28" name="Picture 27" descr="Diagram, shape&#10;&#10;Description automatically generated">
            <a:extLst>
              <a:ext uri="{FF2B5EF4-FFF2-40B4-BE49-F238E27FC236}">
                <a16:creationId xmlns:a16="http://schemas.microsoft.com/office/drawing/2014/main" id="{1414EC28-D4DA-E8F7-F11A-AA7F035BCEA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6860880" y="1756192"/>
            <a:ext cx="637040" cy="517226"/>
          </a:xfrm>
          <a:prstGeom prst="roundRect">
            <a:avLst/>
          </a:prstGeom>
        </p:spPr>
      </p:pic>
      <p:cxnSp>
        <p:nvCxnSpPr>
          <p:cNvPr id="29" name="Curved Connector 31">
            <a:extLst>
              <a:ext uri="{FF2B5EF4-FFF2-40B4-BE49-F238E27FC236}">
                <a16:creationId xmlns:a16="http://schemas.microsoft.com/office/drawing/2014/main" id="{68A2B206-84F7-F6DD-5C0B-FDB33FC039FB}"/>
              </a:ext>
            </a:extLst>
          </p:cNvPr>
          <p:cNvCxnSpPr>
            <a:cxnSpLocks/>
          </p:cNvCxnSpPr>
          <p:nvPr/>
        </p:nvCxnSpPr>
        <p:spPr>
          <a:xfrm rot="10800000" flipH="1" flipV="1">
            <a:off x="7417152" y="2157981"/>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AD1B3E8E-F3DB-953C-DC24-A040FF0DC27B}"/>
              </a:ext>
            </a:extLst>
          </p:cNvPr>
          <p:cNvPicPr>
            <a:picLocks noChangeAspect="1"/>
          </p:cNvPicPr>
          <p:nvPr/>
        </p:nvPicPr>
        <p:blipFill>
          <a:blip r:embed="rId6"/>
          <a:stretch>
            <a:fillRect/>
          </a:stretch>
        </p:blipFill>
        <p:spPr>
          <a:xfrm>
            <a:off x="596896" y="1690598"/>
            <a:ext cx="5063232" cy="2848068"/>
          </a:xfrm>
          <a:prstGeom prst="rect">
            <a:avLst/>
          </a:prstGeom>
        </p:spPr>
      </p:pic>
      <p:sp>
        <p:nvSpPr>
          <p:cNvPr id="4" name="TextBox 3">
            <a:extLst>
              <a:ext uri="{FF2B5EF4-FFF2-40B4-BE49-F238E27FC236}">
                <a16:creationId xmlns:a16="http://schemas.microsoft.com/office/drawing/2014/main" id="{EAE34020-2C77-C0F4-E550-1804B74CA0A3}"/>
              </a:ext>
            </a:extLst>
          </p:cNvPr>
          <p:cNvSpPr txBox="1"/>
          <p:nvPr/>
        </p:nvSpPr>
        <p:spPr>
          <a:xfrm>
            <a:off x="1539739" y="6542305"/>
            <a:ext cx="4556261" cy="307777"/>
          </a:xfrm>
          <a:prstGeom prst="rect">
            <a:avLst/>
          </a:prstGeom>
          <a:noFill/>
        </p:spPr>
        <p:txBody>
          <a:bodyPr wrap="square">
            <a:spAutoFit/>
          </a:bodyPr>
          <a:lstStyle/>
          <a:p>
            <a:r>
              <a:rPr lang="en-US" sz="1400">
                <a:hlinkClick r:id="rId7"/>
              </a:rPr>
              <a:t>https://www.tmforum.org/oda/directory</a:t>
            </a:r>
            <a:r>
              <a:rPr lang="en-US" sz="1400"/>
              <a:t> </a:t>
            </a:r>
          </a:p>
        </p:txBody>
      </p:sp>
      <p:sp>
        <p:nvSpPr>
          <p:cNvPr id="5" name="Rectangle 4">
            <a:extLst>
              <a:ext uri="{FF2B5EF4-FFF2-40B4-BE49-F238E27FC236}">
                <a16:creationId xmlns:a16="http://schemas.microsoft.com/office/drawing/2014/main" id="{1BD97EA3-64B3-4B0E-4A0C-B59031A831E9}"/>
              </a:ext>
            </a:extLst>
          </p:cNvPr>
          <p:cNvSpPr/>
          <p:nvPr/>
        </p:nvSpPr>
        <p:spPr>
          <a:xfrm>
            <a:off x="2206625" y="2124075"/>
            <a:ext cx="492125" cy="655780"/>
          </a:xfrm>
          <a:prstGeom prst="rect">
            <a:avLst/>
          </a:prstGeom>
          <a:solidFill>
            <a:srgbClr val="EAECF1"/>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1" name="Group 50">
            <a:extLst>
              <a:ext uri="{FF2B5EF4-FFF2-40B4-BE49-F238E27FC236}">
                <a16:creationId xmlns:a16="http://schemas.microsoft.com/office/drawing/2014/main" id="{DDA739F5-6C09-B3CC-1EF0-9194A06D6DFB}"/>
              </a:ext>
            </a:extLst>
          </p:cNvPr>
          <p:cNvGrpSpPr/>
          <p:nvPr/>
        </p:nvGrpSpPr>
        <p:grpSpPr>
          <a:xfrm>
            <a:off x="10595303" y="3306506"/>
            <a:ext cx="1349825" cy="214785"/>
            <a:chOff x="10795124" y="3486136"/>
            <a:chExt cx="1349825" cy="214785"/>
          </a:xfrm>
        </p:grpSpPr>
        <p:sp>
          <p:nvSpPr>
            <p:cNvPr id="15" name="Rectangle 14">
              <a:extLst>
                <a:ext uri="{FF2B5EF4-FFF2-40B4-BE49-F238E27FC236}">
                  <a16:creationId xmlns:a16="http://schemas.microsoft.com/office/drawing/2014/main" id="{E659A0CE-764D-724F-9CCE-248E79A635C4}"/>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Identity Management</a:t>
              </a:r>
            </a:p>
          </p:txBody>
        </p:sp>
        <p:sp>
          <p:nvSpPr>
            <p:cNvPr id="31" name="Rectangle 30">
              <a:extLst>
                <a:ext uri="{FF2B5EF4-FFF2-40B4-BE49-F238E27FC236}">
                  <a16:creationId xmlns:a16="http://schemas.microsoft.com/office/drawing/2014/main" id="{EFF2ADB1-C958-E8C9-CDC0-0C38889741D2}"/>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0" name="Group 49">
            <a:extLst>
              <a:ext uri="{FF2B5EF4-FFF2-40B4-BE49-F238E27FC236}">
                <a16:creationId xmlns:a16="http://schemas.microsoft.com/office/drawing/2014/main" id="{C222011A-E67E-A929-F11D-8D7852BFE2B5}"/>
              </a:ext>
            </a:extLst>
          </p:cNvPr>
          <p:cNvGrpSpPr/>
          <p:nvPr/>
        </p:nvGrpSpPr>
        <p:grpSpPr>
          <a:xfrm>
            <a:off x="10595303" y="3067110"/>
            <a:ext cx="1349825" cy="214785"/>
            <a:chOff x="10795124" y="3246143"/>
            <a:chExt cx="1349825" cy="214785"/>
          </a:xfrm>
        </p:grpSpPr>
        <p:sp>
          <p:nvSpPr>
            <p:cNvPr id="11" name="Rectangle 10">
              <a:extLst>
                <a:ext uri="{FF2B5EF4-FFF2-40B4-BE49-F238E27FC236}">
                  <a16:creationId xmlns:a16="http://schemas.microsoft.com/office/drawing/2014/main" id="{4FBCA766-FA57-D474-B1E8-395A9C636153}"/>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    Event Management</a:t>
              </a:r>
            </a:p>
          </p:txBody>
        </p:sp>
        <p:sp>
          <p:nvSpPr>
            <p:cNvPr id="33" name="Rectangle 32">
              <a:extLst>
                <a:ext uri="{FF2B5EF4-FFF2-40B4-BE49-F238E27FC236}">
                  <a16:creationId xmlns:a16="http://schemas.microsoft.com/office/drawing/2014/main" id="{2EC2B734-AF6B-B180-0161-B88E60E7C199}"/>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2" name="Group 51">
            <a:extLst>
              <a:ext uri="{FF2B5EF4-FFF2-40B4-BE49-F238E27FC236}">
                <a16:creationId xmlns:a16="http://schemas.microsoft.com/office/drawing/2014/main" id="{67035BC1-4B4B-73CC-5DD5-54A82D1F27F7}"/>
              </a:ext>
            </a:extLst>
          </p:cNvPr>
          <p:cNvGrpSpPr/>
          <p:nvPr/>
        </p:nvGrpSpPr>
        <p:grpSpPr>
          <a:xfrm>
            <a:off x="10595303" y="3545902"/>
            <a:ext cx="1349825" cy="214785"/>
            <a:chOff x="10795124" y="3722555"/>
            <a:chExt cx="1349825" cy="214785"/>
          </a:xfrm>
        </p:grpSpPr>
        <p:sp>
          <p:nvSpPr>
            <p:cNvPr id="9" name="Rectangle 8">
              <a:extLst>
                <a:ext uri="{FF2B5EF4-FFF2-40B4-BE49-F238E27FC236}">
                  <a16:creationId xmlns:a16="http://schemas.microsoft.com/office/drawing/2014/main" id="{DFE32915-38DE-3EE0-FCEC-3B209698A5F0}"/>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  Secrets Management</a:t>
              </a:r>
            </a:p>
          </p:txBody>
        </p:sp>
        <p:sp>
          <p:nvSpPr>
            <p:cNvPr id="34" name="Rectangle 33">
              <a:extLst>
                <a:ext uri="{FF2B5EF4-FFF2-40B4-BE49-F238E27FC236}">
                  <a16:creationId xmlns:a16="http://schemas.microsoft.com/office/drawing/2014/main" id="{19D940EE-4F83-8B74-539E-23C09A16A82B}"/>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3" name="Group 52">
            <a:extLst>
              <a:ext uri="{FF2B5EF4-FFF2-40B4-BE49-F238E27FC236}">
                <a16:creationId xmlns:a16="http://schemas.microsoft.com/office/drawing/2014/main" id="{D96907E9-E0CA-0121-D694-9BA0A5067D32}"/>
              </a:ext>
            </a:extLst>
          </p:cNvPr>
          <p:cNvGrpSpPr/>
          <p:nvPr/>
        </p:nvGrpSpPr>
        <p:grpSpPr>
          <a:xfrm>
            <a:off x="10595303" y="3785298"/>
            <a:ext cx="1349825" cy="214785"/>
            <a:chOff x="10795124" y="3961903"/>
            <a:chExt cx="1349825" cy="214785"/>
          </a:xfrm>
        </p:grpSpPr>
        <p:sp>
          <p:nvSpPr>
            <p:cNvPr id="30" name="Rectangle 29">
              <a:extLst>
                <a:ext uri="{FF2B5EF4-FFF2-40B4-BE49-F238E27FC236}">
                  <a16:creationId xmlns:a16="http://schemas.microsoft.com/office/drawing/2014/main" id="{6280812A-0463-A8F9-73BE-50E2CCB6077D}"/>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Carbon Management</a:t>
              </a:r>
            </a:p>
          </p:txBody>
        </p:sp>
        <p:sp>
          <p:nvSpPr>
            <p:cNvPr id="35" name="Rectangle 34">
              <a:extLst>
                <a:ext uri="{FF2B5EF4-FFF2-40B4-BE49-F238E27FC236}">
                  <a16:creationId xmlns:a16="http://schemas.microsoft.com/office/drawing/2014/main" id="{684E1144-7D3B-0B75-BDCE-2CC3279A592A}"/>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9" name="Group 48">
            <a:extLst>
              <a:ext uri="{FF2B5EF4-FFF2-40B4-BE49-F238E27FC236}">
                <a16:creationId xmlns:a16="http://schemas.microsoft.com/office/drawing/2014/main" id="{11F9122C-1603-5E51-96B4-52712825CA65}"/>
              </a:ext>
            </a:extLst>
          </p:cNvPr>
          <p:cNvGrpSpPr/>
          <p:nvPr/>
        </p:nvGrpSpPr>
        <p:grpSpPr>
          <a:xfrm>
            <a:off x="10595303" y="2827714"/>
            <a:ext cx="1349825" cy="214785"/>
            <a:chOff x="10794612" y="3006829"/>
            <a:chExt cx="1349825" cy="214785"/>
          </a:xfrm>
        </p:grpSpPr>
        <p:sp>
          <p:nvSpPr>
            <p:cNvPr id="38" name="Rectangle 37">
              <a:extLst>
                <a:ext uri="{FF2B5EF4-FFF2-40B4-BE49-F238E27FC236}">
                  <a16:creationId xmlns:a16="http://schemas.microsoft.com/office/drawing/2014/main" id="{62775047-A3CA-06FA-A8AA-D3CDEF2FFEE9}"/>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    Observability Management</a:t>
              </a:r>
            </a:p>
          </p:txBody>
        </p:sp>
        <p:sp>
          <p:nvSpPr>
            <p:cNvPr id="39" name="Rectangle 38">
              <a:extLst>
                <a:ext uri="{FF2B5EF4-FFF2-40B4-BE49-F238E27FC236}">
                  <a16:creationId xmlns:a16="http://schemas.microsoft.com/office/drawing/2014/main" id="{C18D225F-CDB7-E9A5-D611-E4D7BA5EE523}"/>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0" name="TextBox 39">
            <a:extLst>
              <a:ext uri="{FF2B5EF4-FFF2-40B4-BE49-F238E27FC236}">
                <a16:creationId xmlns:a16="http://schemas.microsoft.com/office/drawing/2014/main" id="{0D1D90CF-0C26-1421-6024-D54D19E34DAF}"/>
              </a:ext>
            </a:extLst>
          </p:cNvPr>
          <p:cNvSpPr txBox="1"/>
          <p:nvPr/>
        </p:nvSpPr>
        <p:spPr>
          <a:xfrm>
            <a:off x="10712103" y="2145145"/>
            <a:ext cx="1280538" cy="215444"/>
          </a:xfrm>
          <a:prstGeom prst="rect">
            <a:avLst/>
          </a:prstGeom>
          <a:noFill/>
        </p:spPr>
        <p:txBody>
          <a:bodyPr wrap="square" rtlCol="0">
            <a:spAutoFit/>
          </a:bodyPr>
          <a:lstStyle/>
          <a:p>
            <a:r>
              <a:rPr lang="en-GB" sz="800"/>
              <a:t>Canvas Operators</a:t>
            </a:r>
          </a:p>
        </p:txBody>
      </p:sp>
      <p:grpSp>
        <p:nvGrpSpPr>
          <p:cNvPr id="54" name="Group 53">
            <a:extLst>
              <a:ext uri="{FF2B5EF4-FFF2-40B4-BE49-F238E27FC236}">
                <a16:creationId xmlns:a16="http://schemas.microsoft.com/office/drawing/2014/main" id="{DBCCE8DE-188E-B461-C2B8-B3B140662C13}"/>
              </a:ext>
            </a:extLst>
          </p:cNvPr>
          <p:cNvGrpSpPr/>
          <p:nvPr/>
        </p:nvGrpSpPr>
        <p:grpSpPr>
          <a:xfrm>
            <a:off x="10595303" y="4024694"/>
            <a:ext cx="1349825" cy="214785"/>
            <a:chOff x="10791949" y="4203203"/>
            <a:chExt cx="1349825" cy="214785"/>
          </a:xfrm>
        </p:grpSpPr>
        <p:sp>
          <p:nvSpPr>
            <p:cNvPr id="16" name="Rectangle 15">
              <a:extLst>
                <a:ext uri="{FF2B5EF4-FFF2-40B4-BE49-F238E27FC236}">
                  <a16:creationId xmlns:a16="http://schemas.microsoft.com/office/drawing/2014/main" id="{60A5E046-930A-EB13-3061-791942CF9D0C}"/>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Cost Management</a:t>
              </a:r>
            </a:p>
          </p:txBody>
        </p:sp>
        <p:sp>
          <p:nvSpPr>
            <p:cNvPr id="32" name="Rectangle 31">
              <a:extLst>
                <a:ext uri="{FF2B5EF4-FFF2-40B4-BE49-F238E27FC236}">
                  <a16:creationId xmlns:a16="http://schemas.microsoft.com/office/drawing/2014/main" id="{1806615E-0F76-4F22-97B8-27C725D0DE45}"/>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0" name="Group 69">
            <a:extLst>
              <a:ext uri="{FF2B5EF4-FFF2-40B4-BE49-F238E27FC236}">
                <a16:creationId xmlns:a16="http://schemas.microsoft.com/office/drawing/2014/main" id="{EA07DD4F-6F26-E335-5FDB-92ECC396D043}"/>
              </a:ext>
            </a:extLst>
          </p:cNvPr>
          <p:cNvGrpSpPr/>
          <p:nvPr/>
        </p:nvGrpSpPr>
        <p:grpSpPr>
          <a:xfrm>
            <a:off x="10595303" y="4264090"/>
            <a:ext cx="1349825" cy="214785"/>
            <a:chOff x="10791949" y="4444503"/>
            <a:chExt cx="1349825" cy="214785"/>
          </a:xfrm>
        </p:grpSpPr>
        <p:sp>
          <p:nvSpPr>
            <p:cNvPr id="41" name="Rectangle 40">
              <a:extLst>
                <a:ext uri="{FF2B5EF4-FFF2-40B4-BE49-F238E27FC236}">
                  <a16:creationId xmlns:a16="http://schemas.microsoft.com/office/drawing/2014/main" id="{001A6AA8-B47B-5DB2-8F7E-709106B6563E}"/>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AI Management</a:t>
              </a:r>
            </a:p>
          </p:txBody>
        </p:sp>
        <p:sp>
          <p:nvSpPr>
            <p:cNvPr id="42" name="Rectangle 41">
              <a:extLst>
                <a:ext uri="{FF2B5EF4-FFF2-40B4-BE49-F238E27FC236}">
                  <a16:creationId xmlns:a16="http://schemas.microsoft.com/office/drawing/2014/main" id="{F68A4D27-D669-69F9-A64B-98CE9228E9DC}"/>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6" name="Group 45">
            <a:extLst>
              <a:ext uri="{FF2B5EF4-FFF2-40B4-BE49-F238E27FC236}">
                <a16:creationId xmlns:a16="http://schemas.microsoft.com/office/drawing/2014/main" id="{6730D0F0-B289-A578-8C1F-725732B1C835}"/>
              </a:ext>
            </a:extLst>
          </p:cNvPr>
          <p:cNvGrpSpPr/>
          <p:nvPr/>
        </p:nvGrpSpPr>
        <p:grpSpPr>
          <a:xfrm>
            <a:off x="10595303" y="2348922"/>
            <a:ext cx="1349825" cy="214785"/>
            <a:chOff x="10794614" y="2529515"/>
            <a:chExt cx="1349825" cy="214785"/>
          </a:xfrm>
        </p:grpSpPr>
        <p:sp>
          <p:nvSpPr>
            <p:cNvPr id="44" name="Rectangle 43">
              <a:extLst>
                <a:ext uri="{FF2B5EF4-FFF2-40B4-BE49-F238E27FC236}">
                  <a16:creationId xmlns:a16="http://schemas.microsoft.com/office/drawing/2014/main" id="{F80B9355-9354-25BC-80CE-06C7A88FB6CA}"/>
                </a:ext>
              </a:extLst>
            </p:cNvPr>
            <p:cNvSpPr/>
            <p:nvPr/>
          </p:nvSpPr>
          <p:spPr>
            <a:xfrm>
              <a:off x="10794614" y="252951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700">
                  <a:ln w="0"/>
                  <a:solidFill>
                    <a:schemeClr val="tx1"/>
                  </a:solidFill>
                  <a:effectLst>
                    <a:outerShdw blurRad="38100" dist="19050" dir="2700000" algn="tl" rotWithShape="0">
                      <a:schemeClr val="dk1">
                        <a:alpha val="40000"/>
                      </a:schemeClr>
                    </a:outerShdw>
                  </a:effectLst>
                </a:rPr>
                <a:t> Component Management</a:t>
              </a:r>
            </a:p>
          </p:txBody>
        </p:sp>
        <p:sp>
          <p:nvSpPr>
            <p:cNvPr id="45" name="Rectangle 44">
              <a:extLst>
                <a:ext uri="{FF2B5EF4-FFF2-40B4-BE49-F238E27FC236}">
                  <a16:creationId xmlns:a16="http://schemas.microsoft.com/office/drawing/2014/main" id="{2CEB0B06-F72F-8A33-1F82-F4A9054544FE}"/>
                </a:ext>
              </a:extLst>
            </p:cNvPr>
            <p:cNvSpPr/>
            <p:nvPr/>
          </p:nvSpPr>
          <p:spPr>
            <a:xfrm>
              <a:off x="10831907" y="2586374"/>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1" name="Group 70">
            <a:extLst>
              <a:ext uri="{FF2B5EF4-FFF2-40B4-BE49-F238E27FC236}">
                <a16:creationId xmlns:a16="http://schemas.microsoft.com/office/drawing/2014/main" id="{7D1C0C6C-AC71-153C-7211-CA37DB202C98}"/>
              </a:ext>
            </a:extLst>
          </p:cNvPr>
          <p:cNvGrpSpPr/>
          <p:nvPr/>
        </p:nvGrpSpPr>
        <p:grpSpPr>
          <a:xfrm>
            <a:off x="10595303" y="4503487"/>
            <a:ext cx="1349825" cy="214785"/>
            <a:chOff x="10791949" y="4444503"/>
            <a:chExt cx="1349825" cy="214785"/>
          </a:xfrm>
        </p:grpSpPr>
        <p:sp>
          <p:nvSpPr>
            <p:cNvPr id="72" name="Rectangle 71">
              <a:extLst>
                <a:ext uri="{FF2B5EF4-FFF2-40B4-BE49-F238E27FC236}">
                  <a16:creationId xmlns:a16="http://schemas.microsoft.com/office/drawing/2014/main" id="{D038E7FB-E1D7-C14F-9CB7-45B9E6659381}"/>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00">
                  <a:ln w="0"/>
                  <a:solidFill>
                    <a:schemeClr val="tx1"/>
                  </a:solidFill>
                  <a:effectLst>
                    <a:outerShdw blurRad="38100" dist="19050" dir="2700000" algn="tl" rotWithShape="0">
                      <a:schemeClr val="dk1">
                        <a:alpha val="40000"/>
                      </a:schemeClr>
                    </a:outerShdw>
                  </a:effectLst>
                </a:rPr>
                <a:t>Other ….</a:t>
              </a:r>
            </a:p>
          </p:txBody>
        </p:sp>
        <p:sp>
          <p:nvSpPr>
            <p:cNvPr id="73" name="Rectangle 72">
              <a:extLst>
                <a:ext uri="{FF2B5EF4-FFF2-40B4-BE49-F238E27FC236}">
                  <a16:creationId xmlns:a16="http://schemas.microsoft.com/office/drawing/2014/main" id="{0C10A572-26EF-94E0-6168-659DC90AA275}"/>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329804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CC434DD-516C-C3BC-503C-01D48AC3978A}"/>
              </a:ext>
            </a:extLst>
          </p:cNvPr>
          <p:cNvSpPr/>
          <p:nvPr/>
        </p:nvSpPr>
        <p:spPr>
          <a:xfrm>
            <a:off x="165100" y="1104900"/>
            <a:ext cx="11823700" cy="5168900"/>
          </a:xfrm>
          <a:prstGeom prst="round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5E43A2B-C404-4497-E2DA-D4B42B7BF0FB}"/>
              </a:ext>
            </a:extLst>
          </p:cNvPr>
          <p:cNvSpPr>
            <a:spLocks noGrp="1"/>
          </p:cNvSpPr>
          <p:nvPr>
            <p:ph type="title"/>
          </p:nvPr>
        </p:nvSpPr>
        <p:spPr>
          <a:xfrm>
            <a:off x="1511169" y="189237"/>
            <a:ext cx="9580887" cy="549275"/>
          </a:xfrm>
        </p:spPr>
        <p:txBody>
          <a:bodyPr>
            <a:normAutofit/>
          </a:bodyPr>
          <a:lstStyle/>
          <a:p>
            <a:r>
              <a:rPr lang="en-US" sz="2400">
                <a:latin typeface="Arial"/>
                <a:cs typeface="Arial"/>
              </a:rPr>
              <a:t>How</a:t>
            </a:r>
            <a:r>
              <a:rPr lang="en-US" sz="2400">
                <a:solidFill>
                  <a:srgbClr val="FFFFFF"/>
                </a:solidFill>
                <a:latin typeface="Arial"/>
                <a:cs typeface="Arial"/>
              </a:rPr>
              <a:t> do I buy or build</a:t>
            </a:r>
            <a:r>
              <a:rPr lang="en-US" sz="2400">
                <a:latin typeface="Arial"/>
                <a:cs typeface="Arial"/>
              </a:rPr>
              <a:t> a canvas?</a:t>
            </a:r>
            <a:endParaRPr lang="en-US"/>
          </a:p>
          <a:p>
            <a:endParaRPr lang="en-GB" sz="3200">
              <a:latin typeface="Calibri"/>
              <a:ea typeface="Calibri"/>
              <a:cs typeface="Calibri"/>
            </a:endParaRPr>
          </a:p>
        </p:txBody>
      </p:sp>
      <p:sp>
        <p:nvSpPr>
          <p:cNvPr id="5" name="TextBox 4">
            <a:extLst>
              <a:ext uri="{FF2B5EF4-FFF2-40B4-BE49-F238E27FC236}">
                <a16:creationId xmlns:a16="http://schemas.microsoft.com/office/drawing/2014/main" id="{F38917FB-811E-8505-9C34-205286870C65}"/>
              </a:ext>
            </a:extLst>
          </p:cNvPr>
          <p:cNvSpPr txBox="1"/>
          <p:nvPr/>
        </p:nvSpPr>
        <p:spPr>
          <a:xfrm>
            <a:off x="571500" y="1325034"/>
            <a:ext cx="45339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Arial"/>
              </a:rPr>
              <a:t>Reference Implementation</a:t>
            </a:r>
            <a:r>
              <a:rPr lang="en-US">
                <a:cs typeface="Arial"/>
              </a:rPr>
              <a:t> at</a:t>
            </a:r>
            <a:br>
              <a:rPr lang="en-US">
                <a:cs typeface="Arial"/>
              </a:rPr>
            </a:br>
            <a:r>
              <a:rPr lang="en-US">
                <a:ea typeface="+mn-lt"/>
                <a:cs typeface="+mn-lt"/>
                <a:hlinkClick r:id="rId3"/>
              </a:rPr>
              <a:t>github.com/tmforum-oda/oda-canvas</a:t>
            </a:r>
            <a:endParaRPr lang="en-US"/>
          </a:p>
        </p:txBody>
      </p:sp>
      <p:grpSp>
        <p:nvGrpSpPr>
          <p:cNvPr id="71" name="Group 70">
            <a:extLst>
              <a:ext uri="{FF2B5EF4-FFF2-40B4-BE49-F238E27FC236}">
                <a16:creationId xmlns:a16="http://schemas.microsoft.com/office/drawing/2014/main" id="{8AF6AEA5-5520-2379-5A14-110A86D72B12}"/>
              </a:ext>
            </a:extLst>
          </p:cNvPr>
          <p:cNvGrpSpPr/>
          <p:nvPr/>
        </p:nvGrpSpPr>
        <p:grpSpPr>
          <a:xfrm>
            <a:off x="842747" y="2054289"/>
            <a:ext cx="3992687" cy="2591061"/>
            <a:chOff x="7294347" y="1707155"/>
            <a:chExt cx="3992687" cy="2591061"/>
          </a:xfrm>
        </p:grpSpPr>
        <p:pic>
          <p:nvPicPr>
            <p:cNvPr id="27" name="Picture 26" descr="A close-up of a card&#10;&#10;Description automatically generated with low confidence">
              <a:extLst>
                <a:ext uri="{FF2B5EF4-FFF2-40B4-BE49-F238E27FC236}">
                  <a16:creationId xmlns:a16="http://schemas.microsoft.com/office/drawing/2014/main" id="{FAE58E76-AA90-6DB2-8BD5-9DD4B962FA9F}"/>
                </a:ext>
              </a:extLst>
            </p:cNvPr>
            <p:cNvPicPr>
              <a:picLocks noChangeAspect="1"/>
            </p:cNvPicPr>
            <p:nvPr/>
          </p:nvPicPr>
          <p:blipFill>
            <a:blip r:embed="rId4"/>
            <a:stretch>
              <a:fillRect/>
            </a:stretch>
          </p:blipFill>
          <p:spPr>
            <a:xfrm>
              <a:off x="7294347" y="2439802"/>
              <a:ext cx="3532831" cy="1858414"/>
            </a:xfrm>
            <a:prstGeom prst="rect">
              <a:avLst/>
            </a:prstGeom>
          </p:spPr>
        </p:pic>
        <p:grpSp>
          <p:nvGrpSpPr>
            <p:cNvPr id="30" name="Group 29">
              <a:extLst>
                <a:ext uri="{FF2B5EF4-FFF2-40B4-BE49-F238E27FC236}">
                  <a16:creationId xmlns:a16="http://schemas.microsoft.com/office/drawing/2014/main" id="{43064316-50AE-FB85-87DB-9F5246FB9E3F}"/>
                </a:ext>
              </a:extLst>
            </p:cNvPr>
            <p:cNvGrpSpPr/>
            <p:nvPr/>
          </p:nvGrpSpPr>
          <p:grpSpPr>
            <a:xfrm>
              <a:off x="7965817" y="2568615"/>
              <a:ext cx="1969081" cy="799058"/>
              <a:chOff x="7965819" y="2568619"/>
              <a:chExt cx="3298850" cy="1338682"/>
            </a:xfrm>
          </p:grpSpPr>
          <p:pic>
            <p:nvPicPr>
              <p:cNvPr id="48" name="Picture 47" descr="Diagram, shape&#10;&#10;Description automatically generated">
                <a:extLst>
                  <a:ext uri="{FF2B5EF4-FFF2-40B4-BE49-F238E27FC236}">
                    <a16:creationId xmlns:a16="http://schemas.microsoft.com/office/drawing/2014/main" id="{7B78FF25-02B8-FA4B-FD87-1CBD5C19D79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rot="21243423">
                <a:off x="7965819" y="2968928"/>
                <a:ext cx="482698" cy="391910"/>
              </a:xfrm>
              <a:prstGeom prst="roundRect">
                <a:avLst/>
              </a:prstGeom>
            </p:spPr>
          </p:pic>
          <p:pic>
            <p:nvPicPr>
              <p:cNvPr id="49" name="Picture 48" descr="Diagram, shape&#10;&#10;Description automatically generated">
                <a:extLst>
                  <a:ext uri="{FF2B5EF4-FFF2-40B4-BE49-F238E27FC236}">
                    <a16:creationId xmlns:a16="http://schemas.microsoft.com/office/drawing/2014/main" id="{5C3817AB-641D-2E9B-84BA-888AC6E6C63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rot="21243423">
                <a:off x="9138974" y="2568619"/>
                <a:ext cx="482698" cy="391910"/>
              </a:xfrm>
              <a:prstGeom prst="roundRect">
                <a:avLst/>
              </a:prstGeom>
            </p:spPr>
          </p:pic>
          <p:pic>
            <p:nvPicPr>
              <p:cNvPr id="50" name="Picture 49" descr="Diagram, shape&#10;&#10;Description automatically generated">
                <a:extLst>
                  <a:ext uri="{FF2B5EF4-FFF2-40B4-BE49-F238E27FC236}">
                    <a16:creationId xmlns:a16="http://schemas.microsoft.com/office/drawing/2014/main" id="{C276768E-8439-27C7-746D-8E41C2F1F8AE}"/>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rot="21243423">
                <a:off x="8450126" y="3162483"/>
                <a:ext cx="482698" cy="391910"/>
              </a:xfrm>
              <a:prstGeom prst="roundRect">
                <a:avLst/>
              </a:prstGeom>
            </p:spPr>
          </p:pic>
          <p:pic>
            <p:nvPicPr>
              <p:cNvPr id="51" name="Picture 50" descr="Diagram, shape&#10;&#10;Description automatically generated">
                <a:extLst>
                  <a:ext uri="{FF2B5EF4-FFF2-40B4-BE49-F238E27FC236}">
                    <a16:creationId xmlns:a16="http://schemas.microsoft.com/office/drawing/2014/main" id="{5A47135B-44D1-F29C-603E-15E236134962}"/>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rot="21243423">
                <a:off x="8738900" y="2855567"/>
                <a:ext cx="482698" cy="391910"/>
              </a:xfrm>
              <a:prstGeom prst="roundRect">
                <a:avLst/>
              </a:prstGeom>
            </p:spPr>
          </p:pic>
          <p:pic>
            <p:nvPicPr>
              <p:cNvPr id="52" name="Picture 51" descr="Diagram, shape&#10;&#10;Description automatically generated">
                <a:extLst>
                  <a:ext uri="{FF2B5EF4-FFF2-40B4-BE49-F238E27FC236}">
                    <a16:creationId xmlns:a16="http://schemas.microsoft.com/office/drawing/2014/main" id="{14C01E6E-1DC8-1357-F145-A8AAB55D0A1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rot="21243423">
                <a:off x="9238922" y="2985604"/>
                <a:ext cx="482698" cy="391910"/>
              </a:xfrm>
              <a:prstGeom prst="roundRect">
                <a:avLst/>
              </a:prstGeom>
            </p:spPr>
          </p:pic>
          <p:pic>
            <p:nvPicPr>
              <p:cNvPr id="53" name="Picture 52">
                <a:extLst>
                  <a:ext uri="{FF2B5EF4-FFF2-40B4-BE49-F238E27FC236}">
                    <a16:creationId xmlns:a16="http://schemas.microsoft.com/office/drawing/2014/main" id="{6A18CB41-F082-2657-854E-4390E63630B4}"/>
                  </a:ext>
                </a:extLst>
              </p:cNvPr>
              <p:cNvPicPr>
                <a:picLocks noChangeAspect="1"/>
              </p:cNvPicPr>
              <p:nvPr/>
            </p:nvPicPr>
            <p:blipFill>
              <a:blip r:embed="rId6"/>
              <a:stretch>
                <a:fillRect/>
              </a:stretch>
            </p:blipFill>
            <p:spPr>
              <a:xfrm>
                <a:off x="9816209" y="2639401"/>
                <a:ext cx="1448460" cy="914197"/>
              </a:xfrm>
              <a:prstGeom prst="roundRect">
                <a:avLst/>
              </a:prstGeom>
            </p:spPr>
          </p:pic>
          <p:pic>
            <p:nvPicPr>
              <p:cNvPr id="54" name="Picture 53" descr="Diagram, shape&#10;&#10;Description automatically generated">
                <a:extLst>
                  <a:ext uri="{FF2B5EF4-FFF2-40B4-BE49-F238E27FC236}">
                    <a16:creationId xmlns:a16="http://schemas.microsoft.com/office/drawing/2014/main" id="{719D0C02-AB7A-B60C-E3FE-B38E6DBC13CE}"/>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rot="21243423">
                <a:off x="9044918" y="3369312"/>
                <a:ext cx="482698" cy="391910"/>
              </a:xfrm>
              <a:prstGeom prst="roundRect">
                <a:avLst/>
              </a:prstGeom>
            </p:spPr>
          </p:pic>
          <p:pic>
            <p:nvPicPr>
              <p:cNvPr id="70" name="Picture 69" descr="Diagram, shape&#10;&#10;Description automatically generated">
                <a:extLst>
                  <a:ext uri="{FF2B5EF4-FFF2-40B4-BE49-F238E27FC236}">
                    <a16:creationId xmlns:a16="http://schemas.microsoft.com/office/drawing/2014/main" id="{34458C7C-B2EB-D52E-D08B-1FD3DC7D8BA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rot="21243423">
                <a:off x="9510194" y="3515391"/>
                <a:ext cx="482698" cy="391910"/>
              </a:xfrm>
              <a:prstGeom prst="roundRect">
                <a:avLst/>
              </a:prstGeom>
            </p:spPr>
          </p:pic>
        </p:grpSp>
        <p:sp>
          <p:nvSpPr>
            <p:cNvPr id="31" name="TextBox 13">
              <a:extLst>
                <a:ext uri="{FF2B5EF4-FFF2-40B4-BE49-F238E27FC236}">
                  <a16:creationId xmlns:a16="http://schemas.microsoft.com/office/drawing/2014/main" id="{A0B63E90-97FE-B1F3-3117-096AFE834539}"/>
                </a:ext>
              </a:extLst>
            </p:cNvPr>
            <p:cNvSpPr txBox="1"/>
            <p:nvPr/>
          </p:nvSpPr>
          <p:spPr>
            <a:xfrm rot="20877000">
              <a:off x="8156883" y="2592037"/>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OSS</a:t>
              </a:r>
            </a:p>
          </p:txBody>
        </p:sp>
        <p:sp>
          <p:nvSpPr>
            <p:cNvPr id="32" name="TextBox 14">
              <a:extLst>
                <a:ext uri="{FF2B5EF4-FFF2-40B4-BE49-F238E27FC236}">
                  <a16:creationId xmlns:a16="http://schemas.microsoft.com/office/drawing/2014/main" id="{6FA643A0-B341-133F-249E-4D179519B2A8}"/>
                </a:ext>
              </a:extLst>
            </p:cNvPr>
            <p:cNvSpPr txBox="1"/>
            <p:nvPr/>
          </p:nvSpPr>
          <p:spPr>
            <a:xfrm rot="732906">
              <a:off x="9619147" y="2586502"/>
              <a:ext cx="384987"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BSS</a:t>
              </a:r>
            </a:p>
          </p:txBody>
        </p:sp>
        <p:grpSp>
          <p:nvGrpSpPr>
            <p:cNvPr id="34" name="Group 33">
              <a:extLst>
                <a:ext uri="{FF2B5EF4-FFF2-40B4-BE49-F238E27FC236}">
                  <a16:creationId xmlns:a16="http://schemas.microsoft.com/office/drawing/2014/main" id="{30353CB6-C442-2DF0-AD46-D4ACC3718016}"/>
                </a:ext>
              </a:extLst>
            </p:cNvPr>
            <p:cNvGrpSpPr/>
            <p:nvPr/>
          </p:nvGrpSpPr>
          <p:grpSpPr>
            <a:xfrm>
              <a:off x="9695693" y="1707155"/>
              <a:ext cx="1591341" cy="1392040"/>
              <a:chOff x="9695693" y="1707154"/>
              <a:chExt cx="2653704" cy="2321350"/>
            </a:xfrm>
          </p:grpSpPr>
          <p:pic>
            <p:nvPicPr>
              <p:cNvPr id="39" name="Picture 38" descr="Diagram, shape&#10;&#10;Description automatically generated">
                <a:extLst>
                  <a:ext uri="{FF2B5EF4-FFF2-40B4-BE49-F238E27FC236}">
                    <a16:creationId xmlns:a16="http://schemas.microsoft.com/office/drawing/2014/main" id="{6F57E605-AE2B-3322-199F-ACE5BD35F82C}"/>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11124521" y="2957378"/>
                <a:ext cx="1224876" cy="1071126"/>
              </a:xfrm>
              <a:prstGeom prst="rect">
                <a:avLst/>
              </a:prstGeom>
            </p:spPr>
          </p:pic>
          <p:pic>
            <p:nvPicPr>
              <p:cNvPr id="40" name="Picture 39" descr="Diagram, shape&#10;&#10;Description automatically generated">
                <a:extLst>
                  <a:ext uri="{FF2B5EF4-FFF2-40B4-BE49-F238E27FC236}">
                    <a16:creationId xmlns:a16="http://schemas.microsoft.com/office/drawing/2014/main" id="{E82DE870-E45D-D1CB-B9DC-C357C1E1C987}"/>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10781322" y="2341021"/>
                <a:ext cx="1224876" cy="1071126"/>
              </a:xfrm>
              <a:prstGeom prst="rect">
                <a:avLst/>
              </a:prstGeom>
            </p:spPr>
          </p:pic>
          <p:pic>
            <p:nvPicPr>
              <p:cNvPr id="41" name="Picture 40" descr="Diagram, shape&#10;&#10;Description automatically generated">
                <a:extLst>
                  <a:ext uri="{FF2B5EF4-FFF2-40B4-BE49-F238E27FC236}">
                    <a16:creationId xmlns:a16="http://schemas.microsoft.com/office/drawing/2014/main" id="{5B1607D1-BAD1-6B7D-2CBA-DA28923091AD}"/>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10063406" y="2334017"/>
                <a:ext cx="1224876" cy="1071126"/>
              </a:xfrm>
              <a:prstGeom prst="rect">
                <a:avLst/>
              </a:prstGeom>
            </p:spPr>
          </p:pic>
          <p:pic>
            <p:nvPicPr>
              <p:cNvPr id="42" name="Picture 41" descr="Diagram, shape&#10;&#10;Description automatically generated">
                <a:extLst>
                  <a:ext uri="{FF2B5EF4-FFF2-40B4-BE49-F238E27FC236}">
                    <a16:creationId xmlns:a16="http://schemas.microsoft.com/office/drawing/2014/main" id="{B90A11DD-8E58-B9FE-DEC5-345EDC2BA501}"/>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9695693" y="1707154"/>
                <a:ext cx="1224876" cy="1071126"/>
              </a:xfrm>
              <a:prstGeom prst="rect">
                <a:avLst/>
              </a:prstGeom>
            </p:spPr>
          </p:pic>
          <p:pic>
            <p:nvPicPr>
              <p:cNvPr id="43" name="Picture 42" descr="Diagram, shape&#10;&#10;Description automatically generated">
                <a:extLst>
                  <a:ext uri="{FF2B5EF4-FFF2-40B4-BE49-F238E27FC236}">
                    <a16:creationId xmlns:a16="http://schemas.microsoft.com/office/drawing/2014/main" id="{5D07EA80-0103-9963-7423-137ABAE8EE07}"/>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10424115" y="1717660"/>
                <a:ext cx="1224876" cy="1071126"/>
              </a:xfrm>
              <a:prstGeom prst="rect">
                <a:avLst/>
              </a:prstGeom>
            </p:spPr>
          </p:pic>
          <p:grpSp>
            <p:nvGrpSpPr>
              <p:cNvPr id="44" name="Group 43">
                <a:extLst>
                  <a:ext uri="{FF2B5EF4-FFF2-40B4-BE49-F238E27FC236}">
                    <a16:creationId xmlns:a16="http://schemas.microsoft.com/office/drawing/2014/main" id="{A688790F-7BB2-87FC-48CE-2B36BA547552}"/>
                  </a:ext>
                </a:extLst>
              </p:cNvPr>
              <p:cNvGrpSpPr/>
              <p:nvPr/>
            </p:nvGrpSpPr>
            <p:grpSpPr>
              <a:xfrm>
                <a:off x="9983944" y="1917038"/>
                <a:ext cx="2104272" cy="2007093"/>
                <a:chOff x="9983944" y="1917038"/>
                <a:chExt cx="2145031" cy="2045970"/>
              </a:xfrm>
            </p:grpSpPr>
            <p:pic>
              <p:nvPicPr>
                <p:cNvPr id="45" name="Picture 44">
                  <a:extLst>
                    <a:ext uri="{FF2B5EF4-FFF2-40B4-BE49-F238E27FC236}">
                      <a16:creationId xmlns:a16="http://schemas.microsoft.com/office/drawing/2014/main" id="{A330DEF6-1591-358C-59F0-C9920ACEE2FC}"/>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9989424" y="1923095"/>
                  <a:ext cx="2139551" cy="2037666"/>
                </a:xfrm>
                <a:prstGeom prst="rect">
                  <a:avLst/>
                </a:prstGeom>
                <a:noFill/>
                <a:extLst>
                  <a:ext uri="{909E8E84-426E-40DD-AFC4-6F175D3DCCD1}">
                    <a14:hiddenFill xmlns:a14="http://schemas.microsoft.com/office/drawing/2010/main">
                      <a:solidFill>
                        <a:srgbClr val="FFFFFF"/>
                      </a:solidFill>
                    </a14:hiddenFill>
                  </a:ext>
                </a:extLst>
              </p:spPr>
            </p:pic>
            <p:sp>
              <p:nvSpPr>
                <p:cNvPr id="46" name="Freeform: Shape 45">
                  <a:extLst>
                    <a:ext uri="{FF2B5EF4-FFF2-40B4-BE49-F238E27FC236}">
                      <a16:creationId xmlns:a16="http://schemas.microsoft.com/office/drawing/2014/main" id="{EB939758-B404-17F5-6B61-CFD9D66C3CF5}"/>
                    </a:ext>
                  </a:extLst>
                </p:cNvPr>
                <p:cNvSpPr/>
                <p:nvPr/>
              </p:nvSpPr>
              <p:spPr>
                <a:xfrm>
                  <a:off x="9983942" y="1917038"/>
                  <a:ext cx="2145030" cy="2045970"/>
                </a:xfrm>
                <a:custGeom>
                  <a:avLst/>
                  <a:gdLst>
                    <a:gd name="connsiteX0" fmla="*/ 342900 w 2145030"/>
                    <a:gd name="connsiteY0" fmla="*/ 0 h 2045970"/>
                    <a:gd name="connsiteX1" fmla="*/ 708660 w 2145030"/>
                    <a:gd name="connsiteY1" fmla="*/ 209550 h 2045970"/>
                    <a:gd name="connsiteX2" fmla="*/ 1078230 w 2145030"/>
                    <a:gd name="connsiteY2" fmla="*/ 3810 h 2045970"/>
                    <a:gd name="connsiteX3" fmla="*/ 1409700 w 2145030"/>
                    <a:gd name="connsiteY3" fmla="*/ 201930 h 2045970"/>
                    <a:gd name="connsiteX4" fmla="*/ 1413510 w 2145030"/>
                    <a:gd name="connsiteY4" fmla="*/ 613410 h 2045970"/>
                    <a:gd name="connsiteX5" fmla="*/ 1779270 w 2145030"/>
                    <a:gd name="connsiteY5" fmla="*/ 822960 h 2045970"/>
                    <a:gd name="connsiteX6" fmla="*/ 1775460 w 2145030"/>
                    <a:gd name="connsiteY6" fmla="*/ 1234440 h 2045970"/>
                    <a:gd name="connsiteX7" fmla="*/ 2145030 w 2145030"/>
                    <a:gd name="connsiteY7" fmla="*/ 1443990 h 2045970"/>
                    <a:gd name="connsiteX8" fmla="*/ 2145030 w 2145030"/>
                    <a:gd name="connsiteY8" fmla="*/ 1847850 h 2045970"/>
                    <a:gd name="connsiteX9" fmla="*/ 1794510 w 2145030"/>
                    <a:gd name="connsiteY9" fmla="*/ 2045970 h 2045970"/>
                    <a:gd name="connsiteX10" fmla="*/ 1451610 w 2145030"/>
                    <a:gd name="connsiteY10" fmla="*/ 1840230 h 2045970"/>
                    <a:gd name="connsiteX11" fmla="*/ 1451610 w 2145030"/>
                    <a:gd name="connsiteY11" fmla="*/ 1440180 h 2045970"/>
                    <a:gd name="connsiteX12" fmla="*/ 1078230 w 2145030"/>
                    <a:gd name="connsiteY12" fmla="*/ 1223010 h 2045970"/>
                    <a:gd name="connsiteX13" fmla="*/ 704850 w 2145030"/>
                    <a:gd name="connsiteY13" fmla="*/ 1428750 h 2045970"/>
                    <a:gd name="connsiteX14" fmla="*/ 354330 w 2145030"/>
                    <a:gd name="connsiteY14" fmla="*/ 1226820 h 2045970"/>
                    <a:gd name="connsiteX15" fmla="*/ 358140 w 2145030"/>
                    <a:gd name="connsiteY15" fmla="*/ 815340 h 2045970"/>
                    <a:gd name="connsiteX16" fmla="*/ 0 w 2145030"/>
                    <a:gd name="connsiteY16" fmla="*/ 605790 h 2045970"/>
                    <a:gd name="connsiteX17" fmla="*/ 3810 w 2145030"/>
                    <a:gd name="connsiteY17" fmla="*/ 194310 h 2045970"/>
                    <a:gd name="connsiteX18" fmla="*/ 342900 w 2145030"/>
                    <a:gd name="connsiteY18" fmla="*/ 0 h 2045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45030" h="2045970">
                      <a:moveTo>
                        <a:pt x="342900" y="0"/>
                      </a:moveTo>
                      <a:lnTo>
                        <a:pt x="708660" y="209550"/>
                      </a:lnTo>
                      <a:lnTo>
                        <a:pt x="1078230" y="3810"/>
                      </a:lnTo>
                      <a:lnTo>
                        <a:pt x="1409700" y="201930"/>
                      </a:lnTo>
                      <a:lnTo>
                        <a:pt x="1413510" y="613410"/>
                      </a:lnTo>
                      <a:lnTo>
                        <a:pt x="1779270" y="822960"/>
                      </a:lnTo>
                      <a:lnTo>
                        <a:pt x="1775460" y="1234440"/>
                      </a:lnTo>
                      <a:lnTo>
                        <a:pt x="2145030" y="1443990"/>
                      </a:lnTo>
                      <a:lnTo>
                        <a:pt x="2145030" y="1847850"/>
                      </a:lnTo>
                      <a:lnTo>
                        <a:pt x="1794510" y="2045970"/>
                      </a:lnTo>
                      <a:lnTo>
                        <a:pt x="1451610" y="1840230"/>
                      </a:lnTo>
                      <a:lnTo>
                        <a:pt x="1451610" y="1440180"/>
                      </a:lnTo>
                      <a:lnTo>
                        <a:pt x="1078230" y="1223010"/>
                      </a:lnTo>
                      <a:lnTo>
                        <a:pt x="704850" y="1428750"/>
                      </a:lnTo>
                      <a:lnTo>
                        <a:pt x="354330" y="1226820"/>
                      </a:lnTo>
                      <a:lnTo>
                        <a:pt x="358140" y="815340"/>
                      </a:lnTo>
                      <a:lnTo>
                        <a:pt x="0" y="605790"/>
                      </a:lnTo>
                      <a:lnTo>
                        <a:pt x="3810" y="194310"/>
                      </a:lnTo>
                      <a:lnTo>
                        <a:pt x="342900" y="0"/>
                      </a:lnTo>
                      <a:close/>
                    </a:path>
                  </a:pathLst>
                </a:cu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grpSp>
        <p:cxnSp>
          <p:nvCxnSpPr>
            <p:cNvPr id="35" name="Curved Connector 31">
              <a:extLst>
                <a:ext uri="{FF2B5EF4-FFF2-40B4-BE49-F238E27FC236}">
                  <a16:creationId xmlns:a16="http://schemas.microsoft.com/office/drawing/2014/main" id="{1C38564D-9B94-DF71-4904-7D6B5144664A}"/>
                </a:ext>
              </a:extLst>
            </p:cNvPr>
            <p:cNvCxnSpPr>
              <a:cxnSpLocks/>
            </p:cNvCxnSpPr>
            <p:nvPr/>
          </p:nvCxnSpPr>
          <p:spPr>
            <a:xfrm rot="10800000" flipV="1">
              <a:off x="9676540" y="2310047"/>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37" name="Picture 36" descr="Diagram, shape&#10;&#10;Description automatically generated">
              <a:extLst>
                <a:ext uri="{FF2B5EF4-FFF2-40B4-BE49-F238E27FC236}">
                  <a16:creationId xmlns:a16="http://schemas.microsoft.com/office/drawing/2014/main" id="{C4854F85-A969-9E3F-BE5C-A95354090A5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a:off x="7308165" y="2051433"/>
              <a:ext cx="637040" cy="517226"/>
            </a:xfrm>
            <a:prstGeom prst="roundRect">
              <a:avLst/>
            </a:prstGeom>
          </p:spPr>
        </p:pic>
        <p:cxnSp>
          <p:nvCxnSpPr>
            <p:cNvPr id="38" name="Curved Connector 31">
              <a:extLst>
                <a:ext uri="{FF2B5EF4-FFF2-40B4-BE49-F238E27FC236}">
                  <a16:creationId xmlns:a16="http://schemas.microsoft.com/office/drawing/2014/main" id="{C8F2F9C3-6C5B-EEB2-B843-35CB0CFDC41A}"/>
                </a:ext>
              </a:extLst>
            </p:cNvPr>
            <p:cNvCxnSpPr>
              <a:cxnSpLocks/>
            </p:cNvCxnSpPr>
            <p:nvPr/>
          </p:nvCxnSpPr>
          <p:spPr>
            <a:xfrm rot="10800000" flipH="1" flipV="1">
              <a:off x="7864437" y="2453222"/>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8" name="TextBox 77">
            <a:extLst>
              <a:ext uri="{FF2B5EF4-FFF2-40B4-BE49-F238E27FC236}">
                <a16:creationId xmlns:a16="http://schemas.microsoft.com/office/drawing/2014/main" id="{5D622978-4791-7213-41D4-91FD623918F3}"/>
              </a:ext>
            </a:extLst>
          </p:cNvPr>
          <p:cNvSpPr txBox="1"/>
          <p:nvPr/>
        </p:nvSpPr>
        <p:spPr>
          <a:xfrm>
            <a:off x="571500" y="4745566"/>
            <a:ext cx="45339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cs typeface="Arial"/>
              </a:rPr>
              <a:t>Published as Apache 2.0 licensed assets including a Canvas Compliance Test Kit (CTK)</a:t>
            </a:r>
            <a:endParaRPr lang="en-US"/>
          </a:p>
        </p:txBody>
      </p:sp>
      <p:grpSp>
        <p:nvGrpSpPr>
          <p:cNvPr id="6" name="Group 5">
            <a:extLst>
              <a:ext uri="{FF2B5EF4-FFF2-40B4-BE49-F238E27FC236}">
                <a16:creationId xmlns:a16="http://schemas.microsoft.com/office/drawing/2014/main" id="{AFE9FED0-5AC1-C5A5-EB6F-6703557D9D04}"/>
              </a:ext>
            </a:extLst>
          </p:cNvPr>
          <p:cNvGrpSpPr/>
          <p:nvPr/>
        </p:nvGrpSpPr>
        <p:grpSpPr>
          <a:xfrm>
            <a:off x="5270500" y="2103967"/>
            <a:ext cx="5922432" cy="2707964"/>
            <a:chOff x="5270500" y="2103967"/>
            <a:chExt cx="5922432" cy="2707964"/>
          </a:xfrm>
        </p:grpSpPr>
        <p:cxnSp>
          <p:nvCxnSpPr>
            <p:cNvPr id="72" name="Straight Arrow Connector 71">
              <a:extLst>
                <a:ext uri="{FF2B5EF4-FFF2-40B4-BE49-F238E27FC236}">
                  <a16:creationId xmlns:a16="http://schemas.microsoft.com/office/drawing/2014/main" id="{F6719DD2-449A-3531-88AB-8CEFD136B318}"/>
                </a:ext>
              </a:extLst>
            </p:cNvPr>
            <p:cNvCxnSpPr/>
            <p:nvPr/>
          </p:nvCxnSpPr>
          <p:spPr>
            <a:xfrm flipV="1">
              <a:off x="5283200" y="2345267"/>
              <a:ext cx="1270000" cy="330200"/>
            </a:xfrm>
            <a:prstGeom prst="straightConnector1">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E37CAC00-5DA8-A196-9B2D-96B9411282B2}"/>
                </a:ext>
              </a:extLst>
            </p:cNvPr>
            <p:cNvCxnSpPr>
              <a:cxnSpLocks/>
            </p:cNvCxnSpPr>
            <p:nvPr/>
          </p:nvCxnSpPr>
          <p:spPr>
            <a:xfrm>
              <a:off x="5283200" y="3920066"/>
              <a:ext cx="1270000" cy="342900"/>
            </a:xfrm>
            <a:prstGeom prst="straightConnector1">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29E8A554-F451-6C9C-8525-930B37317C10}"/>
                </a:ext>
              </a:extLst>
            </p:cNvPr>
            <p:cNvCxnSpPr>
              <a:cxnSpLocks/>
            </p:cNvCxnSpPr>
            <p:nvPr/>
          </p:nvCxnSpPr>
          <p:spPr>
            <a:xfrm flipV="1">
              <a:off x="5270500" y="3272366"/>
              <a:ext cx="1295400" cy="0"/>
            </a:xfrm>
            <a:prstGeom prst="straightConnector1">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8661368A-2F28-A025-C874-32FABAD3A5CE}"/>
                </a:ext>
              </a:extLst>
            </p:cNvPr>
            <p:cNvSpPr txBox="1"/>
            <p:nvPr/>
          </p:nvSpPr>
          <p:spPr>
            <a:xfrm>
              <a:off x="6832599" y="2103967"/>
              <a:ext cx="43603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Multiple public cloud offerings</a:t>
              </a:r>
              <a:endParaRPr lang="en-US"/>
            </a:p>
          </p:txBody>
        </p:sp>
        <p:sp>
          <p:nvSpPr>
            <p:cNvPr id="77" name="TextBox 76">
              <a:extLst>
                <a:ext uri="{FF2B5EF4-FFF2-40B4-BE49-F238E27FC236}">
                  <a16:creationId xmlns:a16="http://schemas.microsoft.com/office/drawing/2014/main" id="{BCEFADEB-EC5A-082F-C080-8EAE1451941C}"/>
                </a:ext>
              </a:extLst>
            </p:cNvPr>
            <p:cNvSpPr txBox="1"/>
            <p:nvPr/>
          </p:nvSpPr>
          <p:spPr>
            <a:xfrm>
              <a:off x="6832598" y="3081867"/>
              <a:ext cx="436033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'Roll your own' based on the Reference Implementation</a:t>
              </a:r>
              <a:endParaRPr lang="en-US"/>
            </a:p>
          </p:txBody>
        </p:sp>
        <p:sp>
          <p:nvSpPr>
            <p:cNvPr id="2" name="TextBox 1">
              <a:extLst>
                <a:ext uri="{FF2B5EF4-FFF2-40B4-BE49-F238E27FC236}">
                  <a16:creationId xmlns:a16="http://schemas.microsoft.com/office/drawing/2014/main" id="{8BBFBF3C-209B-3B1A-86A3-0336F3942579}"/>
                </a:ext>
              </a:extLst>
            </p:cNvPr>
            <p:cNvSpPr txBox="1"/>
            <p:nvPr/>
          </p:nvSpPr>
          <p:spPr>
            <a:xfrm>
              <a:off x="6832598" y="4165600"/>
              <a:ext cx="436033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Infrastructure software vendors offering operators/managers for their software</a:t>
              </a:r>
              <a:endParaRPr lang="en-US"/>
            </a:p>
          </p:txBody>
        </p:sp>
      </p:grpSp>
      <p:sp>
        <p:nvSpPr>
          <p:cNvPr id="4" name="TextBox 3">
            <a:extLst>
              <a:ext uri="{FF2B5EF4-FFF2-40B4-BE49-F238E27FC236}">
                <a16:creationId xmlns:a16="http://schemas.microsoft.com/office/drawing/2014/main" id="{AC4D3945-361D-573D-DB77-BEE625883A45}"/>
              </a:ext>
            </a:extLst>
          </p:cNvPr>
          <p:cNvSpPr txBox="1"/>
          <p:nvPr/>
        </p:nvSpPr>
        <p:spPr>
          <a:xfrm>
            <a:off x="2506132" y="5715000"/>
            <a:ext cx="7086598" cy="369332"/>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cs typeface="Arial"/>
              </a:rPr>
              <a:t>   Canvas is Modular : You can mix &amp; match these approaches</a:t>
            </a:r>
            <a:endParaRPr lang="en-US" b="1"/>
          </a:p>
        </p:txBody>
      </p:sp>
    </p:spTree>
    <p:extLst>
      <p:ext uri="{BB962C8B-B14F-4D97-AF65-F5344CB8AC3E}">
        <p14:creationId xmlns:p14="http://schemas.microsoft.com/office/powerpoint/2010/main" val="4936697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CC434DD-516C-C3BC-503C-01D48AC3978A}"/>
              </a:ext>
            </a:extLst>
          </p:cNvPr>
          <p:cNvSpPr/>
          <p:nvPr/>
        </p:nvSpPr>
        <p:spPr>
          <a:xfrm>
            <a:off x="165100" y="1104900"/>
            <a:ext cx="11823700" cy="5168900"/>
          </a:xfrm>
          <a:prstGeom prst="round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5E43A2B-C404-4497-E2DA-D4B42B7BF0FB}"/>
              </a:ext>
            </a:extLst>
          </p:cNvPr>
          <p:cNvSpPr>
            <a:spLocks noGrp="1"/>
          </p:cNvSpPr>
          <p:nvPr>
            <p:ph type="title"/>
          </p:nvPr>
        </p:nvSpPr>
        <p:spPr>
          <a:xfrm>
            <a:off x="1511169" y="189237"/>
            <a:ext cx="9580887" cy="549275"/>
          </a:xfrm>
        </p:spPr>
        <p:txBody>
          <a:bodyPr>
            <a:normAutofit/>
          </a:bodyPr>
          <a:lstStyle/>
          <a:p>
            <a:r>
              <a:rPr lang="en-US" sz="2400">
                <a:latin typeface="Arial"/>
                <a:cs typeface="Arial"/>
              </a:rPr>
              <a:t>What types of Canvas Operator are available?</a:t>
            </a:r>
            <a:endParaRPr lang="en-US"/>
          </a:p>
          <a:p>
            <a:endParaRPr lang="en-GB" sz="3200">
              <a:latin typeface="Calibri"/>
              <a:ea typeface="Calibri"/>
              <a:cs typeface="Calibri"/>
            </a:endParaRPr>
          </a:p>
        </p:txBody>
      </p:sp>
      <p:pic>
        <p:nvPicPr>
          <p:cNvPr id="27" name="Picture 26" descr="A close-up of a card&#10;&#10;Description automatically generated with low confidence">
            <a:extLst>
              <a:ext uri="{FF2B5EF4-FFF2-40B4-BE49-F238E27FC236}">
                <a16:creationId xmlns:a16="http://schemas.microsoft.com/office/drawing/2014/main" id="{FAE58E76-AA90-6DB2-8BD5-9DD4B962FA9F}"/>
              </a:ext>
            </a:extLst>
          </p:cNvPr>
          <p:cNvPicPr>
            <a:picLocks noChangeAspect="1"/>
          </p:cNvPicPr>
          <p:nvPr/>
        </p:nvPicPr>
        <p:blipFill>
          <a:blip r:embed="rId3"/>
          <a:stretch>
            <a:fillRect/>
          </a:stretch>
        </p:blipFill>
        <p:spPr>
          <a:xfrm>
            <a:off x="842747" y="1732575"/>
            <a:ext cx="3532831" cy="1858414"/>
          </a:xfrm>
          <a:prstGeom prst="rect">
            <a:avLst/>
          </a:prstGeom>
        </p:spPr>
      </p:pic>
      <p:grpSp>
        <p:nvGrpSpPr>
          <p:cNvPr id="30" name="Group 29">
            <a:extLst>
              <a:ext uri="{FF2B5EF4-FFF2-40B4-BE49-F238E27FC236}">
                <a16:creationId xmlns:a16="http://schemas.microsoft.com/office/drawing/2014/main" id="{43064316-50AE-FB85-87DB-9F5246FB9E3F}"/>
              </a:ext>
            </a:extLst>
          </p:cNvPr>
          <p:cNvGrpSpPr/>
          <p:nvPr/>
        </p:nvGrpSpPr>
        <p:grpSpPr>
          <a:xfrm>
            <a:off x="1514217" y="1861388"/>
            <a:ext cx="1969081" cy="799058"/>
            <a:chOff x="7965819" y="2568619"/>
            <a:chExt cx="3298850" cy="1338682"/>
          </a:xfrm>
        </p:grpSpPr>
        <p:pic>
          <p:nvPicPr>
            <p:cNvPr id="48" name="Picture 47" descr="Diagram, shape&#10;&#10;Description automatically generated">
              <a:extLst>
                <a:ext uri="{FF2B5EF4-FFF2-40B4-BE49-F238E27FC236}">
                  <a16:creationId xmlns:a16="http://schemas.microsoft.com/office/drawing/2014/main" id="{7B78FF25-02B8-FA4B-FD87-1CBD5C19D79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7965819" y="2968928"/>
              <a:ext cx="482698" cy="391910"/>
            </a:xfrm>
            <a:prstGeom prst="roundRect">
              <a:avLst/>
            </a:prstGeom>
          </p:spPr>
        </p:pic>
        <p:pic>
          <p:nvPicPr>
            <p:cNvPr id="49" name="Picture 48" descr="Diagram, shape&#10;&#10;Description automatically generated">
              <a:extLst>
                <a:ext uri="{FF2B5EF4-FFF2-40B4-BE49-F238E27FC236}">
                  <a16:creationId xmlns:a16="http://schemas.microsoft.com/office/drawing/2014/main" id="{5C3817AB-641D-2E9B-84BA-888AC6E6C63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138974" y="2568619"/>
              <a:ext cx="482698" cy="391910"/>
            </a:xfrm>
            <a:prstGeom prst="roundRect">
              <a:avLst/>
            </a:prstGeom>
          </p:spPr>
        </p:pic>
        <p:pic>
          <p:nvPicPr>
            <p:cNvPr id="50" name="Picture 49" descr="Diagram, shape&#10;&#10;Description automatically generated">
              <a:extLst>
                <a:ext uri="{FF2B5EF4-FFF2-40B4-BE49-F238E27FC236}">
                  <a16:creationId xmlns:a16="http://schemas.microsoft.com/office/drawing/2014/main" id="{C276768E-8439-27C7-746D-8E41C2F1F8A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450126" y="3162483"/>
              <a:ext cx="482698" cy="391910"/>
            </a:xfrm>
            <a:prstGeom prst="roundRect">
              <a:avLst/>
            </a:prstGeom>
          </p:spPr>
        </p:pic>
        <p:pic>
          <p:nvPicPr>
            <p:cNvPr id="51" name="Picture 50" descr="Diagram, shape&#10;&#10;Description automatically generated">
              <a:extLst>
                <a:ext uri="{FF2B5EF4-FFF2-40B4-BE49-F238E27FC236}">
                  <a16:creationId xmlns:a16="http://schemas.microsoft.com/office/drawing/2014/main" id="{5A47135B-44D1-F29C-603E-15E23613496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738900" y="2855567"/>
              <a:ext cx="482698" cy="391910"/>
            </a:xfrm>
            <a:prstGeom prst="roundRect">
              <a:avLst/>
            </a:prstGeom>
          </p:spPr>
        </p:pic>
        <p:pic>
          <p:nvPicPr>
            <p:cNvPr id="52" name="Picture 51" descr="Diagram, shape&#10;&#10;Description automatically generated">
              <a:extLst>
                <a:ext uri="{FF2B5EF4-FFF2-40B4-BE49-F238E27FC236}">
                  <a16:creationId xmlns:a16="http://schemas.microsoft.com/office/drawing/2014/main" id="{14C01E6E-1DC8-1357-F145-A8AAB55D0A1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238922" y="2985604"/>
              <a:ext cx="482698" cy="391910"/>
            </a:xfrm>
            <a:prstGeom prst="roundRect">
              <a:avLst/>
            </a:prstGeom>
          </p:spPr>
        </p:pic>
        <p:pic>
          <p:nvPicPr>
            <p:cNvPr id="53" name="Picture 52">
              <a:extLst>
                <a:ext uri="{FF2B5EF4-FFF2-40B4-BE49-F238E27FC236}">
                  <a16:creationId xmlns:a16="http://schemas.microsoft.com/office/drawing/2014/main" id="{6A18CB41-F082-2657-854E-4390E63630B4}"/>
                </a:ext>
              </a:extLst>
            </p:cNvPr>
            <p:cNvPicPr>
              <a:picLocks noChangeAspect="1"/>
            </p:cNvPicPr>
            <p:nvPr/>
          </p:nvPicPr>
          <p:blipFill>
            <a:blip r:embed="rId5"/>
            <a:stretch>
              <a:fillRect/>
            </a:stretch>
          </p:blipFill>
          <p:spPr>
            <a:xfrm>
              <a:off x="9816209" y="2639401"/>
              <a:ext cx="1448460" cy="914197"/>
            </a:xfrm>
            <a:prstGeom prst="roundRect">
              <a:avLst/>
            </a:prstGeom>
          </p:spPr>
        </p:pic>
        <p:pic>
          <p:nvPicPr>
            <p:cNvPr id="54" name="Picture 53" descr="Diagram, shape&#10;&#10;Description automatically generated">
              <a:extLst>
                <a:ext uri="{FF2B5EF4-FFF2-40B4-BE49-F238E27FC236}">
                  <a16:creationId xmlns:a16="http://schemas.microsoft.com/office/drawing/2014/main" id="{719D0C02-AB7A-B60C-E3FE-B38E6DBC13C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044918" y="3369312"/>
              <a:ext cx="482698" cy="391910"/>
            </a:xfrm>
            <a:prstGeom prst="roundRect">
              <a:avLst/>
            </a:prstGeom>
          </p:spPr>
        </p:pic>
        <p:pic>
          <p:nvPicPr>
            <p:cNvPr id="70" name="Picture 69" descr="Diagram, shape&#10;&#10;Description automatically generated">
              <a:extLst>
                <a:ext uri="{FF2B5EF4-FFF2-40B4-BE49-F238E27FC236}">
                  <a16:creationId xmlns:a16="http://schemas.microsoft.com/office/drawing/2014/main" id="{34458C7C-B2EB-D52E-D08B-1FD3DC7D8BA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510194" y="3515391"/>
              <a:ext cx="482698" cy="391910"/>
            </a:xfrm>
            <a:prstGeom prst="roundRect">
              <a:avLst/>
            </a:prstGeom>
          </p:spPr>
        </p:pic>
      </p:grpSp>
      <p:sp>
        <p:nvSpPr>
          <p:cNvPr id="31" name="TextBox 13">
            <a:extLst>
              <a:ext uri="{FF2B5EF4-FFF2-40B4-BE49-F238E27FC236}">
                <a16:creationId xmlns:a16="http://schemas.microsoft.com/office/drawing/2014/main" id="{A0B63E90-97FE-B1F3-3117-096AFE834539}"/>
              </a:ext>
            </a:extLst>
          </p:cNvPr>
          <p:cNvSpPr txBox="1"/>
          <p:nvPr/>
        </p:nvSpPr>
        <p:spPr>
          <a:xfrm rot="20877000">
            <a:off x="1705283" y="1884810"/>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OSS</a:t>
            </a:r>
          </a:p>
        </p:txBody>
      </p:sp>
      <p:pic>
        <p:nvPicPr>
          <p:cNvPr id="37" name="Picture 36" descr="Diagram, shape&#10;&#10;Description automatically generated">
            <a:extLst>
              <a:ext uri="{FF2B5EF4-FFF2-40B4-BE49-F238E27FC236}">
                <a16:creationId xmlns:a16="http://schemas.microsoft.com/office/drawing/2014/main" id="{C4854F85-A969-9E3F-BE5C-A95354090A5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856565" y="1344206"/>
            <a:ext cx="637040" cy="517226"/>
          </a:xfrm>
          <a:prstGeom prst="roundRect">
            <a:avLst/>
          </a:prstGeom>
        </p:spPr>
      </p:pic>
      <p:cxnSp>
        <p:nvCxnSpPr>
          <p:cNvPr id="38" name="Curved Connector 31">
            <a:extLst>
              <a:ext uri="{FF2B5EF4-FFF2-40B4-BE49-F238E27FC236}">
                <a16:creationId xmlns:a16="http://schemas.microsoft.com/office/drawing/2014/main" id="{C8F2F9C3-6C5B-EEB2-B843-35CB0CFDC41A}"/>
              </a:ext>
            </a:extLst>
          </p:cNvPr>
          <p:cNvCxnSpPr>
            <a:cxnSpLocks/>
          </p:cNvCxnSpPr>
          <p:nvPr/>
        </p:nvCxnSpPr>
        <p:spPr>
          <a:xfrm rot="10800000" flipH="1" flipV="1">
            <a:off x="1412837" y="1745995"/>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96214632-743F-A7DB-21E3-C3821B6AAC55}"/>
              </a:ext>
            </a:extLst>
          </p:cNvPr>
          <p:cNvGrpSpPr/>
          <p:nvPr/>
        </p:nvGrpSpPr>
        <p:grpSpPr>
          <a:xfrm>
            <a:off x="4151710" y="2039100"/>
            <a:ext cx="1944289" cy="2990399"/>
            <a:chOff x="4151711" y="3420029"/>
            <a:chExt cx="1397338" cy="2573127"/>
          </a:xfrm>
        </p:grpSpPr>
        <p:grpSp>
          <p:nvGrpSpPr>
            <p:cNvPr id="7" name="Group 6">
              <a:extLst>
                <a:ext uri="{FF2B5EF4-FFF2-40B4-BE49-F238E27FC236}">
                  <a16:creationId xmlns:a16="http://schemas.microsoft.com/office/drawing/2014/main" id="{EA43E13D-88CF-380A-7218-ECCBCB058441}"/>
                </a:ext>
              </a:extLst>
            </p:cNvPr>
            <p:cNvGrpSpPr/>
            <p:nvPr/>
          </p:nvGrpSpPr>
          <p:grpSpPr>
            <a:xfrm>
              <a:off x="4151711" y="3863202"/>
              <a:ext cx="1349825" cy="214785"/>
              <a:chOff x="10794614" y="2763311"/>
              <a:chExt cx="1349825" cy="214785"/>
            </a:xfrm>
          </p:grpSpPr>
          <p:sp>
            <p:nvSpPr>
              <p:cNvPr id="8" name="Rectangle 7">
                <a:extLst>
                  <a:ext uri="{FF2B5EF4-FFF2-40B4-BE49-F238E27FC236}">
                    <a16:creationId xmlns:a16="http://schemas.microsoft.com/office/drawing/2014/main" id="{C492CFC8-FF03-97AA-ACC0-FE6C557A8DB3}"/>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API Management</a:t>
                </a:r>
              </a:p>
            </p:txBody>
          </p:sp>
          <p:sp>
            <p:nvSpPr>
              <p:cNvPr id="10" name="Rectangle 9">
                <a:extLst>
                  <a:ext uri="{FF2B5EF4-FFF2-40B4-BE49-F238E27FC236}">
                    <a16:creationId xmlns:a16="http://schemas.microsoft.com/office/drawing/2014/main" id="{B36789C1-F32F-D536-3F9E-DB4FDEE7F494}"/>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1" name="Group 10">
              <a:extLst>
                <a:ext uri="{FF2B5EF4-FFF2-40B4-BE49-F238E27FC236}">
                  <a16:creationId xmlns:a16="http://schemas.microsoft.com/office/drawing/2014/main" id="{51329966-CE9F-7ECE-221C-B917B9877E71}"/>
                </a:ext>
              </a:extLst>
            </p:cNvPr>
            <p:cNvGrpSpPr/>
            <p:nvPr/>
          </p:nvGrpSpPr>
          <p:grpSpPr>
            <a:xfrm>
              <a:off x="4151711" y="4581390"/>
              <a:ext cx="1349825" cy="214785"/>
              <a:chOff x="10795124" y="3486136"/>
              <a:chExt cx="1349825" cy="214785"/>
            </a:xfrm>
          </p:grpSpPr>
          <p:sp>
            <p:nvSpPr>
              <p:cNvPr id="12" name="Rectangle 11">
                <a:extLst>
                  <a:ext uri="{FF2B5EF4-FFF2-40B4-BE49-F238E27FC236}">
                    <a16:creationId xmlns:a16="http://schemas.microsoft.com/office/drawing/2014/main" id="{ACDECCE8-ECEB-518D-D5DD-A26319A7532E}"/>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Identity Management</a:t>
                </a:r>
              </a:p>
            </p:txBody>
          </p:sp>
          <p:sp>
            <p:nvSpPr>
              <p:cNvPr id="13" name="Rectangle 12">
                <a:extLst>
                  <a:ext uri="{FF2B5EF4-FFF2-40B4-BE49-F238E27FC236}">
                    <a16:creationId xmlns:a16="http://schemas.microsoft.com/office/drawing/2014/main" id="{0EAF1D17-24E0-9450-E543-090C827E8D21}"/>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4" name="Group 13">
              <a:extLst>
                <a:ext uri="{FF2B5EF4-FFF2-40B4-BE49-F238E27FC236}">
                  <a16:creationId xmlns:a16="http://schemas.microsoft.com/office/drawing/2014/main" id="{E736F3D5-68E7-36EF-7EE7-86354190FCFF}"/>
                </a:ext>
              </a:extLst>
            </p:cNvPr>
            <p:cNvGrpSpPr/>
            <p:nvPr/>
          </p:nvGrpSpPr>
          <p:grpSpPr>
            <a:xfrm>
              <a:off x="4151711" y="4341994"/>
              <a:ext cx="1349825" cy="214785"/>
              <a:chOff x="10795124" y="3246143"/>
              <a:chExt cx="1349825" cy="214785"/>
            </a:xfrm>
          </p:grpSpPr>
          <p:sp>
            <p:nvSpPr>
              <p:cNvPr id="15" name="Rectangle 14">
                <a:extLst>
                  <a:ext uri="{FF2B5EF4-FFF2-40B4-BE49-F238E27FC236}">
                    <a16:creationId xmlns:a16="http://schemas.microsoft.com/office/drawing/2014/main" id="{C0C5392E-FEF2-6450-C4FE-894E6C3586C3}"/>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Event Management</a:t>
                </a:r>
              </a:p>
            </p:txBody>
          </p:sp>
          <p:sp>
            <p:nvSpPr>
              <p:cNvPr id="16" name="Rectangle 15">
                <a:extLst>
                  <a:ext uri="{FF2B5EF4-FFF2-40B4-BE49-F238E27FC236}">
                    <a16:creationId xmlns:a16="http://schemas.microsoft.com/office/drawing/2014/main" id="{589B7F68-B09C-D2CD-36AE-3B2CF66537E5}"/>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7" name="Group 16">
              <a:extLst>
                <a:ext uri="{FF2B5EF4-FFF2-40B4-BE49-F238E27FC236}">
                  <a16:creationId xmlns:a16="http://schemas.microsoft.com/office/drawing/2014/main" id="{92D02A53-3B88-0EC0-CB9F-709CB7284832}"/>
                </a:ext>
              </a:extLst>
            </p:cNvPr>
            <p:cNvGrpSpPr/>
            <p:nvPr/>
          </p:nvGrpSpPr>
          <p:grpSpPr>
            <a:xfrm>
              <a:off x="4151711" y="4820786"/>
              <a:ext cx="1349825" cy="214785"/>
              <a:chOff x="10795124" y="3722555"/>
              <a:chExt cx="1349825" cy="214785"/>
            </a:xfrm>
          </p:grpSpPr>
          <p:sp>
            <p:nvSpPr>
              <p:cNvPr id="18" name="Rectangle 17">
                <a:extLst>
                  <a:ext uri="{FF2B5EF4-FFF2-40B4-BE49-F238E27FC236}">
                    <a16:creationId xmlns:a16="http://schemas.microsoft.com/office/drawing/2014/main" id="{011A9814-BE30-5336-1127-6B1CFC8D849A}"/>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Secrets Management</a:t>
                </a:r>
              </a:p>
            </p:txBody>
          </p:sp>
          <p:sp>
            <p:nvSpPr>
              <p:cNvPr id="19" name="Rectangle 18">
                <a:extLst>
                  <a:ext uri="{FF2B5EF4-FFF2-40B4-BE49-F238E27FC236}">
                    <a16:creationId xmlns:a16="http://schemas.microsoft.com/office/drawing/2014/main" id="{36C24E22-9DE3-774F-2735-35D118BD4327}"/>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0" name="Group 19">
              <a:extLst>
                <a:ext uri="{FF2B5EF4-FFF2-40B4-BE49-F238E27FC236}">
                  <a16:creationId xmlns:a16="http://schemas.microsoft.com/office/drawing/2014/main" id="{9C32B7B6-B0BE-5BAE-7A98-7F301C69A821}"/>
                </a:ext>
              </a:extLst>
            </p:cNvPr>
            <p:cNvGrpSpPr/>
            <p:nvPr/>
          </p:nvGrpSpPr>
          <p:grpSpPr>
            <a:xfrm>
              <a:off x="4151711" y="5060182"/>
              <a:ext cx="1349825" cy="214785"/>
              <a:chOff x="10795124" y="3961903"/>
              <a:chExt cx="1349825" cy="214785"/>
            </a:xfrm>
          </p:grpSpPr>
          <p:sp>
            <p:nvSpPr>
              <p:cNvPr id="21" name="Rectangle 20">
                <a:extLst>
                  <a:ext uri="{FF2B5EF4-FFF2-40B4-BE49-F238E27FC236}">
                    <a16:creationId xmlns:a16="http://schemas.microsoft.com/office/drawing/2014/main" id="{39910E24-9F47-A8B9-37E3-673B7544E789}"/>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Carbon Management</a:t>
                </a:r>
              </a:p>
            </p:txBody>
          </p:sp>
          <p:sp>
            <p:nvSpPr>
              <p:cNvPr id="22" name="Rectangle 21">
                <a:extLst>
                  <a:ext uri="{FF2B5EF4-FFF2-40B4-BE49-F238E27FC236}">
                    <a16:creationId xmlns:a16="http://schemas.microsoft.com/office/drawing/2014/main" id="{1CD939E2-087E-823E-0DB6-58611C8AE23F}"/>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3" name="Group 22">
              <a:extLst>
                <a:ext uri="{FF2B5EF4-FFF2-40B4-BE49-F238E27FC236}">
                  <a16:creationId xmlns:a16="http://schemas.microsoft.com/office/drawing/2014/main" id="{714001CB-6B7E-CE84-2E6E-C7A5F6283212}"/>
                </a:ext>
              </a:extLst>
            </p:cNvPr>
            <p:cNvGrpSpPr/>
            <p:nvPr/>
          </p:nvGrpSpPr>
          <p:grpSpPr>
            <a:xfrm>
              <a:off x="4151711" y="4102598"/>
              <a:ext cx="1349825" cy="214785"/>
              <a:chOff x="10794612" y="3006829"/>
              <a:chExt cx="1349825" cy="214785"/>
            </a:xfrm>
          </p:grpSpPr>
          <p:sp>
            <p:nvSpPr>
              <p:cNvPr id="24" name="Rectangle 23">
                <a:extLst>
                  <a:ext uri="{FF2B5EF4-FFF2-40B4-BE49-F238E27FC236}">
                    <a16:creationId xmlns:a16="http://schemas.microsoft.com/office/drawing/2014/main" id="{37862E13-99D2-8089-C798-3CD0DD4AC382}"/>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Observability Management</a:t>
                </a:r>
              </a:p>
            </p:txBody>
          </p:sp>
          <p:sp>
            <p:nvSpPr>
              <p:cNvPr id="25" name="Rectangle 24">
                <a:extLst>
                  <a:ext uri="{FF2B5EF4-FFF2-40B4-BE49-F238E27FC236}">
                    <a16:creationId xmlns:a16="http://schemas.microsoft.com/office/drawing/2014/main" id="{EDBC5C5F-BC4B-C501-83E3-5F8125A12652}"/>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sp>
          <p:nvSpPr>
            <p:cNvPr id="26" name="TextBox 25">
              <a:extLst>
                <a:ext uri="{FF2B5EF4-FFF2-40B4-BE49-F238E27FC236}">
                  <a16:creationId xmlns:a16="http://schemas.microsoft.com/office/drawing/2014/main" id="{262A1E05-BC05-8D23-6647-F653AB9157DE}"/>
                </a:ext>
              </a:extLst>
            </p:cNvPr>
            <p:cNvSpPr txBox="1"/>
            <p:nvPr/>
          </p:nvSpPr>
          <p:spPr>
            <a:xfrm>
              <a:off x="4268511" y="3420029"/>
              <a:ext cx="1280538" cy="211864"/>
            </a:xfrm>
            <a:prstGeom prst="rect">
              <a:avLst/>
            </a:prstGeom>
            <a:noFill/>
          </p:spPr>
          <p:txBody>
            <a:bodyPr wrap="square" rtlCol="0">
              <a:spAutoFit/>
            </a:bodyPr>
            <a:lstStyle/>
            <a:p>
              <a:r>
                <a:rPr lang="en-GB" sz="1000"/>
                <a:t>Canvas Operators</a:t>
              </a:r>
            </a:p>
          </p:txBody>
        </p:sp>
        <p:grpSp>
          <p:nvGrpSpPr>
            <p:cNvPr id="28" name="Group 27">
              <a:extLst>
                <a:ext uri="{FF2B5EF4-FFF2-40B4-BE49-F238E27FC236}">
                  <a16:creationId xmlns:a16="http://schemas.microsoft.com/office/drawing/2014/main" id="{3E35B2E7-9EA3-0E6D-047E-32F83C59C358}"/>
                </a:ext>
              </a:extLst>
            </p:cNvPr>
            <p:cNvGrpSpPr/>
            <p:nvPr/>
          </p:nvGrpSpPr>
          <p:grpSpPr>
            <a:xfrm>
              <a:off x="4151711" y="5299578"/>
              <a:ext cx="1349825" cy="214785"/>
              <a:chOff x="10791949" y="4203203"/>
              <a:chExt cx="1349825" cy="214785"/>
            </a:xfrm>
          </p:grpSpPr>
          <p:sp>
            <p:nvSpPr>
              <p:cNvPr id="29" name="Rectangle 28">
                <a:extLst>
                  <a:ext uri="{FF2B5EF4-FFF2-40B4-BE49-F238E27FC236}">
                    <a16:creationId xmlns:a16="http://schemas.microsoft.com/office/drawing/2014/main" id="{1F2F819E-4064-45BF-4020-5D880516EE60}"/>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Cost Management</a:t>
                </a:r>
              </a:p>
            </p:txBody>
          </p:sp>
          <p:sp>
            <p:nvSpPr>
              <p:cNvPr id="33" name="Rectangle 32">
                <a:extLst>
                  <a:ext uri="{FF2B5EF4-FFF2-40B4-BE49-F238E27FC236}">
                    <a16:creationId xmlns:a16="http://schemas.microsoft.com/office/drawing/2014/main" id="{F59FECCC-7A79-DD12-1CDB-D1E66808C381}"/>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6" name="Group 35">
              <a:extLst>
                <a:ext uri="{FF2B5EF4-FFF2-40B4-BE49-F238E27FC236}">
                  <a16:creationId xmlns:a16="http://schemas.microsoft.com/office/drawing/2014/main" id="{D246F64C-5825-61E2-10B5-F5356CD2B52E}"/>
                </a:ext>
              </a:extLst>
            </p:cNvPr>
            <p:cNvGrpSpPr/>
            <p:nvPr/>
          </p:nvGrpSpPr>
          <p:grpSpPr>
            <a:xfrm>
              <a:off x="4151711" y="5538974"/>
              <a:ext cx="1349825" cy="214785"/>
              <a:chOff x="10791949" y="4444503"/>
              <a:chExt cx="1349825" cy="214785"/>
            </a:xfrm>
          </p:grpSpPr>
          <p:sp>
            <p:nvSpPr>
              <p:cNvPr id="47" name="Rectangle 46">
                <a:extLst>
                  <a:ext uri="{FF2B5EF4-FFF2-40B4-BE49-F238E27FC236}">
                    <a16:creationId xmlns:a16="http://schemas.microsoft.com/office/drawing/2014/main" id="{1FB6B908-83D3-C648-1376-CA208E9B9AE0}"/>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AI Management</a:t>
                </a:r>
              </a:p>
            </p:txBody>
          </p:sp>
          <p:sp>
            <p:nvSpPr>
              <p:cNvPr id="55" name="Rectangle 54">
                <a:extLst>
                  <a:ext uri="{FF2B5EF4-FFF2-40B4-BE49-F238E27FC236}">
                    <a16:creationId xmlns:a16="http://schemas.microsoft.com/office/drawing/2014/main" id="{5CD1EE50-3B46-0C29-9E0D-448043A77B4B}"/>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6" name="Group 55">
              <a:extLst>
                <a:ext uri="{FF2B5EF4-FFF2-40B4-BE49-F238E27FC236}">
                  <a16:creationId xmlns:a16="http://schemas.microsoft.com/office/drawing/2014/main" id="{6865B568-2840-F943-DDEF-ED6175A43F62}"/>
                </a:ext>
              </a:extLst>
            </p:cNvPr>
            <p:cNvGrpSpPr/>
            <p:nvPr/>
          </p:nvGrpSpPr>
          <p:grpSpPr>
            <a:xfrm>
              <a:off x="4151711" y="3623806"/>
              <a:ext cx="1349825" cy="214785"/>
              <a:chOff x="10794614" y="2529515"/>
              <a:chExt cx="1349825" cy="214785"/>
            </a:xfrm>
          </p:grpSpPr>
          <p:sp>
            <p:nvSpPr>
              <p:cNvPr id="57" name="Rectangle 56">
                <a:extLst>
                  <a:ext uri="{FF2B5EF4-FFF2-40B4-BE49-F238E27FC236}">
                    <a16:creationId xmlns:a16="http://schemas.microsoft.com/office/drawing/2014/main" id="{5DCB7C78-5EBD-9D66-B89B-932961205A19}"/>
                  </a:ext>
                </a:extLst>
              </p:cNvPr>
              <p:cNvSpPr/>
              <p:nvPr/>
            </p:nvSpPr>
            <p:spPr>
              <a:xfrm>
                <a:off x="10794614" y="252951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900">
                    <a:ln w="0"/>
                    <a:solidFill>
                      <a:schemeClr val="tx1"/>
                    </a:solidFill>
                    <a:effectLst>
                      <a:outerShdw blurRad="38100" dist="19050" dir="2700000" algn="tl" rotWithShape="0">
                        <a:schemeClr val="dk1">
                          <a:alpha val="40000"/>
                        </a:schemeClr>
                      </a:outerShdw>
                    </a:effectLst>
                  </a:rPr>
                  <a:t> Component Management</a:t>
                </a:r>
              </a:p>
            </p:txBody>
          </p:sp>
          <p:sp>
            <p:nvSpPr>
              <p:cNvPr id="58" name="Rectangle 57">
                <a:extLst>
                  <a:ext uri="{FF2B5EF4-FFF2-40B4-BE49-F238E27FC236}">
                    <a16:creationId xmlns:a16="http://schemas.microsoft.com/office/drawing/2014/main" id="{EC262049-4621-5FE9-0030-9B8E57CF0059}"/>
                  </a:ext>
                </a:extLst>
              </p:cNvPr>
              <p:cNvSpPr/>
              <p:nvPr/>
            </p:nvSpPr>
            <p:spPr>
              <a:xfrm>
                <a:off x="10831907" y="2586374"/>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9" name="Group 58">
              <a:extLst>
                <a:ext uri="{FF2B5EF4-FFF2-40B4-BE49-F238E27FC236}">
                  <a16:creationId xmlns:a16="http://schemas.microsoft.com/office/drawing/2014/main" id="{184BAB80-12B9-6778-1081-3BA5E21B8964}"/>
                </a:ext>
              </a:extLst>
            </p:cNvPr>
            <p:cNvGrpSpPr/>
            <p:nvPr/>
          </p:nvGrpSpPr>
          <p:grpSpPr>
            <a:xfrm>
              <a:off x="4151711" y="5778371"/>
              <a:ext cx="1349825" cy="214785"/>
              <a:chOff x="10791949" y="4444503"/>
              <a:chExt cx="1349825" cy="214785"/>
            </a:xfrm>
          </p:grpSpPr>
          <p:sp>
            <p:nvSpPr>
              <p:cNvPr id="60" name="Rectangle 59">
                <a:extLst>
                  <a:ext uri="{FF2B5EF4-FFF2-40B4-BE49-F238E27FC236}">
                    <a16:creationId xmlns:a16="http://schemas.microsoft.com/office/drawing/2014/main" id="{67EC3F4C-E0DA-840E-D2D0-E6461A5A61C6}"/>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Other ….</a:t>
                </a:r>
              </a:p>
            </p:txBody>
          </p:sp>
          <p:sp>
            <p:nvSpPr>
              <p:cNvPr id="61" name="Rectangle 60">
                <a:extLst>
                  <a:ext uri="{FF2B5EF4-FFF2-40B4-BE49-F238E27FC236}">
                    <a16:creationId xmlns:a16="http://schemas.microsoft.com/office/drawing/2014/main" id="{DB5C06EF-8903-ADFB-6C7B-ADDB29CBF308}"/>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spTree>
    <p:extLst>
      <p:ext uri="{BB962C8B-B14F-4D97-AF65-F5344CB8AC3E}">
        <p14:creationId xmlns:p14="http://schemas.microsoft.com/office/powerpoint/2010/main" val="41764410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CC434DD-516C-C3BC-503C-01D48AC3978A}"/>
              </a:ext>
            </a:extLst>
          </p:cNvPr>
          <p:cNvSpPr/>
          <p:nvPr/>
        </p:nvSpPr>
        <p:spPr>
          <a:xfrm>
            <a:off x="165101" y="1104900"/>
            <a:ext cx="6045200" cy="5168900"/>
          </a:xfrm>
          <a:prstGeom prst="round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5E43A2B-C404-4497-E2DA-D4B42B7BF0FB}"/>
              </a:ext>
            </a:extLst>
          </p:cNvPr>
          <p:cNvSpPr>
            <a:spLocks noGrp="1"/>
          </p:cNvSpPr>
          <p:nvPr>
            <p:ph type="title"/>
          </p:nvPr>
        </p:nvSpPr>
        <p:spPr>
          <a:xfrm>
            <a:off x="1511169" y="189237"/>
            <a:ext cx="9580887" cy="549275"/>
          </a:xfrm>
        </p:spPr>
        <p:txBody>
          <a:bodyPr>
            <a:normAutofit/>
          </a:bodyPr>
          <a:lstStyle/>
          <a:p>
            <a:r>
              <a:rPr lang="en-US" sz="2400">
                <a:latin typeface="Arial"/>
                <a:cs typeface="Arial"/>
              </a:rPr>
              <a:t>What types of Canvas Operator are available?</a:t>
            </a:r>
            <a:endParaRPr lang="en-US"/>
          </a:p>
          <a:p>
            <a:endParaRPr lang="en-GB" sz="3200">
              <a:latin typeface="Calibri"/>
              <a:ea typeface="Calibri"/>
              <a:cs typeface="Calibri"/>
            </a:endParaRPr>
          </a:p>
        </p:txBody>
      </p:sp>
      <p:pic>
        <p:nvPicPr>
          <p:cNvPr id="27" name="Picture 26" descr="A close-up of a card&#10;&#10;Description automatically generated with low confidence">
            <a:extLst>
              <a:ext uri="{FF2B5EF4-FFF2-40B4-BE49-F238E27FC236}">
                <a16:creationId xmlns:a16="http://schemas.microsoft.com/office/drawing/2014/main" id="{FAE58E76-AA90-6DB2-8BD5-9DD4B962FA9F}"/>
              </a:ext>
            </a:extLst>
          </p:cNvPr>
          <p:cNvPicPr>
            <a:picLocks noChangeAspect="1"/>
          </p:cNvPicPr>
          <p:nvPr/>
        </p:nvPicPr>
        <p:blipFill>
          <a:blip r:embed="rId3"/>
          <a:stretch>
            <a:fillRect/>
          </a:stretch>
        </p:blipFill>
        <p:spPr>
          <a:xfrm>
            <a:off x="842747" y="1732575"/>
            <a:ext cx="3532831" cy="1858414"/>
          </a:xfrm>
          <a:prstGeom prst="rect">
            <a:avLst/>
          </a:prstGeom>
        </p:spPr>
      </p:pic>
      <p:grpSp>
        <p:nvGrpSpPr>
          <p:cNvPr id="30" name="Group 29">
            <a:extLst>
              <a:ext uri="{FF2B5EF4-FFF2-40B4-BE49-F238E27FC236}">
                <a16:creationId xmlns:a16="http://schemas.microsoft.com/office/drawing/2014/main" id="{43064316-50AE-FB85-87DB-9F5246FB9E3F}"/>
              </a:ext>
            </a:extLst>
          </p:cNvPr>
          <p:cNvGrpSpPr/>
          <p:nvPr/>
        </p:nvGrpSpPr>
        <p:grpSpPr>
          <a:xfrm>
            <a:off x="1514217" y="1861388"/>
            <a:ext cx="1969081" cy="799058"/>
            <a:chOff x="7965819" y="2568619"/>
            <a:chExt cx="3298850" cy="1338682"/>
          </a:xfrm>
        </p:grpSpPr>
        <p:pic>
          <p:nvPicPr>
            <p:cNvPr id="48" name="Picture 47" descr="Diagram, shape&#10;&#10;Description automatically generated">
              <a:extLst>
                <a:ext uri="{FF2B5EF4-FFF2-40B4-BE49-F238E27FC236}">
                  <a16:creationId xmlns:a16="http://schemas.microsoft.com/office/drawing/2014/main" id="{7B78FF25-02B8-FA4B-FD87-1CBD5C19D79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7965819" y="2968928"/>
              <a:ext cx="482698" cy="391910"/>
            </a:xfrm>
            <a:prstGeom prst="roundRect">
              <a:avLst/>
            </a:prstGeom>
          </p:spPr>
        </p:pic>
        <p:pic>
          <p:nvPicPr>
            <p:cNvPr id="49" name="Picture 48" descr="Diagram, shape&#10;&#10;Description automatically generated">
              <a:extLst>
                <a:ext uri="{FF2B5EF4-FFF2-40B4-BE49-F238E27FC236}">
                  <a16:creationId xmlns:a16="http://schemas.microsoft.com/office/drawing/2014/main" id="{5C3817AB-641D-2E9B-84BA-888AC6E6C63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138974" y="2568619"/>
              <a:ext cx="482698" cy="391910"/>
            </a:xfrm>
            <a:prstGeom prst="roundRect">
              <a:avLst/>
            </a:prstGeom>
          </p:spPr>
        </p:pic>
        <p:pic>
          <p:nvPicPr>
            <p:cNvPr id="50" name="Picture 49" descr="Diagram, shape&#10;&#10;Description automatically generated">
              <a:extLst>
                <a:ext uri="{FF2B5EF4-FFF2-40B4-BE49-F238E27FC236}">
                  <a16:creationId xmlns:a16="http://schemas.microsoft.com/office/drawing/2014/main" id="{C276768E-8439-27C7-746D-8E41C2F1F8A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450126" y="3162483"/>
              <a:ext cx="482698" cy="391910"/>
            </a:xfrm>
            <a:prstGeom prst="roundRect">
              <a:avLst/>
            </a:prstGeom>
          </p:spPr>
        </p:pic>
        <p:pic>
          <p:nvPicPr>
            <p:cNvPr id="51" name="Picture 50" descr="Diagram, shape&#10;&#10;Description automatically generated">
              <a:extLst>
                <a:ext uri="{FF2B5EF4-FFF2-40B4-BE49-F238E27FC236}">
                  <a16:creationId xmlns:a16="http://schemas.microsoft.com/office/drawing/2014/main" id="{5A47135B-44D1-F29C-603E-15E23613496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738900" y="2855567"/>
              <a:ext cx="482698" cy="391910"/>
            </a:xfrm>
            <a:prstGeom prst="roundRect">
              <a:avLst/>
            </a:prstGeom>
          </p:spPr>
        </p:pic>
        <p:pic>
          <p:nvPicPr>
            <p:cNvPr id="52" name="Picture 51" descr="Diagram, shape&#10;&#10;Description automatically generated">
              <a:extLst>
                <a:ext uri="{FF2B5EF4-FFF2-40B4-BE49-F238E27FC236}">
                  <a16:creationId xmlns:a16="http://schemas.microsoft.com/office/drawing/2014/main" id="{14C01E6E-1DC8-1357-F145-A8AAB55D0A1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238922" y="2985604"/>
              <a:ext cx="482698" cy="391910"/>
            </a:xfrm>
            <a:prstGeom prst="roundRect">
              <a:avLst/>
            </a:prstGeom>
          </p:spPr>
        </p:pic>
        <p:pic>
          <p:nvPicPr>
            <p:cNvPr id="53" name="Picture 52">
              <a:extLst>
                <a:ext uri="{FF2B5EF4-FFF2-40B4-BE49-F238E27FC236}">
                  <a16:creationId xmlns:a16="http://schemas.microsoft.com/office/drawing/2014/main" id="{6A18CB41-F082-2657-854E-4390E63630B4}"/>
                </a:ext>
              </a:extLst>
            </p:cNvPr>
            <p:cNvPicPr>
              <a:picLocks noChangeAspect="1"/>
            </p:cNvPicPr>
            <p:nvPr/>
          </p:nvPicPr>
          <p:blipFill>
            <a:blip r:embed="rId5"/>
            <a:stretch>
              <a:fillRect/>
            </a:stretch>
          </p:blipFill>
          <p:spPr>
            <a:xfrm>
              <a:off x="9816209" y="2639401"/>
              <a:ext cx="1448460" cy="914197"/>
            </a:xfrm>
            <a:prstGeom prst="roundRect">
              <a:avLst/>
            </a:prstGeom>
          </p:spPr>
        </p:pic>
        <p:pic>
          <p:nvPicPr>
            <p:cNvPr id="54" name="Picture 53" descr="Diagram, shape&#10;&#10;Description automatically generated">
              <a:extLst>
                <a:ext uri="{FF2B5EF4-FFF2-40B4-BE49-F238E27FC236}">
                  <a16:creationId xmlns:a16="http://schemas.microsoft.com/office/drawing/2014/main" id="{719D0C02-AB7A-B60C-E3FE-B38E6DBC13C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044918" y="3369312"/>
              <a:ext cx="482698" cy="391910"/>
            </a:xfrm>
            <a:prstGeom prst="roundRect">
              <a:avLst/>
            </a:prstGeom>
          </p:spPr>
        </p:pic>
        <p:pic>
          <p:nvPicPr>
            <p:cNvPr id="70" name="Picture 69" descr="Diagram, shape&#10;&#10;Description automatically generated">
              <a:extLst>
                <a:ext uri="{FF2B5EF4-FFF2-40B4-BE49-F238E27FC236}">
                  <a16:creationId xmlns:a16="http://schemas.microsoft.com/office/drawing/2014/main" id="{34458C7C-B2EB-D52E-D08B-1FD3DC7D8BA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510194" y="3515391"/>
              <a:ext cx="482698" cy="391910"/>
            </a:xfrm>
            <a:prstGeom prst="roundRect">
              <a:avLst/>
            </a:prstGeom>
          </p:spPr>
        </p:pic>
      </p:grpSp>
      <p:sp>
        <p:nvSpPr>
          <p:cNvPr id="31" name="TextBox 13">
            <a:extLst>
              <a:ext uri="{FF2B5EF4-FFF2-40B4-BE49-F238E27FC236}">
                <a16:creationId xmlns:a16="http://schemas.microsoft.com/office/drawing/2014/main" id="{A0B63E90-97FE-B1F3-3117-096AFE834539}"/>
              </a:ext>
            </a:extLst>
          </p:cNvPr>
          <p:cNvSpPr txBox="1"/>
          <p:nvPr/>
        </p:nvSpPr>
        <p:spPr>
          <a:xfrm rot="20877000">
            <a:off x="1705283" y="1884810"/>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OSS</a:t>
            </a:r>
          </a:p>
        </p:txBody>
      </p:sp>
      <p:pic>
        <p:nvPicPr>
          <p:cNvPr id="37" name="Picture 36" descr="Diagram, shape&#10;&#10;Description automatically generated">
            <a:extLst>
              <a:ext uri="{FF2B5EF4-FFF2-40B4-BE49-F238E27FC236}">
                <a16:creationId xmlns:a16="http://schemas.microsoft.com/office/drawing/2014/main" id="{C4854F85-A969-9E3F-BE5C-A95354090A5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856565" y="1344206"/>
            <a:ext cx="637040" cy="517226"/>
          </a:xfrm>
          <a:prstGeom prst="roundRect">
            <a:avLst/>
          </a:prstGeom>
        </p:spPr>
      </p:pic>
      <p:cxnSp>
        <p:nvCxnSpPr>
          <p:cNvPr id="38" name="Curved Connector 31">
            <a:extLst>
              <a:ext uri="{FF2B5EF4-FFF2-40B4-BE49-F238E27FC236}">
                <a16:creationId xmlns:a16="http://schemas.microsoft.com/office/drawing/2014/main" id="{C8F2F9C3-6C5B-EEB2-B843-35CB0CFDC41A}"/>
              </a:ext>
            </a:extLst>
          </p:cNvPr>
          <p:cNvCxnSpPr>
            <a:cxnSpLocks/>
          </p:cNvCxnSpPr>
          <p:nvPr/>
        </p:nvCxnSpPr>
        <p:spPr>
          <a:xfrm rot="10800000" flipH="1" flipV="1">
            <a:off x="1412837" y="1745995"/>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96214632-743F-A7DB-21E3-C3821B6AAC55}"/>
              </a:ext>
            </a:extLst>
          </p:cNvPr>
          <p:cNvGrpSpPr/>
          <p:nvPr/>
        </p:nvGrpSpPr>
        <p:grpSpPr>
          <a:xfrm>
            <a:off x="4151710" y="2039100"/>
            <a:ext cx="1944289" cy="2990399"/>
            <a:chOff x="4151711" y="3420029"/>
            <a:chExt cx="1397338" cy="2573127"/>
          </a:xfrm>
        </p:grpSpPr>
        <p:grpSp>
          <p:nvGrpSpPr>
            <p:cNvPr id="7" name="Group 6">
              <a:extLst>
                <a:ext uri="{FF2B5EF4-FFF2-40B4-BE49-F238E27FC236}">
                  <a16:creationId xmlns:a16="http://schemas.microsoft.com/office/drawing/2014/main" id="{EA43E13D-88CF-380A-7218-ECCBCB058441}"/>
                </a:ext>
              </a:extLst>
            </p:cNvPr>
            <p:cNvGrpSpPr/>
            <p:nvPr/>
          </p:nvGrpSpPr>
          <p:grpSpPr>
            <a:xfrm>
              <a:off x="4151711" y="3863202"/>
              <a:ext cx="1349825" cy="214785"/>
              <a:chOff x="10794614" y="2763311"/>
              <a:chExt cx="1349825" cy="214785"/>
            </a:xfrm>
          </p:grpSpPr>
          <p:sp>
            <p:nvSpPr>
              <p:cNvPr id="8" name="Rectangle 7">
                <a:extLst>
                  <a:ext uri="{FF2B5EF4-FFF2-40B4-BE49-F238E27FC236}">
                    <a16:creationId xmlns:a16="http://schemas.microsoft.com/office/drawing/2014/main" id="{C492CFC8-FF03-97AA-ACC0-FE6C557A8DB3}"/>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API Management</a:t>
                </a:r>
              </a:p>
            </p:txBody>
          </p:sp>
          <p:sp>
            <p:nvSpPr>
              <p:cNvPr id="10" name="Rectangle 9">
                <a:extLst>
                  <a:ext uri="{FF2B5EF4-FFF2-40B4-BE49-F238E27FC236}">
                    <a16:creationId xmlns:a16="http://schemas.microsoft.com/office/drawing/2014/main" id="{B36789C1-F32F-D536-3F9E-DB4FDEE7F494}"/>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1" name="Group 10">
              <a:extLst>
                <a:ext uri="{FF2B5EF4-FFF2-40B4-BE49-F238E27FC236}">
                  <a16:creationId xmlns:a16="http://schemas.microsoft.com/office/drawing/2014/main" id="{51329966-CE9F-7ECE-221C-B917B9877E71}"/>
                </a:ext>
              </a:extLst>
            </p:cNvPr>
            <p:cNvGrpSpPr/>
            <p:nvPr/>
          </p:nvGrpSpPr>
          <p:grpSpPr>
            <a:xfrm>
              <a:off x="4151711" y="4581390"/>
              <a:ext cx="1349825" cy="214785"/>
              <a:chOff x="10795124" y="3486136"/>
              <a:chExt cx="1349825" cy="214785"/>
            </a:xfrm>
          </p:grpSpPr>
          <p:sp>
            <p:nvSpPr>
              <p:cNvPr id="12" name="Rectangle 11">
                <a:extLst>
                  <a:ext uri="{FF2B5EF4-FFF2-40B4-BE49-F238E27FC236}">
                    <a16:creationId xmlns:a16="http://schemas.microsoft.com/office/drawing/2014/main" id="{ACDECCE8-ECEB-518D-D5DD-A26319A7532E}"/>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Identity Management</a:t>
                </a:r>
              </a:p>
            </p:txBody>
          </p:sp>
          <p:sp>
            <p:nvSpPr>
              <p:cNvPr id="13" name="Rectangle 12">
                <a:extLst>
                  <a:ext uri="{FF2B5EF4-FFF2-40B4-BE49-F238E27FC236}">
                    <a16:creationId xmlns:a16="http://schemas.microsoft.com/office/drawing/2014/main" id="{0EAF1D17-24E0-9450-E543-090C827E8D21}"/>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4" name="Group 13">
              <a:extLst>
                <a:ext uri="{FF2B5EF4-FFF2-40B4-BE49-F238E27FC236}">
                  <a16:creationId xmlns:a16="http://schemas.microsoft.com/office/drawing/2014/main" id="{E736F3D5-68E7-36EF-7EE7-86354190FCFF}"/>
                </a:ext>
              </a:extLst>
            </p:cNvPr>
            <p:cNvGrpSpPr/>
            <p:nvPr/>
          </p:nvGrpSpPr>
          <p:grpSpPr>
            <a:xfrm>
              <a:off x="4151711" y="4341994"/>
              <a:ext cx="1349825" cy="214785"/>
              <a:chOff x="10795124" y="3246143"/>
              <a:chExt cx="1349825" cy="214785"/>
            </a:xfrm>
          </p:grpSpPr>
          <p:sp>
            <p:nvSpPr>
              <p:cNvPr id="15" name="Rectangle 14">
                <a:extLst>
                  <a:ext uri="{FF2B5EF4-FFF2-40B4-BE49-F238E27FC236}">
                    <a16:creationId xmlns:a16="http://schemas.microsoft.com/office/drawing/2014/main" id="{C0C5392E-FEF2-6450-C4FE-894E6C3586C3}"/>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Event Management</a:t>
                </a:r>
              </a:p>
            </p:txBody>
          </p:sp>
          <p:sp>
            <p:nvSpPr>
              <p:cNvPr id="16" name="Rectangle 15">
                <a:extLst>
                  <a:ext uri="{FF2B5EF4-FFF2-40B4-BE49-F238E27FC236}">
                    <a16:creationId xmlns:a16="http://schemas.microsoft.com/office/drawing/2014/main" id="{589B7F68-B09C-D2CD-36AE-3B2CF66537E5}"/>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7" name="Group 16">
              <a:extLst>
                <a:ext uri="{FF2B5EF4-FFF2-40B4-BE49-F238E27FC236}">
                  <a16:creationId xmlns:a16="http://schemas.microsoft.com/office/drawing/2014/main" id="{92D02A53-3B88-0EC0-CB9F-709CB7284832}"/>
                </a:ext>
              </a:extLst>
            </p:cNvPr>
            <p:cNvGrpSpPr/>
            <p:nvPr/>
          </p:nvGrpSpPr>
          <p:grpSpPr>
            <a:xfrm>
              <a:off x="4151711" y="4820786"/>
              <a:ext cx="1349825" cy="214785"/>
              <a:chOff x="10795124" y="3722555"/>
              <a:chExt cx="1349825" cy="214785"/>
            </a:xfrm>
          </p:grpSpPr>
          <p:sp>
            <p:nvSpPr>
              <p:cNvPr id="18" name="Rectangle 17">
                <a:extLst>
                  <a:ext uri="{FF2B5EF4-FFF2-40B4-BE49-F238E27FC236}">
                    <a16:creationId xmlns:a16="http://schemas.microsoft.com/office/drawing/2014/main" id="{011A9814-BE30-5336-1127-6B1CFC8D849A}"/>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Secrets Management</a:t>
                </a:r>
              </a:p>
            </p:txBody>
          </p:sp>
          <p:sp>
            <p:nvSpPr>
              <p:cNvPr id="19" name="Rectangle 18">
                <a:extLst>
                  <a:ext uri="{FF2B5EF4-FFF2-40B4-BE49-F238E27FC236}">
                    <a16:creationId xmlns:a16="http://schemas.microsoft.com/office/drawing/2014/main" id="{36C24E22-9DE3-774F-2735-35D118BD4327}"/>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0" name="Group 19">
              <a:extLst>
                <a:ext uri="{FF2B5EF4-FFF2-40B4-BE49-F238E27FC236}">
                  <a16:creationId xmlns:a16="http://schemas.microsoft.com/office/drawing/2014/main" id="{9C32B7B6-B0BE-5BAE-7A98-7F301C69A821}"/>
                </a:ext>
              </a:extLst>
            </p:cNvPr>
            <p:cNvGrpSpPr/>
            <p:nvPr/>
          </p:nvGrpSpPr>
          <p:grpSpPr>
            <a:xfrm>
              <a:off x="4151711" y="5060182"/>
              <a:ext cx="1349825" cy="214785"/>
              <a:chOff x="10795124" y="3961903"/>
              <a:chExt cx="1349825" cy="214785"/>
            </a:xfrm>
          </p:grpSpPr>
          <p:sp>
            <p:nvSpPr>
              <p:cNvPr id="21" name="Rectangle 20">
                <a:extLst>
                  <a:ext uri="{FF2B5EF4-FFF2-40B4-BE49-F238E27FC236}">
                    <a16:creationId xmlns:a16="http://schemas.microsoft.com/office/drawing/2014/main" id="{39910E24-9F47-A8B9-37E3-673B7544E789}"/>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Carbon Management</a:t>
                </a:r>
              </a:p>
            </p:txBody>
          </p:sp>
          <p:sp>
            <p:nvSpPr>
              <p:cNvPr id="22" name="Rectangle 21">
                <a:extLst>
                  <a:ext uri="{FF2B5EF4-FFF2-40B4-BE49-F238E27FC236}">
                    <a16:creationId xmlns:a16="http://schemas.microsoft.com/office/drawing/2014/main" id="{1CD939E2-087E-823E-0DB6-58611C8AE23F}"/>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3" name="Group 22">
              <a:extLst>
                <a:ext uri="{FF2B5EF4-FFF2-40B4-BE49-F238E27FC236}">
                  <a16:creationId xmlns:a16="http://schemas.microsoft.com/office/drawing/2014/main" id="{714001CB-6B7E-CE84-2E6E-C7A5F6283212}"/>
                </a:ext>
              </a:extLst>
            </p:cNvPr>
            <p:cNvGrpSpPr/>
            <p:nvPr/>
          </p:nvGrpSpPr>
          <p:grpSpPr>
            <a:xfrm>
              <a:off x="4151711" y="4102598"/>
              <a:ext cx="1349825" cy="214785"/>
              <a:chOff x="10794612" y="3006829"/>
              <a:chExt cx="1349825" cy="214785"/>
            </a:xfrm>
          </p:grpSpPr>
          <p:sp>
            <p:nvSpPr>
              <p:cNvPr id="24" name="Rectangle 23">
                <a:extLst>
                  <a:ext uri="{FF2B5EF4-FFF2-40B4-BE49-F238E27FC236}">
                    <a16:creationId xmlns:a16="http://schemas.microsoft.com/office/drawing/2014/main" id="{37862E13-99D2-8089-C798-3CD0DD4AC382}"/>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Observability Management</a:t>
                </a:r>
              </a:p>
            </p:txBody>
          </p:sp>
          <p:sp>
            <p:nvSpPr>
              <p:cNvPr id="25" name="Rectangle 24">
                <a:extLst>
                  <a:ext uri="{FF2B5EF4-FFF2-40B4-BE49-F238E27FC236}">
                    <a16:creationId xmlns:a16="http://schemas.microsoft.com/office/drawing/2014/main" id="{EDBC5C5F-BC4B-C501-83E3-5F8125A12652}"/>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sp>
          <p:nvSpPr>
            <p:cNvPr id="26" name="TextBox 25">
              <a:extLst>
                <a:ext uri="{FF2B5EF4-FFF2-40B4-BE49-F238E27FC236}">
                  <a16:creationId xmlns:a16="http://schemas.microsoft.com/office/drawing/2014/main" id="{262A1E05-BC05-8D23-6647-F653AB9157DE}"/>
                </a:ext>
              </a:extLst>
            </p:cNvPr>
            <p:cNvSpPr txBox="1"/>
            <p:nvPr/>
          </p:nvSpPr>
          <p:spPr>
            <a:xfrm>
              <a:off x="4268511" y="3420029"/>
              <a:ext cx="1280538" cy="211864"/>
            </a:xfrm>
            <a:prstGeom prst="rect">
              <a:avLst/>
            </a:prstGeom>
            <a:noFill/>
          </p:spPr>
          <p:txBody>
            <a:bodyPr wrap="square" rtlCol="0">
              <a:spAutoFit/>
            </a:bodyPr>
            <a:lstStyle/>
            <a:p>
              <a:r>
                <a:rPr lang="en-GB" sz="1000"/>
                <a:t>Canvas Operators</a:t>
              </a:r>
            </a:p>
          </p:txBody>
        </p:sp>
        <p:grpSp>
          <p:nvGrpSpPr>
            <p:cNvPr id="28" name="Group 27">
              <a:extLst>
                <a:ext uri="{FF2B5EF4-FFF2-40B4-BE49-F238E27FC236}">
                  <a16:creationId xmlns:a16="http://schemas.microsoft.com/office/drawing/2014/main" id="{3E35B2E7-9EA3-0E6D-047E-32F83C59C358}"/>
                </a:ext>
              </a:extLst>
            </p:cNvPr>
            <p:cNvGrpSpPr/>
            <p:nvPr/>
          </p:nvGrpSpPr>
          <p:grpSpPr>
            <a:xfrm>
              <a:off x="4151711" y="5299578"/>
              <a:ext cx="1349825" cy="214785"/>
              <a:chOff x="10791949" y="4203203"/>
              <a:chExt cx="1349825" cy="214785"/>
            </a:xfrm>
          </p:grpSpPr>
          <p:sp>
            <p:nvSpPr>
              <p:cNvPr id="29" name="Rectangle 28">
                <a:extLst>
                  <a:ext uri="{FF2B5EF4-FFF2-40B4-BE49-F238E27FC236}">
                    <a16:creationId xmlns:a16="http://schemas.microsoft.com/office/drawing/2014/main" id="{1F2F819E-4064-45BF-4020-5D880516EE60}"/>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Cost Management</a:t>
                </a:r>
              </a:p>
            </p:txBody>
          </p:sp>
          <p:sp>
            <p:nvSpPr>
              <p:cNvPr id="33" name="Rectangle 32">
                <a:extLst>
                  <a:ext uri="{FF2B5EF4-FFF2-40B4-BE49-F238E27FC236}">
                    <a16:creationId xmlns:a16="http://schemas.microsoft.com/office/drawing/2014/main" id="{F59FECCC-7A79-DD12-1CDB-D1E66808C381}"/>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6" name="Group 35">
              <a:extLst>
                <a:ext uri="{FF2B5EF4-FFF2-40B4-BE49-F238E27FC236}">
                  <a16:creationId xmlns:a16="http://schemas.microsoft.com/office/drawing/2014/main" id="{D246F64C-5825-61E2-10B5-F5356CD2B52E}"/>
                </a:ext>
              </a:extLst>
            </p:cNvPr>
            <p:cNvGrpSpPr/>
            <p:nvPr/>
          </p:nvGrpSpPr>
          <p:grpSpPr>
            <a:xfrm>
              <a:off x="4151711" y="5538974"/>
              <a:ext cx="1349825" cy="214785"/>
              <a:chOff x="10791949" y="4444503"/>
              <a:chExt cx="1349825" cy="214785"/>
            </a:xfrm>
          </p:grpSpPr>
          <p:sp>
            <p:nvSpPr>
              <p:cNvPr id="47" name="Rectangle 46">
                <a:extLst>
                  <a:ext uri="{FF2B5EF4-FFF2-40B4-BE49-F238E27FC236}">
                    <a16:creationId xmlns:a16="http://schemas.microsoft.com/office/drawing/2014/main" id="{1FB6B908-83D3-C648-1376-CA208E9B9AE0}"/>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AI Management</a:t>
                </a:r>
              </a:p>
            </p:txBody>
          </p:sp>
          <p:sp>
            <p:nvSpPr>
              <p:cNvPr id="55" name="Rectangle 54">
                <a:extLst>
                  <a:ext uri="{FF2B5EF4-FFF2-40B4-BE49-F238E27FC236}">
                    <a16:creationId xmlns:a16="http://schemas.microsoft.com/office/drawing/2014/main" id="{5CD1EE50-3B46-0C29-9E0D-448043A77B4B}"/>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6" name="Group 55">
              <a:extLst>
                <a:ext uri="{FF2B5EF4-FFF2-40B4-BE49-F238E27FC236}">
                  <a16:creationId xmlns:a16="http://schemas.microsoft.com/office/drawing/2014/main" id="{6865B568-2840-F943-DDEF-ED6175A43F62}"/>
                </a:ext>
              </a:extLst>
            </p:cNvPr>
            <p:cNvGrpSpPr/>
            <p:nvPr/>
          </p:nvGrpSpPr>
          <p:grpSpPr>
            <a:xfrm>
              <a:off x="4151711" y="3623806"/>
              <a:ext cx="1349825" cy="214785"/>
              <a:chOff x="10794614" y="2529515"/>
              <a:chExt cx="1349825" cy="214785"/>
            </a:xfrm>
          </p:grpSpPr>
          <p:sp>
            <p:nvSpPr>
              <p:cNvPr id="57" name="Rectangle 56">
                <a:extLst>
                  <a:ext uri="{FF2B5EF4-FFF2-40B4-BE49-F238E27FC236}">
                    <a16:creationId xmlns:a16="http://schemas.microsoft.com/office/drawing/2014/main" id="{5DCB7C78-5EBD-9D66-B89B-932961205A19}"/>
                  </a:ext>
                </a:extLst>
              </p:cNvPr>
              <p:cNvSpPr/>
              <p:nvPr/>
            </p:nvSpPr>
            <p:spPr>
              <a:xfrm>
                <a:off x="10794614" y="252951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900">
                    <a:ln w="0"/>
                    <a:solidFill>
                      <a:schemeClr val="tx1"/>
                    </a:solidFill>
                    <a:effectLst>
                      <a:outerShdw blurRad="38100" dist="19050" dir="2700000" algn="tl" rotWithShape="0">
                        <a:schemeClr val="dk1">
                          <a:alpha val="40000"/>
                        </a:schemeClr>
                      </a:outerShdw>
                    </a:effectLst>
                  </a:rPr>
                  <a:t> Component Management</a:t>
                </a:r>
              </a:p>
            </p:txBody>
          </p:sp>
          <p:sp>
            <p:nvSpPr>
              <p:cNvPr id="58" name="Rectangle 57">
                <a:extLst>
                  <a:ext uri="{FF2B5EF4-FFF2-40B4-BE49-F238E27FC236}">
                    <a16:creationId xmlns:a16="http://schemas.microsoft.com/office/drawing/2014/main" id="{EC262049-4621-5FE9-0030-9B8E57CF0059}"/>
                  </a:ext>
                </a:extLst>
              </p:cNvPr>
              <p:cNvSpPr/>
              <p:nvPr/>
            </p:nvSpPr>
            <p:spPr>
              <a:xfrm>
                <a:off x="10831907" y="2586374"/>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9" name="Group 58">
              <a:extLst>
                <a:ext uri="{FF2B5EF4-FFF2-40B4-BE49-F238E27FC236}">
                  <a16:creationId xmlns:a16="http://schemas.microsoft.com/office/drawing/2014/main" id="{184BAB80-12B9-6778-1081-3BA5E21B8964}"/>
                </a:ext>
              </a:extLst>
            </p:cNvPr>
            <p:cNvGrpSpPr/>
            <p:nvPr/>
          </p:nvGrpSpPr>
          <p:grpSpPr>
            <a:xfrm>
              <a:off x="4151711" y="5778371"/>
              <a:ext cx="1349825" cy="214785"/>
              <a:chOff x="10791949" y="4444503"/>
              <a:chExt cx="1349825" cy="214785"/>
            </a:xfrm>
          </p:grpSpPr>
          <p:sp>
            <p:nvSpPr>
              <p:cNvPr id="60" name="Rectangle 59">
                <a:extLst>
                  <a:ext uri="{FF2B5EF4-FFF2-40B4-BE49-F238E27FC236}">
                    <a16:creationId xmlns:a16="http://schemas.microsoft.com/office/drawing/2014/main" id="{67EC3F4C-E0DA-840E-D2D0-E6461A5A61C6}"/>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Other ….</a:t>
                </a:r>
              </a:p>
            </p:txBody>
          </p:sp>
          <p:sp>
            <p:nvSpPr>
              <p:cNvPr id="61" name="Rectangle 60">
                <a:extLst>
                  <a:ext uri="{FF2B5EF4-FFF2-40B4-BE49-F238E27FC236}">
                    <a16:creationId xmlns:a16="http://schemas.microsoft.com/office/drawing/2014/main" id="{DB5C06EF-8903-ADFB-6C7B-ADDB29CBF308}"/>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sp>
        <p:nvSpPr>
          <p:cNvPr id="35" name="Rectangle 34">
            <a:extLst>
              <a:ext uri="{FF2B5EF4-FFF2-40B4-BE49-F238E27FC236}">
                <a16:creationId xmlns:a16="http://schemas.microsoft.com/office/drawing/2014/main" id="{FA2F3035-C2E9-9C49-AD56-50B18BD11D2A}"/>
              </a:ext>
            </a:extLst>
          </p:cNvPr>
          <p:cNvSpPr/>
          <p:nvPr/>
        </p:nvSpPr>
        <p:spPr>
          <a:xfrm>
            <a:off x="7751008" y="1756242"/>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Kong Gateway</a:t>
            </a:r>
          </a:p>
        </p:txBody>
      </p:sp>
      <p:grpSp>
        <p:nvGrpSpPr>
          <p:cNvPr id="68" name="Group 67">
            <a:extLst>
              <a:ext uri="{FF2B5EF4-FFF2-40B4-BE49-F238E27FC236}">
                <a16:creationId xmlns:a16="http://schemas.microsoft.com/office/drawing/2014/main" id="{EB16CF1E-472E-8B25-77B1-4B47179F3226}"/>
              </a:ext>
            </a:extLst>
          </p:cNvPr>
          <p:cNvGrpSpPr/>
          <p:nvPr/>
        </p:nvGrpSpPr>
        <p:grpSpPr>
          <a:xfrm>
            <a:off x="7752327" y="2824784"/>
            <a:ext cx="3465401" cy="445335"/>
            <a:chOff x="1459365" y="5070014"/>
            <a:chExt cx="3465401" cy="445335"/>
          </a:xfrm>
        </p:grpSpPr>
        <p:sp>
          <p:nvSpPr>
            <p:cNvPr id="39" name="Rectangle 38">
              <a:extLst>
                <a:ext uri="{FF2B5EF4-FFF2-40B4-BE49-F238E27FC236}">
                  <a16:creationId xmlns:a16="http://schemas.microsoft.com/office/drawing/2014/main" id="{A764DB1D-2A82-6490-BB94-69531F9EA22A}"/>
                </a:ext>
              </a:extLst>
            </p:cNvPr>
            <p:cNvSpPr/>
            <p:nvPr/>
          </p:nvSpPr>
          <p:spPr>
            <a:xfrm>
              <a:off x="1459365" y="5070014"/>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Istio Service Mesh</a:t>
              </a:r>
            </a:p>
          </p:txBody>
        </p:sp>
        <p:pic>
          <p:nvPicPr>
            <p:cNvPr id="41" name="Picture 40">
              <a:extLst>
                <a:ext uri="{FF2B5EF4-FFF2-40B4-BE49-F238E27FC236}">
                  <a16:creationId xmlns:a16="http://schemas.microsoft.com/office/drawing/2014/main" id="{B2365C61-09FC-C8CD-2B8E-635157BF5C2B}"/>
                </a:ext>
              </a:extLst>
            </p:cNvPr>
            <p:cNvPicPr>
              <a:picLocks noChangeAspect="1"/>
            </p:cNvPicPr>
            <p:nvPr/>
          </p:nvPicPr>
          <p:blipFill>
            <a:blip r:embed="rId6"/>
            <a:stretch>
              <a:fillRect/>
            </a:stretch>
          </p:blipFill>
          <p:spPr>
            <a:xfrm>
              <a:off x="1495400" y="5165008"/>
              <a:ext cx="1303066" cy="248906"/>
            </a:xfrm>
            <a:prstGeom prst="rect">
              <a:avLst/>
            </a:prstGeom>
          </p:spPr>
        </p:pic>
      </p:grpSp>
      <p:grpSp>
        <p:nvGrpSpPr>
          <p:cNvPr id="69" name="Group 68">
            <a:extLst>
              <a:ext uri="{FF2B5EF4-FFF2-40B4-BE49-F238E27FC236}">
                <a16:creationId xmlns:a16="http://schemas.microsoft.com/office/drawing/2014/main" id="{DF9DC4B6-5CDE-D97E-DA02-1FFFC2479464}"/>
              </a:ext>
            </a:extLst>
          </p:cNvPr>
          <p:cNvGrpSpPr/>
          <p:nvPr/>
        </p:nvGrpSpPr>
        <p:grpSpPr>
          <a:xfrm>
            <a:off x="7752327" y="3347600"/>
            <a:ext cx="3465401" cy="445335"/>
            <a:chOff x="1459365" y="5614496"/>
            <a:chExt cx="3465401" cy="445335"/>
          </a:xfrm>
        </p:grpSpPr>
        <p:sp>
          <p:nvSpPr>
            <p:cNvPr id="34" name="Rectangle 33">
              <a:extLst>
                <a:ext uri="{FF2B5EF4-FFF2-40B4-BE49-F238E27FC236}">
                  <a16:creationId xmlns:a16="http://schemas.microsoft.com/office/drawing/2014/main" id="{995235B2-8D5D-8B93-6130-E800E646B4C8}"/>
                </a:ext>
              </a:extLst>
            </p:cNvPr>
            <p:cNvSpPr/>
            <p:nvPr/>
          </p:nvSpPr>
          <p:spPr>
            <a:xfrm>
              <a:off x="1459365" y="5614496"/>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Google Apigee</a:t>
              </a:r>
            </a:p>
          </p:txBody>
        </p:sp>
        <p:pic>
          <p:nvPicPr>
            <p:cNvPr id="42" name="Picture 8" descr="Google Cloud Services Partners ...">
              <a:extLst>
                <a:ext uri="{FF2B5EF4-FFF2-40B4-BE49-F238E27FC236}">
                  <a16:creationId xmlns:a16="http://schemas.microsoft.com/office/drawing/2014/main" id="{85F0323E-4B0B-7906-9464-FB1900C14B7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9289" y="5709217"/>
              <a:ext cx="1581621" cy="277892"/>
            </a:xfrm>
            <a:prstGeom prst="rect">
              <a:avLst/>
            </a:prstGeom>
            <a:noFill/>
            <a:extLst>
              <a:ext uri="{909E8E84-426E-40DD-AFC4-6F175D3DCCD1}">
                <a14:hiddenFill xmlns:a14="http://schemas.microsoft.com/office/drawing/2010/main">
                  <a:solidFill>
                    <a:srgbClr val="FFFFFF"/>
                  </a:solidFill>
                </a14:hiddenFill>
              </a:ext>
            </a:extLst>
          </p:spPr>
        </p:pic>
      </p:grpSp>
      <p:pic>
        <p:nvPicPr>
          <p:cNvPr id="43" name="Picture 10" descr="Kong Logo - PNG Logo Vector Brand Downloads (SVG, EPS)">
            <a:extLst>
              <a:ext uri="{FF2B5EF4-FFF2-40B4-BE49-F238E27FC236}">
                <a16:creationId xmlns:a16="http://schemas.microsoft.com/office/drawing/2014/main" id="{FB9D9681-67DF-6EDD-6C66-19B884D71A8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03132" y="1834692"/>
            <a:ext cx="1015739" cy="331173"/>
          </a:xfrm>
          <a:prstGeom prst="rect">
            <a:avLst/>
          </a:prstGeom>
          <a:noFill/>
          <a:extLst>
            <a:ext uri="{909E8E84-426E-40DD-AFC4-6F175D3DCCD1}">
              <a14:hiddenFill xmlns:a14="http://schemas.microsoft.com/office/drawing/2010/main">
                <a:solidFill>
                  <a:srgbClr val="FFFFFF"/>
                </a:solidFill>
              </a14:hiddenFill>
            </a:ext>
          </a:extLst>
        </p:spPr>
      </p:pic>
      <p:grpSp>
        <p:nvGrpSpPr>
          <p:cNvPr id="66" name="Group 65">
            <a:extLst>
              <a:ext uri="{FF2B5EF4-FFF2-40B4-BE49-F238E27FC236}">
                <a16:creationId xmlns:a16="http://schemas.microsoft.com/office/drawing/2014/main" id="{24224695-8270-F674-D404-E315954B4C3E}"/>
              </a:ext>
            </a:extLst>
          </p:cNvPr>
          <p:cNvGrpSpPr/>
          <p:nvPr/>
        </p:nvGrpSpPr>
        <p:grpSpPr>
          <a:xfrm>
            <a:off x="7521663" y="4219678"/>
            <a:ext cx="3691188" cy="785625"/>
            <a:chOff x="7514547" y="2600428"/>
            <a:chExt cx="3691188" cy="785625"/>
          </a:xfrm>
        </p:grpSpPr>
        <p:sp>
          <p:nvSpPr>
            <p:cNvPr id="5" name="Rectangle 4">
              <a:extLst>
                <a:ext uri="{FF2B5EF4-FFF2-40B4-BE49-F238E27FC236}">
                  <a16:creationId xmlns:a16="http://schemas.microsoft.com/office/drawing/2014/main" id="{400ECF2A-40DD-A6AF-C148-C795C230A707}"/>
                </a:ext>
              </a:extLst>
            </p:cNvPr>
            <p:cNvSpPr/>
            <p:nvPr/>
          </p:nvSpPr>
          <p:spPr>
            <a:xfrm>
              <a:off x="7740334" y="2780450"/>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err="1">
                  <a:ln w="0"/>
                  <a:solidFill>
                    <a:schemeClr val="tx1"/>
                  </a:solidFill>
                  <a:effectLst>
                    <a:outerShdw blurRad="38100" dist="19050" dir="2700000" algn="tl" rotWithShape="0">
                      <a:schemeClr val="dk1">
                        <a:alpha val="40000"/>
                      </a:schemeClr>
                    </a:outerShdw>
                  </a:effectLst>
                </a:rPr>
                <a:t>WhaleCloud</a:t>
              </a:r>
              <a:r>
                <a:rPr lang="en-GB" sz="900">
                  <a:ln w="0"/>
                  <a:solidFill>
                    <a:schemeClr val="tx1"/>
                  </a:solidFill>
                  <a:effectLst>
                    <a:outerShdw blurRad="38100" dist="19050" dir="2700000" algn="tl" rotWithShape="0">
                      <a:schemeClr val="dk1">
                        <a:alpha val="40000"/>
                      </a:schemeClr>
                    </a:outerShdw>
                  </a:effectLst>
                </a:rPr>
                <a:t> APIG</a:t>
              </a:r>
            </a:p>
          </p:txBody>
        </p:sp>
        <p:pic>
          <p:nvPicPr>
            <p:cNvPr id="45" name="Picture 16" descr="Whale Cloud ZSmart v9 – TM Forum">
              <a:extLst>
                <a:ext uri="{FF2B5EF4-FFF2-40B4-BE49-F238E27FC236}">
                  <a16:creationId xmlns:a16="http://schemas.microsoft.com/office/drawing/2014/main" id="{96A5FAFA-6FD3-BD11-BAE3-99247822448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14547" y="2600428"/>
              <a:ext cx="2081268" cy="78562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5" name="Group 64">
            <a:extLst>
              <a:ext uri="{FF2B5EF4-FFF2-40B4-BE49-F238E27FC236}">
                <a16:creationId xmlns:a16="http://schemas.microsoft.com/office/drawing/2014/main" id="{75149BB4-8BE3-2D61-E68F-E96C7483FBD5}"/>
              </a:ext>
            </a:extLst>
          </p:cNvPr>
          <p:cNvGrpSpPr/>
          <p:nvPr/>
        </p:nvGrpSpPr>
        <p:grpSpPr>
          <a:xfrm>
            <a:off x="7674327" y="3645251"/>
            <a:ext cx="3542082" cy="928041"/>
            <a:chOff x="7663653" y="2042753"/>
            <a:chExt cx="3542082" cy="928041"/>
          </a:xfrm>
        </p:grpSpPr>
        <p:sp>
          <p:nvSpPr>
            <p:cNvPr id="32" name="Rectangle 31">
              <a:extLst>
                <a:ext uri="{FF2B5EF4-FFF2-40B4-BE49-F238E27FC236}">
                  <a16:creationId xmlns:a16="http://schemas.microsoft.com/office/drawing/2014/main" id="{29D7674C-124B-3795-3E97-C607A34DA969}"/>
                </a:ext>
              </a:extLst>
            </p:cNvPr>
            <p:cNvSpPr/>
            <p:nvPr/>
          </p:nvSpPr>
          <p:spPr>
            <a:xfrm>
              <a:off x="7740334" y="2268346"/>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Microsoft Azure API Management</a:t>
              </a:r>
            </a:p>
          </p:txBody>
        </p:sp>
        <p:pic>
          <p:nvPicPr>
            <p:cNvPr id="44" name="Picture 14" descr="Download Microsoft Azure (Windows Azure) Logo in SVG Vector or PNG File ...">
              <a:extLst>
                <a:ext uri="{FF2B5EF4-FFF2-40B4-BE49-F238E27FC236}">
                  <a16:creationId xmlns:a16="http://schemas.microsoft.com/office/drawing/2014/main" id="{C09ADCA6-777C-B250-EFEE-2EACD46687D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63653" y="2042753"/>
              <a:ext cx="1392062" cy="9280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7" name="Group 66">
            <a:extLst>
              <a:ext uri="{FF2B5EF4-FFF2-40B4-BE49-F238E27FC236}">
                <a16:creationId xmlns:a16="http://schemas.microsoft.com/office/drawing/2014/main" id="{921CAC42-E249-C863-55CF-044B590CD929}"/>
              </a:ext>
            </a:extLst>
          </p:cNvPr>
          <p:cNvGrpSpPr/>
          <p:nvPr/>
        </p:nvGrpSpPr>
        <p:grpSpPr>
          <a:xfrm>
            <a:off x="7752327" y="2287652"/>
            <a:ext cx="3465401" cy="445335"/>
            <a:chOff x="1459365" y="4590288"/>
            <a:chExt cx="3465401" cy="445335"/>
          </a:xfrm>
        </p:grpSpPr>
        <p:sp>
          <p:nvSpPr>
            <p:cNvPr id="6" name="Rectangle 5">
              <a:extLst>
                <a:ext uri="{FF2B5EF4-FFF2-40B4-BE49-F238E27FC236}">
                  <a16:creationId xmlns:a16="http://schemas.microsoft.com/office/drawing/2014/main" id="{2CA88238-759A-3110-27D0-1E304FBE9AFF}"/>
                </a:ext>
              </a:extLst>
            </p:cNvPr>
            <p:cNvSpPr/>
            <p:nvPr/>
          </p:nvSpPr>
          <p:spPr>
            <a:xfrm>
              <a:off x="1459365" y="4590288"/>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Apache APISIX</a:t>
              </a:r>
            </a:p>
          </p:txBody>
        </p:sp>
        <p:pic>
          <p:nvPicPr>
            <p:cNvPr id="40" name="Picture 6" descr="Apache Software Foundation | Iknow LLC">
              <a:extLst>
                <a:ext uri="{FF2B5EF4-FFF2-40B4-BE49-F238E27FC236}">
                  <a16:creationId xmlns:a16="http://schemas.microsoft.com/office/drawing/2014/main" id="{A4D34D82-157C-B342-31AC-A860A91A6ADA}"/>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a:stretch/>
          </p:blipFill>
          <p:spPr bwMode="auto">
            <a:xfrm>
              <a:off x="1495400" y="4600300"/>
              <a:ext cx="984159" cy="408877"/>
            </a:xfrm>
            <a:prstGeom prst="rect">
              <a:avLst/>
            </a:prstGeom>
            <a:noFill/>
            <a:extLst>
              <a:ext uri="{909E8E84-426E-40DD-AFC4-6F175D3DCCD1}">
                <a14:hiddenFill xmlns:a14="http://schemas.microsoft.com/office/drawing/2010/main">
                  <a:solidFill>
                    <a:srgbClr val="FFFFFF"/>
                  </a:solidFill>
                </a14:hiddenFill>
              </a:ext>
            </a:extLst>
          </p:spPr>
        </p:pic>
      </p:grpSp>
      <p:sp>
        <p:nvSpPr>
          <p:cNvPr id="71" name="Trapezoid 70">
            <a:extLst>
              <a:ext uri="{FF2B5EF4-FFF2-40B4-BE49-F238E27FC236}">
                <a16:creationId xmlns:a16="http://schemas.microsoft.com/office/drawing/2014/main" id="{EEAD8B17-946A-7C2E-C861-523B97099E9E}"/>
              </a:ext>
            </a:extLst>
          </p:cNvPr>
          <p:cNvSpPr/>
          <p:nvPr/>
        </p:nvSpPr>
        <p:spPr>
          <a:xfrm rot="16200000">
            <a:off x="5319567" y="2571917"/>
            <a:ext cx="3137698" cy="1523283"/>
          </a:xfrm>
          <a:custGeom>
            <a:avLst/>
            <a:gdLst>
              <a:gd name="connsiteX0" fmla="*/ 0 w 522680"/>
              <a:gd name="connsiteY0" fmla="*/ 813979 h 813979"/>
              <a:gd name="connsiteX1" fmla="*/ 130670 w 522680"/>
              <a:gd name="connsiteY1" fmla="*/ 0 h 813979"/>
              <a:gd name="connsiteX2" fmla="*/ 392010 w 522680"/>
              <a:gd name="connsiteY2" fmla="*/ 0 h 813979"/>
              <a:gd name="connsiteX3" fmla="*/ 522680 w 522680"/>
              <a:gd name="connsiteY3" fmla="*/ 813979 h 813979"/>
              <a:gd name="connsiteX4" fmla="*/ 0 w 522680"/>
              <a:gd name="connsiteY4" fmla="*/ 813979 h 813979"/>
              <a:gd name="connsiteX0" fmla="*/ 0 w 2488217"/>
              <a:gd name="connsiteY0" fmla="*/ 1523283 h 1523283"/>
              <a:gd name="connsiteX1" fmla="*/ 2096207 w 2488217"/>
              <a:gd name="connsiteY1" fmla="*/ 0 h 1523283"/>
              <a:gd name="connsiteX2" fmla="*/ 2357547 w 2488217"/>
              <a:gd name="connsiteY2" fmla="*/ 0 h 1523283"/>
              <a:gd name="connsiteX3" fmla="*/ 2488217 w 2488217"/>
              <a:gd name="connsiteY3" fmla="*/ 813979 h 1523283"/>
              <a:gd name="connsiteX4" fmla="*/ 0 w 2488217"/>
              <a:gd name="connsiteY4" fmla="*/ 1523283 h 1523283"/>
              <a:gd name="connsiteX0" fmla="*/ 0 w 3137698"/>
              <a:gd name="connsiteY0" fmla="*/ 1523283 h 1523283"/>
              <a:gd name="connsiteX1" fmla="*/ 2096207 w 3137698"/>
              <a:gd name="connsiteY1" fmla="*/ 0 h 1523283"/>
              <a:gd name="connsiteX2" fmla="*/ 2357547 w 3137698"/>
              <a:gd name="connsiteY2" fmla="*/ 0 h 1523283"/>
              <a:gd name="connsiteX3" fmla="*/ 3137698 w 3137698"/>
              <a:gd name="connsiteY3" fmla="*/ 1523280 h 1523283"/>
              <a:gd name="connsiteX4" fmla="*/ 0 w 3137698"/>
              <a:gd name="connsiteY4" fmla="*/ 1523283 h 15232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7698" h="1523283">
                <a:moveTo>
                  <a:pt x="0" y="1523283"/>
                </a:moveTo>
                <a:lnTo>
                  <a:pt x="2096207" y="0"/>
                </a:lnTo>
                <a:lnTo>
                  <a:pt x="2357547" y="0"/>
                </a:lnTo>
                <a:lnTo>
                  <a:pt x="3137698" y="1523280"/>
                </a:lnTo>
                <a:lnTo>
                  <a:pt x="0" y="1523283"/>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TextBox 72">
            <a:extLst>
              <a:ext uri="{FF2B5EF4-FFF2-40B4-BE49-F238E27FC236}">
                <a16:creationId xmlns:a16="http://schemas.microsoft.com/office/drawing/2014/main" id="{AE3502EA-F304-4233-965B-C0F7A38B6CB5}"/>
              </a:ext>
            </a:extLst>
          </p:cNvPr>
          <p:cNvSpPr txBox="1"/>
          <p:nvPr/>
        </p:nvSpPr>
        <p:spPr>
          <a:xfrm>
            <a:off x="7812251" y="1206495"/>
            <a:ext cx="3211135" cy="369332"/>
          </a:xfrm>
          <a:prstGeom prst="rect">
            <a:avLst/>
          </a:prstGeom>
          <a:noFill/>
        </p:spPr>
        <p:txBody>
          <a:bodyPr wrap="none" rtlCol="0">
            <a:spAutoFit/>
          </a:bodyPr>
          <a:lstStyle/>
          <a:p>
            <a:pPr algn="ctr"/>
            <a:r>
              <a:rPr lang="en-GB" b="1"/>
              <a:t>API Management Operators</a:t>
            </a:r>
          </a:p>
        </p:txBody>
      </p:sp>
    </p:spTree>
    <p:extLst>
      <p:ext uri="{BB962C8B-B14F-4D97-AF65-F5344CB8AC3E}">
        <p14:creationId xmlns:p14="http://schemas.microsoft.com/office/powerpoint/2010/main" val="17226974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CC434DD-516C-C3BC-503C-01D48AC3978A}"/>
              </a:ext>
            </a:extLst>
          </p:cNvPr>
          <p:cNvSpPr/>
          <p:nvPr/>
        </p:nvSpPr>
        <p:spPr>
          <a:xfrm>
            <a:off x="165100" y="1104900"/>
            <a:ext cx="6183148" cy="5168900"/>
          </a:xfrm>
          <a:prstGeom prst="round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5E43A2B-C404-4497-E2DA-D4B42B7BF0FB}"/>
              </a:ext>
            </a:extLst>
          </p:cNvPr>
          <p:cNvSpPr>
            <a:spLocks noGrp="1"/>
          </p:cNvSpPr>
          <p:nvPr>
            <p:ph type="title"/>
          </p:nvPr>
        </p:nvSpPr>
        <p:spPr>
          <a:xfrm>
            <a:off x="1511169" y="189237"/>
            <a:ext cx="9580887" cy="549275"/>
          </a:xfrm>
        </p:spPr>
        <p:txBody>
          <a:bodyPr>
            <a:normAutofit/>
          </a:bodyPr>
          <a:lstStyle/>
          <a:p>
            <a:r>
              <a:rPr lang="en-US" sz="2400">
                <a:latin typeface="Arial"/>
                <a:cs typeface="Arial"/>
              </a:rPr>
              <a:t>What types of Canvas Operator are available?</a:t>
            </a:r>
            <a:endParaRPr lang="en-US"/>
          </a:p>
          <a:p>
            <a:endParaRPr lang="en-GB" sz="3200">
              <a:latin typeface="Calibri"/>
              <a:ea typeface="Calibri"/>
              <a:cs typeface="Calibri"/>
            </a:endParaRPr>
          </a:p>
        </p:txBody>
      </p:sp>
      <p:pic>
        <p:nvPicPr>
          <p:cNvPr id="27" name="Picture 26" descr="A close-up of a card&#10;&#10;Description automatically generated with low confidence">
            <a:extLst>
              <a:ext uri="{FF2B5EF4-FFF2-40B4-BE49-F238E27FC236}">
                <a16:creationId xmlns:a16="http://schemas.microsoft.com/office/drawing/2014/main" id="{FAE58E76-AA90-6DB2-8BD5-9DD4B962FA9F}"/>
              </a:ext>
            </a:extLst>
          </p:cNvPr>
          <p:cNvPicPr>
            <a:picLocks noChangeAspect="1"/>
          </p:cNvPicPr>
          <p:nvPr/>
        </p:nvPicPr>
        <p:blipFill>
          <a:blip r:embed="rId3"/>
          <a:stretch>
            <a:fillRect/>
          </a:stretch>
        </p:blipFill>
        <p:spPr>
          <a:xfrm>
            <a:off x="842747" y="1732575"/>
            <a:ext cx="3532831" cy="1858414"/>
          </a:xfrm>
          <a:prstGeom prst="rect">
            <a:avLst/>
          </a:prstGeom>
        </p:spPr>
      </p:pic>
      <p:grpSp>
        <p:nvGrpSpPr>
          <p:cNvPr id="30" name="Group 29">
            <a:extLst>
              <a:ext uri="{FF2B5EF4-FFF2-40B4-BE49-F238E27FC236}">
                <a16:creationId xmlns:a16="http://schemas.microsoft.com/office/drawing/2014/main" id="{43064316-50AE-FB85-87DB-9F5246FB9E3F}"/>
              </a:ext>
            </a:extLst>
          </p:cNvPr>
          <p:cNvGrpSpPr/>
          <p:nvPr/>
        </p:nvGrpSpPr>
        <p:grpSpPr>
          <a:xfrm>
            <a:off x="1514217" y="1861388"/>
            <a:ext cx="1969081" cy="799058"/>
            <a:chOff x="7965819" y="2568619"/>
            <a:chExt cx="3298850" cy="1338682"/>
          </a:xfrm>
        </p:grpSpPr>
        <p:pic>
          <p:nvPicPr>
            <p:cNvPr id="48" name="Picture 47" descr="Diagram, shape&#10;&#10;Description automatically generated">
              <a:extLst>
                <a:ext uri="{FF2B5EF4-FFF2-40B4-BE49-F238E27FC236}">
                  <a16:creationId xmlns:a16="http://schemas.microsoft.com/office/drawing/2014/main" id="{7B78FF25-02B8-FA4B-FD87-1CBD5C19D79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7965819" y="2968928"/>
              <a:ext cx="482698" cy="391910"/>
            </a:xfrm>
            <a:prstGeom prst="roundRect">
              <a:avLst/>
            </a:prstGeom>
          </p:spPr>
        </p:pic>
        <p:pic>
          <p:nvPicPr>
            <p:cNvPr id="49" name="Picture 48" descr="Diagram, shape&#10;&#10;Description automatically generated">
              <a:extLst>
                <a:ext uri="{FF2B5EF4-FFF2-40B4-BE49-F238E27FC236}">
                  <a16:creationId xmlns:a16="http://schemas.microsoft.com/office/drawing/2014/main" id="{5C3817AB-641D-2E9B-84BA-888AC6E6C63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138974" y="2568619"/>
              <a:ext cx="482698" cy="391910"/>
            </a:xfrm>
            <a:prstGeom prst="roundRect">
              <a:avLst/>
            </a:prstGeom>
          </p:spPr>
        </p:pic>
        <p:pic>
          <p:nvPicPr>
            <p:cNvPr id="50" name="Picture 49" descr="Diagram, shape&#10;&#10;Description automatically generated">
              <a:extLst>
                <a:ext uri="{FF2B5EF4-FFF2-40B4-BE49-F238E27FC236}">
                  <a16:creationId xmlns:a16="http://schemas.microsoft.com/office/drawing/2014/main" id="{C276768E-8439-27C7-746D-8E41C2F1F8A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450126" y="3162483"/>
              <a:ext cx="482698" cy="391910"/>
            </a:xfrm>
            <a:prstGeom prst="roundRect">
              <a:avLst/>
            </a:prstGeom>
          </p:spPr>
        </p:pic>
        <p:pic>
          <p:nvPicPr>
            <p:cNvPr id="51" name="Picture 50" descr="Diagram, shape&#10;&#10;Description automatically generated">
              <a:extLst>
                <a:ext uri="{FF2B5EF4-FFF2-40B4-BE49-F238E27FC236}">
                  <a16:creationId xmlns:a16="http://schemas.microsoft.com/office/drawing/2014/main" id="{5A47135B-44D1-F29C-603E-15E23613496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738900" y="2855567"/>
              <a:ext cx="482698" cy="391910"/>
            </a:xfrm>
            <a:prstGeom prst="roundRect">
              <a:avLst/>
            </a:prstGeom>
          </p:spPr>
        </p:pic>
        <p:pic>
          <p:nvPicPr>
            <p:cNvPr id="52" name="Picture 51" descr="Diagram, shape&#10;&#10;Description automatically generated">
              <a:extLst>
                <a:ext uri="{FF2B5EF4-FFF2-40B4-BE49-F238E27FC236}">
                  <a16:creationId xmlns:a16="http://schemas.microsoft.com/office/drawing/2014/main" id="{14C01E6E-1DC8-1357-F145-A8AAB55D0A1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238922" y="2985604"/>
              <a:ext cx="482698" cy="391910"/>
            </a:xfrm>
            <a:prstGeom prst="roundRect">
              <a:avLst/>
            </a:prstGeom>
          </p:spPr>
        </p:pic>
        <p:pic>
          <p:nvPicPr>
            <p:cNvPr id="53" name="Picture 52">
              <a:extLst>
                <a:ext uri="{FF2B5EF4-FFF2-40B4-BE49-F238E27FC236}">
                  <a16:creationId xmlns:a16="http://schemas.microsoft.com/office/drawing/2014/main" id="{6A18CB41-F082-2657-854E-4390E63630B4}"/>
                </a:ext>
              </a:extLst>
            </p:cNvPr>
            <p:cNvPicPr>
              <a:picLocks noChangeAspect="1"/>
            </p:cNvPicPr>
            <p:nvPr/>
          </p:nvPicPr>
          <p:blipFill>
            <a:blip r:embed="rId5"/>
            <a:stretch>
              <a:fillRect/>
            </a:stretch>
          </p:blipFill>
          <p:spPr>
            <a:xfrm>
              <a:off x="9816209" y="2639401"/>
              <a:ext cx="1448460" cy="914197"/>
            </a:xfrm>
            <a:prstGeom prst="roundRect">
              <a:avLst/>
            </a:prstGeom>
          </p:spPr>
        </p:pic>
        <p:pic>
          <p:nvPicPr>
            <p:cNvPr id="54" name="Picture 53" descr="Diagram, shape&#10;&#10;Description automatically generated">
              <a:extLst>
                <a:ext uri="{FF2B5EF4-FFF2-40B4-BE49-F238E27FC236}">
                  <a16:creationId xmlns:a16="http://schemas.microsoft.com/office/drawing/2014/main" id="{719D0C02-AB7A-B60C-E3FE-B38E6DBC13C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044918" y="3369312"/>
              <a:ext cx="482698" cy="391910"/>
            </a:xfrm>
            <a:prstGeom prst="roundRect">
              <a:avLst/>
            </a:prstGeom>
          </p:spPr>
        </p:pic>
        <p:pic>
          <p:nvPicPr>
            <p:cNvPr id="70" name="Picture 69" descr="Diagram, shape&#10;&#10;Description automatically generated">
              <a:extLst>
                <a:ext uri="{FF2B5EF4-FFF2-40B4-BE49-F238E27FC236}">
                  <a16:creationId xmlns:a16="http://schemas.microsoft.com/office/drawing/2014/main" id="{34458C7C-B2EB-D52E-D08B-1FD3DC7D8BA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510194" y="3515391"/>
              <a:ext cx="482698" cy="391910"/>
            </a:xfrm>
            <a:prstGeom prst="roundRect">
              <a:avLst/>
            </a:prstGeom>
          </p:spPr>
        </p:pic>
      </p:grpSp>
      <p:sp>
        <p:nvSpPr>
          <p:cNvPr id="31" name="TextBox 13">
            <a:extLst>
              <a:ext uri="{FF2B5EF4-FFF2-40B4-BE49-F238E27FC236}">
                <a16:creationId xmlns:a16="http://schemas.microsoft.com/office/drawing/2014/main" id="{A0B63E90-97FE-B1F3-3117-096AFE834539}"/>
              </a:ext>
            </a:extLst>
          </p:cNvPr>
          <p:cNvSpPr txBox="1"/>
          <p:nvPr/>
        </p:nvSpPr>
        <p:spPr>
          <a:xfrm rot="20877000">
            <a:off x="1705283" y="1884810"/>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OSS</a:t>
            </a:r>
          </a:p>
        </p:txBody>
      </p:sp>
      <p:pic>
        <p:nvPicPr>
          <p:cNvPr id="37" name="Picture 36" descr="Diagram, shape&#10;&#10;Description automatically generated">
            <a:extLst>
              <a:ext uri="{FF2B5EF4-FFF2-40B4-BE49-F238E27FC236}">
                <a16:creationId xmlns:a16="http://schemas.microsoft.com/office/drawing/2014/main" id="{C4854F85-A969-9E3F-BE5C-A95354090A5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856565" y="1344206"/>
            <a:ext cx="637040" cy="517226"/>
          </a:xfrm>
          <a:prstGeom prst="roundRect">
            <a:avLst/>
          </a:prstGeom>
        </p:spPr>
      </p:pic>
      <p:cxnSp>
        <p:nvCxnSpPr>
          <p:cNvPr id="38" name="Curved Connector 31">
            <a:extLst>
              <a:ext uri="{FF2B5EF4-FFF2-40B4-BE49-F238E27FC236}">
                <a16:creationId xmlns:a16="http://schemas.microsoft.com/office/drawing/2014/main" id="{C8F2F9C3-6C5B-EEB2-B843-35CB0CFDC41A}"/>
              </a:ext>
            </a:extLst>
          </p:cNvPr>
          <p:cNvCxnSpPr>
            <a:cxnSpLocks/>
          </p:cNvCxnSpPr>
          <p:nvPr/>
        </p:nvCxnSpPr>
        <p:spPr>
          <a:xfrm rot="10800000" flipH="1" flipV="1">
            <a:off x="1412837" y="1745995"/>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96214632-743F-A7DB-21E3-C3821B6AAC55}"/>
              </a:ext>
            </a:extLst>
          </p:cNvPr>
          <p:cNvGrpSpPr/>
          <p:nvPr/>
        </p:nvGrpSpPr>
        <p:grpSpPr>
          <a:xfrm>
            <a:off x="4151710" y="2039100"/>
            <a:ext cx="1944289" cy="2990399"/>
            <a:chOff x="4151711" y="3420029"/>
            <a:chExt cx="1397338" cy="2573127"/>
          </a:xfrm>
        </p:grpSpPr>
        <p:grpSp>
          <p:nvGrpSpPr>
            <p:cNvPr id="7" name="Group 6">
              <a:extLst>
                <a:ext uri="{FF2B5EF4-FFF2-40B4-BE49-F238E27FC236}">
                  <a16:creationId xmlns:a16="http://schemas.microsoft.com/office/drawing/2014/main" id="{EA43E13D-88CF-380A-7218-ECCBCB058441}"/>
                </a:ext>
              </a:extLst>
            </p:cNvPr>
            <p:cNvGrpSpPr/>
            <p:nvPr/>
          </p:nvGrpSpPr>
          <p:grpSpPr>
            <a:xfrm>
              <a:off x="4151711" y="3863202"/>
              <a:ext cx="1349825" cy="214785"/>
              <a:chOff x="10794614" y="2763311"/>
              <a:chExt cx="1349825" cy="214785"/>
            </a:xfrm>
          </p:grpSpPr>
          <p:sp>
            <p:nvSpPr>
              <p:cNvPr id="8" name="Rectangle 7">
                <a:extLst>
                  <a:ext uri="{FF2B5EF4-FFF2-40B4-BE49-F238E27FC236}">
                    <a16:creationId xmlns:a16="http://schemas.microsoft.com/office/drawing/2014/main" id="{C492CFC8-FF03-97AA-ACC0-FE6C557A8DB3}"/>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API Management</a:t>
                </a:r>
              </a:p>
            </p:txBody>
          </p:sp>
          <p:sp>
            <p:nvSpPr>
              <p:cNvPr id="10" name="Rectangle 9">
                <a:extLst>
                  <a:ext uri="{FF2B5EF4-FFF2-40B4-BE49-F238E27FC236}">
                    <a16:creationId xmlns:a16="http://schemas.microsoft.com/office/drawing/2014/main" id="{B36789C1-F32F-D536-3F9E-DB4FDEE7F494}"/>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1" name="Group 10">
              <a:extLst>
                <a:ext uri="{FF2B5EF4-FFF2-40B4-BE49-F238E27FC236}">
                  <a16:creationId xmlns:a16="http://schemas.microsoft.com/office/drawing/2014/main" id="{51329966-CE9F-7ECE-221C-B917B9877E71}"/>
                </a:ext>
              </a:extLst>
            </p:cNvPr>
            <p:cNvGrpSpPr/>
            <p:nvPr/>
          </p:nvGrpSpPr>
          <p:grpSpPr>
            <a:xfrm>
              <a:off x="4151711" y="4581390"/>
              <a:ext cx="1349825" cy="214785"/>
              <a:chOff x="10795124" y="3486136"/>
              <a:chExt cx="1349825" cy="214785"/>
            </a:xfrm>
          </p:grpSpPr>
          <p:sp>
            <p:nvSpPr>
              <p:cNvPr id="12" name="Rectangle 11">
                <a:extLst>
                  <a:ext uri="{FF2B5EF4-FFF2-40B4-BE49-F238E27FC236}">
                    <a16:creationId xmlns:a16="http://schemas.microsoft.com/office/drawing/2014/main" id="{ACDECCE8-ECEB-518D-D5DD-A26319A7532E}"/>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Identity Management</a:t>
                </a:r>
              </a:p>
            </p:txBody>
          </p:sp>
          <p:sp>
            <p:nvSpPr>
              <p:cNvPr id="13" name="Rectangle 12">
                <a:extLst>
                  <a:ext uri="{FF2B5EF4-FFF2-40B4-BE49-F238E27FC236}">
                    <a16:creationId xmlns:a16="http://schemas.microsoft.com/office/drawing/2014/main" id="{0EAF1D17-24E0-9450-E543-090C827E8D21}"/>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4" name="Group 13">
              <a:extLst>
                <a:ext uri="{FF2B5EF4-FFF2-40B4-BE49-F238E27FC236}">
                  <a16:creationId xmlns:a16="http://schemas.microsoft.com/office/drawing/2014/main" id="{E736F3D5-68E7-36EF-7EE7-86354190FCFF}"/>
                </a:ext>
              </a:extLst>
            </p:cNvPr>
            <p:cNvGrpSpPr/>
            <p:nvPr/>
          </p:nvGrpSpPr>
          <p:grpSpPr>
            <a:xfrm>
              <a:off x="4151711" y="4341994"/>
              <a:ext cx="1349825" cy="214785"/>
              <a:chOff x="10795124" y="3246143"/>
              <a:chExt cx="1349825" cy="214785"/>
            </a:xfrm>
          </p:grpSpPr>
          <p:sp>
            <p:nvSpPr>
              <p:cNvPr id="15" name="Rectangle 14">
                <a:extLst>
                  <a:ext uri="{FF2B5EF4-FFF2-40B4-BE49-F238E27FC236}">
                    <a16:creationId xmlns:a16="http://schemas.microsoft.com/office/drawing/2014/main" id="{C0C5392E-FEF2-6450-C4FE-894E6C3586C3}"/>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Event Management</a:t>
                </a:r>
              </a:p>
            </p:txBody>
          </p:sp>
          <p:sp>
            <p:nvSpPr>
              <p:cNvPr id="16" name="Rectangle 15">
                <a:extLst>
                  <a:ext uri="{FF2B5EF4-FFF2-40B4-BE49-F238E27FC236}">
                    <a16:creationId xmlns:a16="http://schemas.microsoft.com/office/drawing/2014/main" id="{589B7F68-B09C-D2CD-36AE-3B2CF66537E5}"/>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7" name="Group 16">
              <a:extLst>
                <a:ext uri="{FF2B5EF4-FFF2-40B4-BE49-F238E27FC236}">
                  <a16:creationId xmlns:a16="http://schemas.microsoft.com/office/drawing/2014/main" id="{92D02A53-3B88-0EC0-CB9F-709CB7284832}"/>
                </a:ext>
              </a:extLst>
            </p:cNvPr>
            <p:cNvGrpSpPr/>
            <p:nvPr/>
          </p:nvGrpSpPr>
          <p:grpSpPr>
            <a:xfrm>
              <a:off x="4151711" y="4820786"/>
              <a:ext cx="1349825" cy="214785"/>
              <a:chOff x="10795124" y="3722555"/>
              <a:chExt cx="1349825" cy="214785"/>
            </a:xfrm>
          </p:grpSpPr>
          <p:sp>
            <p:nvSpPr>
              <p:cNvPr id="18" name="Rectangle 17">
                <a:extLst>
                  <a:ext uri="{FF2B5EF4-FFF2-40B4-BE49-F238E27FC236}">
                    <a16:creationId xmlns:a16="http://schemas.microsoft.com/office/drawing/2014/main" id="{011A9814-BE30-5336-1127-6B1CFC8D849A}"/>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Secrets Management</a:t>
                </a:r>
              </a:p>
            </p:txBody>
          </p:sp>
          <p:sp>
            <p:nvSpPr>
              <p:cNvPr id="19" name="Rectangle 18">
                <a:extLst>
                  <a:ext uri="{FF2B5EF4-FFF2-40B4-BE49-F238E27FC236}">
                    <a16:creationId xmlns:a16="http://schemas.microsoft.com/office/drawing/2014/main" id="{36C24E22-9DE3-774F-2735-35D118BD4327}"/>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0" name="Group 19">
              <a:extLst>
                <a:ext uri="{FF2B5EF4-FFF2-40B4-BE49-F238E27FC236}">
                  <a16:creationId xmlns:a16="http://schemas.microsoft.com/office/drawing/2014/main" id="{9C32B7B6-B0BE-5BAE-7A98-7F301C69A821}"/>
                </a:ext>
              </a:extLst>
            </p:cNvPr>
            <p:cNvGrpSpPr/>
            <p:nvPr/>
          </p:nvGrpSpPr>
          <p:grpSpPr>
            <a:xfrm>
              <a:off x="4151711" y="5060182"/>
              <a:ext cx="1349825" cy="214785"/>
              <a:chOff x="10795124" y="3961903"/>
              <a:chExt cx="1349825" cy="214785"/>
            </a:xfrm>
          </p:grpSpPr>
          <p:sp>
            <p:nvSpPr>
              <p:cNvPr id="21" name="Rectangle 20">
                <a:extLst>
                  <a:ext uri="{FF2B5EF4-FFF2-40B4-BE49-F238E27FC236}">
                    <a16:creationId xmlns:a16="http://schemas.microsoft.com/office/drawing/2014/main" id="{39910E24-9F47-A8B9-37E3-673B7544E789}"/>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Carbon Management</a:t>
                </a:r>
              </a:p>
            </p:txBody>
          </p:sp>
          <p:sp>
            <p:nvSpPr>
              <p:cNvPr id="22" name="Rectangle 21">
                <a:extLst>
                  <a:ext uri="{FF2B5EF4-FFF2-40B4-BE49-F238E27FC236}">
                    <a16:creationId xmlns:a16="http://schemas.microsoft.com/office/drawing/2014/main" id="{1CD939E2-087E-823E-0DB6-58611C8AE23F}"/>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3" name="Group 22">
              <a:extLst>
                <a:ext uri="{FF2B5EF4-FFF2-40B4-BE49-F238E27FC236}">
                  <a16:creationId xmlns:a16="http://schemas.microsoft.com/office/drawing/2014/main" id="{714001CB-6B7E-CE84-2E6E-C7A5F6283212}"/>
                </a:ext>
              </a:extLst>
            </p:cNvPr>
            <p:cNvGrpSpPr/>
            <p:nvPr/>
          </p:nvGrpSpPr>
          <p:grpSpPr>
            <a:xfrm>
              <a:off x="4151711" y="4102598"/>
              <a:ext cx="1349825" cy="214785"/>
              <a:chOff x="10794612" y="3006829"/>
              <a:chExt cx="1349825" cy="214785"/>
            </a:xfrm>
          </p:grpSpPr>
          <p:sp>
            <p:nvSpPr>
              <p:cNvPr id="24" name="Rectangle 23">
                <a:extLst>
                  <a:ext uri="{FF2B5EF4-FFF2-40B4-BE49-F238E27FC236}">
                    <a16:creationId xmlns:a16="http://schemas.microsoft.com/office/drawing/2014/main" id="{37862E13-99D2-8089-C798-3CD0DD4AC382}"/>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Observability Management</a:t>
                </a:r>
              </a:p>
            </p:txBody>
          </p:sp>
          <p:sp>
            <p:nvSpPr>
              <p:cNvPr id="25" name="Rectangle 24">
                <a:extLst>
                  <a:ext uri="{FF2B5EF4-FFF2-40B4-BE49-F238E27FC236}">
                    <a16:creationId xmlns:a16="http://schemas.microsoft.com/office/drawing/2014/main" id="{EDBC5C5F-BC4B-C501-83E3-5F8125A12652}"/>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sp>
          <p:nvSpPr>
            <p:cNvPr id="26" name="TextBox 25">
              <a:extLst>
                <a:ext uri="{FF2B5EF4-FFF2-40B4-BE49-F238E27FC236}">
                  <a16:creationId xmlns:a16="http://schemas.microsoft.com/office/drawing/2014/main" id="{262A1E05-BC05-8D23-6647-F653AB9157DE}"/>
                </a:ext>
              </a:extLst>
            </p:cNvPr>
            <p:cNvSpPr txBox="1"/>
            <p:nvPr/>
          </p:nvSpPr>
          <p:spPr>
            <a:xfrm>
              <a:off x="4268511" y="3420029"/>
              <a:ext cx="1280538" cy="211864"/>
            </a:xfrm>
            <a:prstGeom prst="rect">
              <a:avLst/>
            </a:prstGeom>
            <a:noFill/>
          </p:spPr>
          <p:txBody>
            <a:bodyPr wrap="square" rtlCol="0">
              <a:spAutoFit/>
            </a:bodyPr>
            <a:lstStyle/>
            <a:p>
              <a:r>
                <a:rPr lang="en-GB" sz="1000"/>
                <a:t>Canvas Operators</a:t>
              </a:r>
            </a:p>
          </p:txBody>
        </p:sp>
        <p:grpSp>
          <p:nvGrpSpPr>
            <p:cNvPr id="28" name="Group 27">
              <a:extLst>
                <a:ext uri="{FF2B5EF4-FFF2-40B4-BE49-F238E27FC236}">
                  <a16:creationId xmlns:a16="http://schemas.microsoft.com/office/drawing/2014/main" id="{3E35B2E7-9EA3-0E6D-047E-32F83C59C358}"/>
                </a:ext>
              </a:extLst>
            </p:cNvPr>
            <p:cNvGrpSpPr/>
            <p:nvPr/>
          </p:nvGrpSpPr>
          <p:grpSpPr>
            <a:xfrm>
              <a:off x="4151711" y="5299578"/>
              <a:ext cx="1349825" cy="214785"/>
              <a:chOff x="10791949" y="4203203"/>
              <a:chExt cx="1349825" cy="214785"/>
            </a:xfrm>
          </p:grpSpPr>
          <p:sp>
            <p:nvSpPr>
              <p:cNvPr id="29" name="Rectangle 28">
                <a:extLst>
                  <a:ext uri="{FF2B5EF4-FFF2-40B4-BE49-F238E27FC236}">
                    <a16:creationId xmlns:a16="http://schemas.microsoft.com/office/drawing/2014/main" id="{1F2F819E-4064-45BF-4020-5D880516EE60}"/>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Cost Management</a:t>
                </a:r>
              </a:p>
            </p:txBody>
          </p:sp>
          <p:sp>
            <p:nvSpPr>
              <p:cNvPr id="33" name="Rectangle 32">
                <a:extLst>
                  <a:ext uri="{FF2B5EF4-FFF2-40B4-BE49-F238E27FC236}">
                    <a16:creationId xmlns:a16="http://schemas.microsoft.com/office/drawing/2014/main" id="{F59FECCC-7A79-DD12-1CDB-D1E66808C381}"/>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6" name="Group 35">
              <a:extLst>
                <a:ext uri="{FF2B5EF4-FFF2-40B4-BE49-F238E27FC236}">
                  <a16:creationId xmlns:a16="http://schemas.microsoft.com/office/drawing/2014/main" id="{D246F64C-5825-61E2-10B5-F5356CD2B52E}"/>
                </a:ext>
              </a:extLst>
            </p:cNvPr>
            <p:cNvGrpSpPr/>
            <p:nvPr/>
          </p:nvGrpSpPr>
          <p:grpSpPr>
            <a:xfrm>
              <a:off x="4151711" y="5538974"/>
              <a:ext cx="1349825" cy="214785"/>
              <a:chOff x="10791949" y="4444503"/>
              <a:chExt cx="1349825" cy="214785"/>
            </a:xfrm>
          </p:grpSpPr>
          <p:sp>
            <p:nvSpPr>
              <p:cNvPr id="47" name="Rectangle 46">
                <a:extLst>
                  <a:ext uri="{FF2B5EF4-FFF2-40B4-BE49-F238E27FC236}">
                    <a16:creationId xmlns:a16="http://schemas.microsoft.com/office/drawing/2014/main" id="{1FB6B908-83D3-C648-1376-CA208E9B9AE0}"/>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AI Management</a:t>
                </a:r>
              </a:p>
            </p:txBody>
          </p:sp>
          <p:sp>
            <p:nvSpPr>
              <p:cNvPr id="55" name="Rectangle 54">
                <a:extLst>
                  <a:ext uri="{FF2B5EF4-FFF2-40B4-BE49-F238E27FC236}">
                    <a16:creationId xmlns:a16="http://schemas.microsoft.com/office/drawing/2014/main" id="{5CD1EE50-3B46-0C29-9E0D-448043A77B4B}"/>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6" name="Group 55">
              <a:extLst>
                <a:ext uri="{FF2B5EF4-FFF2-40B4-BE49-F238E27FC236}">
                  <a16:creationId xmlns:a16="http://schemas.microsoft.com/office/drawing/2014/main" id="{6865B568-2840-F943-DDEF-ED6175A43F62}"/>
                </a:ext>
              </a:extLst>
            </p:cNvPr>
            <p:cNvGrpSpPr/>
            <p:nvPr/>
          </p:nvGrpSpPr>
          <p:grpSpPr>
            <a:xfrm>
              <a:off x="4151711" y="3623806"/>
              <a:ext cx="1349825" cy="214785"/>
              <a:chOff x="10794614" y="2529515"/>
              <a:chExt cx="1349825" cy="214785"/>
            </a:xfrm>
          </p:grpSpPr>
          <p:sp>
            <p:nvSpPr>
              <p:cNvPr id="57" name="Rectangle 56">
                <a:extLst>
                  <a:ext uri="{FF2B5EF4-FFF2-40B4-BE49-F238E27FC236}">
                    <a16:creationId xmlns:a16="http://schemas.microsoft.com/office/drawing/2014/main" id="{5DCB7C78-5EBD-9D66-B89B-932961205A19}"/>
                  </a:ext>
                </a:extLst>
              </p:cNvPr>
              <p:cNvSpPr/>
              <p:nvPr/>
            </p:nvSpPr>
            <p:spPr>
              <a:xfrm>
                <a:off x="10794614" y="252951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900">
                    <a:ln w="0"/>
                    <a:solidFill>
                      <a:schemeClr val="tx1"/>
                    </a:solidFill>
                    <a:effectLst>
                      <a:outerShdw blurRad="38100" dist="19050" dir="2700000" algn="tl" rotWithShape="0">
                        <a:schemeClr val="dk1">
                          <a:alpha val="40000"/>
                        </a:schemeClr>
                      </a:outerShdw>
                    </a:effectLst>
                  </a:rPr>
                  <a:t> Component Management</a:t>
                </a:r>
              </a:p>
            </p:txBody>
          </p:sp>
          <p:sp>
            <p:nvSpPr>
              <p:cNvPr id="58" name="Rectangle 57">
                <a:extLst>
                  <a:ext uri="{FF2B5EF4-FFF2-40B4-BE49-F238E27FC236}">
                    <a16:creationId xmlns:a16="http://schemas.microsoft.com/office/drawing/2014/main" id="{EC262049-4621-5FE9-0030-9B8E57CF0059}"/>
                  </a:ext>
                </a:extLst>
              </p:cNvPr>
              <p:cNvSpPr/>
              <p:nvPr/>
            </p:nvSpPr>
            <p:spPr>
              <a:xfrm>
                <a:off x="10831907" y="2586374"/>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9" name="Group 58">
              <a:extLst>
                <a:ext uri="{FF2B5EF4-FFF2-40B4-BE49-F238E27FC236}">
                  <a16:creationId xmlns:a16="http://schemas.microsoft.com/office/drawing/2014/main" id="{184BAB80-12B9-6778-1081-3BA5E21B8964}"/>
                </a:ext>
              </a:extLst>
            </p:cNvPr>
            <p:cNvGrpSpPr/>
            <p:nvPr/>
          </p:nvGrpSpPr>
          <p:grpSpPr>
            <a:xfrm>
              <a:off x="4151711" y="5778371"/>
              <a:ext cx="1349825" cy="214785"/>
              <a:chOff x="10791949" y="4444503"/>
              <a:chExt cx="1349825" cy="214785"/>
            </a:xfrm>
          </p:grpSpPr>
          <p:sp>
            <p:nvSpPr>
              <p:cNvPr id="60" name="Rectangle 59">
                <a:extLst>
                  <a:ext uri="{FF2B5EF4-FFF2-40B4-BE49-F238E27FC236}">
                    <a16:creationId xmlns:a16="http://schemas.microsoft.com/office/drawing/2014/main" id="{67EC3F4C-E0DA-840E-D2D0-E6461A5A61C6}"/>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Other ….</a:t>
                </a:r>
              </a:p>
            </p:txBody>
          </p:sp>
          <p:sp>
            <p:nvSpPr>
              <p:cNvPr id="61" name="Rectangle 60">
                <a:extLst>
                  <a:ext uri="{FF2B5EF4-FFF2-40B4-BE49-F238E27FC236}">
                    <a16:creationId xmlns:a16="http://schemas.microsoft.com/office/drawing/2014/main" id="{DB5C06EF-8903-ADFB-6C7B-ADDB29CBF308}"/>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spTree>
    <p:extLst>
      <p:ext uri="{BB962C8B-B14F-4D97-AF65-F5344CB8AC3E}">
        <p14:creationId xmlns:p14="http://schemas.microsoft.com/office/powerpoint/2010/main" val="1200184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CC434DD-516C-C3BC-503C-01D48AC3978A}"/>
              </a:ext>
            </a:extLst>
          </p:cNvPr>
          <p:cNvSpPr/>
          <p:nvPr/>
        </p:nvSpPr>
        <p:spPr>
          <a:xfrm>
            <a:off x="165101" y="1104900"/>
            <a:ext cx="6045200" cy="5168900"/>
          </a:xfrm>
          <a:prstGeom prst="round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5E43A2B-C404-4497-E2DA-D4B42B7BF0FB}"/>
              </a:ext>
            </a:extLst>
          </p:cNvPr>
          <p:cNvSpPr>
            <a:spLocks noGrp="1"/>
          </p:cNvSpPr>
          <p:nvPr>
            <p:ph type="title"/>
          </p:nvPr>
        </p:nvSpPr>
        <p:spPr>
          <a:xfrm>
            <a:off x="1511169" y="189237"/>
            <a:ext cx="9580887" cy="549275"/>
          </a:xfrm>
        </p:spPr>
        <p:txBody>
          <a:bodyPr>
            <a:normAutofit/>
          </a:bodyPr>
          <a:lstStyle/>
          <a:p>
            <a:r>
              <a:rPr lang="en-US" sz="2400">
                <a:latin typeface="Arial"/>
                <a:cs typeface="Arial"/>
              </a:rPr>
              <a:t>What types of Canvas Operator are available?</a:t>
            </a:r>
            <a:endParaRPr lang="en-US"/>
          </a:p>
          <a:p>
            <a:endParaRPr lang="en-GB" sz="3200">
              <a:latin typeface="Calibri"/>
              <a:ea typeface="Calibri"/>
              <a:cs typeface="Calibri"/>
            </a:endParaRPr>
          </a:p>
        </p:txBody>
      </p:sp>
      <p:pic>
        <p:nvPicPr>
          <p:cNvPr id="27" name="Picture 26" descr="A close-up of a card&#10;&#10;Description automatically generated with low confidence">
            <a:extLst>
              <a:ext uri="{FF2B5EF4-FFF2-40B4-BE49-F238E27FC236}">
                <a16:creationId xmlns:a16="http://schemas.microsoft.com/office/drawing/2014/main" id="{FAE58E76-AA90-6DB2-8BD5-9DD4B962FA9F}"/>
              </a:ext>
            </a:extLst>
          </p:cNvPr>
          <p:cNvPicPr>
            <a:picLocks noChangeAspect="1"/>
          </p:cNvPicPr>
          <p:nvPr/>
        </p:nvPicPr>
        <p:blipFill>
          <a:blip r:embed="rId3"/>
          <a:stretch>
            <a:fillRect/>
          </a:stretch>
        </p:blipFill>
        <p:spPr>
          <a:xfrm>
            <a:off x="842747" y="1732575"/>
            <a:ext cx="3532831" cy="1858414"/>
          </a:xfrm>
          <a:prstGeom prst="rect">
            <a:avLst/>
          </a:prstGeom>
        </p:spPr>
      </p:pic>
      <p:grpSp>
        <p:nvGrpSpPr>
          <p:cNvPr id="30" name="Group 29">
            <a:extLst>
              <a:ext uri="{FF2B5EF4-FFF2-40B4-BE49-F238E27FC236}">
                <a16:creationId xmlns:a16="http://schemas.microsoft.com/office/drawing/2014/main" id="{43064316-50AE-FB85-87DB-9F5246FB9E3F}"/>
              </a:ext>
            </a:extLst>
          </p:cNvPr>
          <p:cNvGrpSpPr/>
          <p:nvPr/>
        </p:nvGrpSpPr>
        <p:grpSpPr>
          <a:xfrm>
            <a:off x="1514217" y="1861388"/>
            <a:ext cx="1969081" cy="799058"/>
            <a:chOff x="7965819" y="2568619"/>
            <a:chExt cx="3298850" cy="1338682"/>
          </a:xfrm>
        </p:grpSpPr>
        <p:pic>
          <p:nvPicPr>
            <p:cNvPr id="48" name="Picture 47" descr="Diagram, shape&#10;&#10;Description automatically generated">
              <a:extLst>
                <a:ext uri="{FF2B5EF4-FFF2-40B4-BE49-F238E27FC236}">
                  <a16:creationId xmlns:a16="http://schemas.microsoft.com/office/drawing/2014/main" id="{7B78FF25-02B8-FA4B-FD87-1CBD5C19D79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7965819" y="2968928"/>
              <a:ext cx="482698" cy="391910"/>
            </a:xfrm>
            <a:prstGeom prst="roundRect">
              <a:avLst/>
            </a:prstGeom>
          </p:spPr>
        </p:pic>
        <p:pic>
          <p:nvPicPr>
            <p:cNvPr id="49" name="Picture 48" descr="Diagram, shape&#10;&#10;Description automatically generated">
              <a:extLst>
                <a:ext uri="{FF2B5EF4-FFF2-40B4-BE49-F238E27FC236}">
                  <a16:creationId xmlns:a16="http://schemas.microsoft.com/office/drawing/2014/main" id="{5C3817AB-641D-2E9B-84BA-888AC6E6C63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138974" y="2568619"/>
              <a:ext cx="482698" cy="391910"/>
            </a:xfrm>
            <a:prstGeom prst="roundRect">
              <a:avLst/>
            </a:prstGeom>
          </p:spPr>
        </p:pic>
        <p:pic>
          <p:nvPicPr>
            <p:cNvPr id="50" name="Picture 49" descr="Diagram, shape&#10;&#10;Description automatically generated">
              <a:extLst>
                <a:ext uri="{FF2B5EF4-FFF2-40B4-BE49-F238E27FC236}">
                  <a16:creationId xmlns:a16="http://schemas.microsoft.com/office/drawing/2014/main" id="{C276768E-8439-27C7-746D-8E41C2F1F8A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450126" y="3162483"/>
              <a:ext cx="482698" cy="391910"/>
            </a:xfrm>
            <a:prstGeom prst="roundRect">
              <a:avLst/>
            </a:prstGeom>
          </p:spPr>
        </p:pic>
        <p:pic>
          <p:nvPicPr>
            <p:cNvPr id="51" name="Picture 50" descr="Diagram, shape&#10;&#10;Description automatically generated">
              <a:extLst>
                <a:ext uri="{FF2B5EF4-FFF2-40B4-BE49-F238E27FC236}">
                  <a16:creationId xmlns:a16="http://schemas.microsoft.com/office/drawing/2014/main" id="{5A47135B-44D1-F29C-603E-15E23613496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738900" y="2855567"/>
              <a:ext cx="482698" cy="391910"/>
            </a:xfrm>
            <a:prstGeom prst="roundRect">
              <a:avLst/>
            </a:prstGeom>
          </p:spPr>
        </p:pic>
        <p:pic>
          <p:nvPicPr>
            <p:cNvPr id="52" name="Picture 51" descr="Diagram, shape&#10;&#10;Description automatically generated">
              <a:extLst>
                <a:ext uri="{FF2B5EF4-FFF2-40B4-BE49-F238E27FC236}">
                  <a16:creationId xmlns:a16="http://schemas.microsoft.com/office/drawing/2014/main" id="{14C01E6E-1DC8-1357-F145-A8AAB55D0A1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238922" y="2985604"/>
              <a:ext cx="482698" cy="391910"/>
            </a:xfrm>
            <a:prstGeom prst="roundRect">
              <a:avLst/>
            </a:prstGeom>
          </p:spPr>
        </p:pic>
        <p:pic>
          <p:nvPicPr>
            <p:cNvPr id="53" name="Picture 52">
              <a:extLst>
                <a:ext uri="{FF2B5EF4-FFF2-40B4-BE49-F238E27FC236}">
                  <a16:creationId xmlns:a16="http://schemas.microsoft.com/office/drawing/2014/main" id="{6A18CB41-F082-2657-854E-4390E63630B4}"/>
                </a:ext>
              </a:extLst>
            </p:cNvPr>
            <p:cNvPicPr>
              <a:picLocks noChangeAspect="1"/>
            </p:cNvPicPr>
            <p:nvPr/>
          </p:nvPicPr>
          <p:blipFill>
            <a:blip r:embed="rId5"/>
            <a:stretch>
              <a:fillRect/>
            </a:stretch>
          </p:blipFill>
          <p:spPr>
            <a:xfrm>
              <a:off x="9816209" y="2639401"/>
              <a:ext cx="1448460" cy="914197"/>
            </a:xfrm>
            <a:prstGeom prst="roundRect">
              <a:avLst/>
            </a:prstGeom>
          </p:spPr>
        </p:pic>
        <p:pic>
          <p:nvPicPr>
            <p:cNvPr id="54" name="Picture 53" descr="Diagram, shape&#10;&#10;Description automatically generated">
              <a:extLst>
                <a:ext uri="{FF2B5EF4-FFF2-40B4-BE49-F238E27FC236}">
                  <a16:creationId xmlns:a16="http://schemas.microsoft.com/office/drawing/2014/main" id="{719D0C02-AB7A-B60C-E3FE-B38E6DBC13C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044918" y="3369312"/>
              <a:ext cx="482698" cy="391910"/>
            </a:xfrm>
            <a:prstGeom prst="roundRect">
              <a:avLst/>
            </a:prstGeom>
          </p:spPr>
        </p:pic>
        <p:pic>
          <p:nvPicPr>
            <p:cNvPr id="70" name="Picture 69" descr="Diagram, shape&#10;&#10;Description automatically generated">
              <a:extLst>
                <a:ext uri="{FF2B5EF4-FFF2-40B4-BE49-F238E27FC236}">
                  <a16:creationId xmlns:a16="http://schemas.microsoft.com/office/drawing/2014/main" id="{34458C7C-B2EB-D52E-D08B-1FD3DC7D8BA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510194" y="3515391"/>
              <a:ext cx="482698" cy="391910"/>
            </a:xfrm>
            <a:prstGeom prst="roundRect">
              <a:avLst/>
            </a:prstGeom>
          </p:spPr>
        </p:pic>
      </p:grpSp>
      <p:sp>
        <p:nvSpPr>
          <p:cNvPr id="31" name="TextBox 13">
            <a:extLst>
              <a:ext uri="{FF2B5EF4-FFF2-40B4-BE49-F238E27FC236}">
                <a16:creationId xmlns:a16="http://schemas.microsoft.com/office/drawing/2014/main" id="{A0B63E90-97FE-B1F3-3117-096AFE834539}"/>
              </a:ext>
            </a:extLst>
          </p:cNvPr>
          <p:cNvSpPr txBox="1"/>
          <p:nvPr/>
        </p:nvSpPr>
        <p:spPr>
          <a:xfrm rot="20877000">
            <a:off x="1705283" y="1884810"/>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OSS</a:t>
            </a:r>
          </a:p>
        </p:txBody>
      </p:sp>
      <p:pic>
        <p:nvPicPr>
          <p:cNvPr id="37" name="Picture 36" descr="Diagram, shape&#10;&#10;Description automatically generated">
            <a:extLst>
              <a:ext uri="{FF2B5EF4-FFF2-40B4-BE49-F238E27FC236}">
                <a16:creationId xmlns:a16="http://schemas.microsoft.com/office/drawing/2014/main" id="{C4854F85-A969-9E3F-BE5C-A95354090A5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856565" y="1344206"/>
            <a:ext cx="637040" cy="517226"/>
          </a:xfrm>
          <a:prstGeom prst="roundRect">
            <a:avLst/>
          </a:prstGeom>
        </p:spPr>
      </p:pic>
      <p:cxnSp>
        <p:nvCxnSpPr>
          <p:cNvPr id="38" name="Curved Connector 31">
            <a:extLst>
              <a:ext uri="{FF2B5EF4-FFF2-40B4-BE49-F238E27FC236}">
                <a16:creationId xmlns:a16="http://schemas.microsoft.com/office/drawing/2014/main" id="{C8F2F9C3-6C5B-EEB2-B843-35CB0CFDC41A}"/>
              </a:ext>
            </a:extLst>
          </p:cNvPr>
          <p:cNvCxnSpPr>
            <a:cxnSpLocks/>
          </p:cNvCxnSpPr>
          <p:nvPr/>
        </p:nvCxnSpPr>
        <p:spPr>
          <a:xfrm rot="10800000" flipH="1" flipV="1">
            <a:off x="1412837" y="1745995"/>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96214632-743F-A7DB-21E3-C3821B6AAC55}"/>
              </a:ext>
            </a:extLst>
          </p:cNvPr>
          <p:cNvGrpSpPr/>
          <p:nvPr/>
        </p:nvGrpSpPr>
        <p:grpSpPr>
          <a:xfrm>
            <a:off x="4151710" y="2039100"/>
            <a:ext cx="1944289" cy="2990399"/>
            <a:chOff x="4151711" y="3420029"/>
            <a:chExt cx="1397338" cy="2573127"/>
          </a:xfrm>
        </p:grpSpPr>
        <p:grpSp>
          <p:nvGrpSpPr>
            <p:cNvPr id="7" name="Group 6">
              <a:extLst>
                <a:ext uri="{FF2B5EF4-FFF2-40B4-BE49-F238E27FC236}">
                  <a16:creationId xmlns:a16="http://schemas.microsoft.com/office/drawing/2014/main" id="{EA43E13D-88CF-380A-7218-ECCBCB058441}"/>
                </a:ext>
              </a:extLst>
            </p:cNvPr>
            <p:cNvGrpSpPr/>
            <p:nvPr/>
          </p:nvGrpSpPr>
          <p:grpSpPr>
            <a:xfrm>
              <a:off x="4151711" y="3863202"/>
              <a:ext cx="1349825" cy="214785"/>
              <a:chOff x="10794614" y="2763311"/>
              <a:chExt cx="1349825" cy="214785"/>
            </a:xfrm>
          </p:grpSpPr>
          <p:sp>
            <p:nvSpPr>
              <p:cNvPr id="8" name="Rectangle 7">
                <a:extLst>
                  <a:ext uri="{FF2B5EF4-FFF2-40B4-BE49-F238E27FC236}">
                    <a16:creationId xmlns:a16="http://schemas.microsoft.com/office/drawing/2014/main" id="{C492CFC8-FF03-97AA-ACC0-FE6C557A8DB3}"/>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API Management</a:t>
                </a:r>
              </a:p>
            </p:txBody>
          </p:sp>
          <p:sp>
            <p:nvSpPr>
              <p:cNvPr id="10" name="Rectangle 9">
                <a:extLst>
                  <a:ext uri="{FF2B5EF4-FFF2-40B4-BE49-F238E27FC236}">
                    <a16:creationId xmlns:a16="http://schemas.microsoft.com/office/drawing/2014/main" id="{B36789C1-F32F-D536-3F9E-DB4FDEE7F494}"/>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1" name="Group 10">
              <a:extLst>
                <a:ext uri="{FF2B5EF4-FFF2-40B4-BE49-F238E27FC236}">
                  <a16:creationId xmlns:a16="http://schemas.microsoft.com/office/drawing/2014/main" id="{51329966-CE9F-7ECE-221C-B917B9877E71}"/>
                </a:ext>
              </a:extLst>
            </p:cNvPr>
            <p:cNvGrpSpPr/>
            <p:nvPr/>
          </p:nvGrpSpPr>
          <p:grpSpPr>
            <a:xfrm>
              <a:off x="4151711" y="4581390"/>
              <a:ext cx="1349825" cy="214785"/>
              <a:chOff x="10795124" y="3486136"/>
              <a:chExt cx="1349825" cy="214785"/>
            </a:xfrm>
          </p:grpSpPr>
          <p:sp>
            <p:nvSpPr>
              <p:cNvPr id="12" name="Rectangle 11">
                <a:extLst>
                  <a:ext uri="{FF2B5EF4-FFF2-40B4-BE49-F238E27FC236}">
                    <a16:creationId xmlns:a16="http://schemas.microsoft.com/office/drawing/2014/main" id="{ACDECCE8-ECEB-518D-D5DD-A26319A7532E}"/>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Identity Management</a:t>
                </a:r>
              </a:p>
            </p:txBody>
          </p:sp>
          <p:sp>
            <p:nvSpPr>
              <p:cNvPr id="13" name="Rectangle 12">
                <a:extLst>
                  <a:ext uri="{FF2B5EF4-FFF2-40B4-BE49-F238E27FC236}">
                    <a16:creationId xmlns:a16="http://schemas.microsoft.com/office/drawing/2014/main" id="{0EAF1D17-24E0-9450-E543-090C827E8D21}"/>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4" name="Group 13">
              <a:extLst>
                <a:ext uri="{FF2B5EF4-FFF2-40B4-BE49-F238E27FC236}">
                  <a16:creationId xmlns:a16="http://schemas.microsoft.com/office/drawing/2014/main" id="{E736F3D5-68E7-36EF-7EE7-86354190FCFF}"/>
                </a:ext>
              </a:extLst>
            </p:cNvPr>
            <p:cNvGrpSpPr/>
            <p:nvPr/>
          </p:nvGrpSpPr>
          <p:grpSpPr>
            <a:xfrm>
              <a:off x="4151711" y="4341994"/>
              <a:ext cx="1349825" cy="214785"/>
              <a:chOff x="10795124" y="3246143"/>
              <a:chExt cx="1349825" cy="214785"/>
            </a:xfrm>
          </p:grpSpPr>
          <p:sp>
            <p:nvSpPr>
              <p:cNvPr id="15" name="Rectangle 14">
                <a:extLst>
                  <a:ext uri="{FF2B5EF4-FFF2-40B4-BE49-F238E27FC236}">
                    <a16:creationId xmlns:a16="http://schemas.microsoft.com/office/drawing/2014/main" id="{C0C5392E-FEF2-6450-C4FE-894E6C3586C3}"/>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Event Management</a:t>
                </a:r>
              </a:p>
            </p:txBody>
          </p:sp>
          <p:sp>
            <p:nvSpPr>
              <p:cNvPr id="16" name="Rectangle 15">
                <a:extLst>
                  <a:ext uri="{FF2B5EF4-FFF2-40B4-BE49-F238E27FC236}">
                    <a16:creationId xmlns:a16="http://schemas.microsoft.com/office/drawing/2014/main" id="{589B7F68-B09C-D2CD-36AE-3B2CF66537E5}"/>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7" name="Group 16">
              <a:extLst>
                <a:ext uri="{FF2B5EF4-FFF2-40B4-BE49-F238E27FC236}">
                  <a16:creationId xmlns:a16="http://schemas.microsoft.com/office/drawing/2014/main" id="{92D02A53-3B88-0EC0-CB9F-709CB7284832}"/>
                </a:ext>
              </a:extLst>
            </p:cNvPr>
            <p:cNvGrpSpPr/>
            <p:nvPr/>
          </p:nvGrpSpPr>
          <p:grpSpPr>
            <a:xfrm>
              <a:off x="4151711" y="4820786"/>
              <a:ext cx="1349825" cy="214785"/>
              <a:chOff x="10795124" y="3722555"/>
              <a:chExt cx="1349825" cy="214785"/>
            </a:xfrm>
          </p:grpSpPr>
          <p:sp>
            <p:nvSpPr>
              <p:cNvPr id="18" name="Rectangle 17">
                <a:extLst>
                  <a:ext uri="{FF2B5EF4-FFF2-40B4-BE49-F238E27FC236}">
                    <a16:creationId xmlns:a16="http://schemas.microsoft.com/office/drawing/2014/main" id="{011A9814-BE30-5336-1127-6B1CFC8D849A}"/>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Secrets Management</a:t>
                </a:r>
              </a:p>
            </p:txBody>
          </p:sp>
          <p:sp>
            <p:nvSpPr>
              <p:cNvPr id="19" name="Rectangle 18">
                <a:extLst>
                  <a:ext uri="{FF2B5EF4-FFF2-40B4-BE49-F238E27FC236}">
                    <a16:creationId xmlns:a16="http://schemas.microsoft.com/office/drawing/2014/main" id="{36C24E22-9DE3-774F-2735-35D118BD4327}"/>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0" name="Group 19">
              <a:extLst>
                <a:ext uri="{FF2B5EF4-FFF2-40B4-BE49-F238E27FC236}">
                  <a16:creationId xmlns:a16="http://schemas.microsoft.com/office/drawing/2014/main" id="{9C32B7B6-B0BE-5BAE-7A98-7F301C69A821}"/>
                </a:ext>
              </a:extLst>
            </p:cNvPr>
            <p:cNvGrpSpPr/>
            <p:nvPr/>
          </p:nvGrpSpPr>
          <p:grpSpPr>
            <a:xfrm>
              <a:off x="4151711" y="5060182"/>
              <a:ext cx="1349825" cy="214785"/>
              <a:chOff x="10795124" y="3961903"/>
              <a:chExt cx="1349825" cy="214785"/>
            </a:xfrm>
          </p:grpSpPr>
          <p:sp>
            <p:nvSpPr>
              <p:cNvPr id="21" name="Rectangle 20">
                <a:extLst>
                  <a:ext uri="{FF2B5EF4-FFF2-40B4-BE49-F238E27FC236}">
                    <a16:creationId xmlns:a16="http://schemas.microsoft.com/office/drawing/2014/main" id="{39910E24-9F47-A8B9-37E3-673B7544E789}"/>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Carbon Management</a:t>
                </a:r>
              </a:p>
            </p:txBody>
          </p:sp>
          <p:sp>
            <p:nvSpPr>
              <p:cNvPr id="22" name="Rectangle 21">
                <a:extLst>
                  <a:ext uri="{FF2B5EF4-FFF2-40B4-BE49-F238E27FC236}">
                    <a16:creationId xmlns:a16="http://schemas.microsoft.com/office/drawing/2014/main" id="{1CD939E2-087E-823E-0DB6-58611C8AE23F}"/>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3" name="Group 22">
              <a:extLst>
                <a:ext uri="{FF2B5EF4-FFF2-40B4-BE49-F238E27FC236}">
                  <a16:creationId xmlns:a16="http://schemas.microsoft.com/office/drawing/2014/main" id="{714001CB-6B7E-CE84-2E6E-C7A5F6283212}"/>
                </a:ext>
              </a:extLst>
            </p:cNvPr>
            <p:cNvGrpSpPr/>
            <p:nvPr/>
          </p:nvGrpSpPr>
          <p:grpSpPr>
            <a:xfrm>
              <a:off x="4151711" y="4102598"/>
              <a:ext cx="1349825" cy="214785"/>
              <a:chOff x="10794612" y="3006829"/>
              <a:chExt cx="1349825" cy="214785"/>
            </a:xfrm>
          </p:grpSpPr>
          <p:sp>
            <p:nvSpPr>
              <p:cNvPr id="24" name="Rectangle 23">
                <a:extLst>
                  <a:ext uri="{FF2B5EF4-FFF2-40B4-BE49-F238E27FC236}">
                    <a16:creationId xmlns:a16="http://schemas.microsoft.com/office/drawing/2014/main" id="{37862E13-99D2-8089-C798-3CD0DD4AC382}"/>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Observability Management</a:t>
                </a:r>
              </a:p>
            </p:txBody>
          </p:sp>
          <p:sp>
            <p:nvSpPr>
              <p:cNvPr id="25" name="Rectangle 24">
                <a:extLst>
                  <a:ext uri="{FF2B5EF4-FFF2-40B4-BE49-F238E27FC236}">
                    <a16:creationId xmlns:a16="http://schemas.microsoft.com/office/drawing/2014/main" id="{EDBC5C5F-BC4B-C501-83E3-5F8125A12652}"/>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sp>
          <p:nvSpPr>
            <p:cNvPr id="26" name="TextBox 25">
              <a:extLst>
                <a:ext uri="{FF2B5EF4-FFF2-40B4-BE49-F238E27FC236}">
                  <a16:creationId xmlns:a16="http://schemas.microsoft.com/office/drawing/2014/main" id="{262A1E05-BC05-8D23-6647-F653AB9157DE}"/>
                </a:ext>
              </a:extLst>
            </p:cNvPr>
            <p:cNvSpPr txBox="1"/>
            <p:nvPr/>
          </p:nvSpPr>
          <p:spPr>
            <a:xfrm>
              <a:off x="4268511" y="3420029"/>
              <a:ext cx="1280538" cy="211864"/>
            </a:xfrm>
            <a:prstGeom prst="rect">
              <a:avLst/>
            </a:prstGeom>
            <a:noFill/>
          </p:spPr>
          <p:txBody>
            <a:bodyPr wrap="square" rtlCol="0">
              <a:spAutoFit/>
            </a:bodyPr>
            <a:lstStyle/>
            <a:p>
              <a:r>
                <a:rPr lang="en-GB" sz="1000"/>
                <a:t>Canvas Operators</a:t>
              </a:r>
            </a:p>
          </p:txBody>
        </p:sp>
        <p:grpSp>
          <p:nvGrpSpPr>
            <p:cNvPr id="28" name="Group 27">
              <a:extLst>
                <a:ext uri="{FF2B5EF4-FFF2-40B4-BE49-F238E27FC236}">
                  <a16:creationId xmlns:a16="http://schemas.microsoft.com/office/drawing/2014/main" id="{3E35B2E7-9EA3-0E6D-047E-32F83C59C358}"/>
                </a:ext>
              </a:extLst>
            </p:cNvPr>
            <p:cNvGrpSpPr/>
            <p:nvPr/>
          </p:nvGrpSpPr>
          <p:grpSpPr>
            <a:xfrm>
              <a:off x="4151711" y="5299578"/>
              <a:ext cx="1349825" cy="214785"/>
              <a:chOff x="10791949" y="4203203"/>
              <a:chExt cx="1349825" cy="214785"/>
            </a:xfrm>
          </p:grpSpPr>
          <p:sp>
            <p:nvSpPr>
              <p:cNvPr id="29" name="Rectangle 28">
                <a:extLst>
                  <a:ext uri="{FF2B5EF4-FFF2-40B4-BE49-F238E27FC236}">
                    <a16:creationId xmlns:a16="http://schemas.microsoft.com/office/drawing/2014/main" id="{1F2F819E-4064-45BF-4020-5D880516EE60}"/>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Cost Management</a:t>
                </a:r>
              </a:p>
            </p:txBody>
          </p:sp>
          <p:sp>
            <p:nvSpPr>
              <p:cNvPr id="33" name="Rectangle 32">
                <a:extLst>
                  <a:ext uri="{FF2B5EF4-FFF2-40B4-BE49-F238E27FC236}">
                    <a16:creationId xmlns:a16="http://schemas.microsoft.com/office/drawing/2014/main" id="{F59FECCC-7A79-DD12-1CDB-D1E66808C381}"/>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6" name="Group 35">
              <a:extLst>
                <a:ext uri="{FF2B5EF4-FFF2-40B4-BE49-F238E27FC236}">
                  <a16:creationId xmlns:a16="http://schemas.microsoft.com/office/drawing/2014/main" id="{D246F64C-5825-61E2-10B5-F5356CD2B52E}"/>
                </a:ext>
              </a:extLst>
            </p:cNvPr>
            <p:cNvGrpSpPr/>
            <p:nvPr/>
          </p:nvGrpSpPr>
          <p:grpSpPr>
            <a:xfrm>
              <a:off x="4151711" y="5538974"/>
              <a:ext cx="1349825" cy="214785"/>
              <a:chOff x="10791949" y="4444503"/>
              <a:chExt cx="1349825" cy="214785"/>
            </a:xfrm>
          </p:grpSpPr>
          <p:sp>
            <p:nvSpPr>
              <p:cNvPr id="47" name="Rectangle 46">
                <a:extLst>
                  <a:ext uri="{FF2B5EF4-FFF2-40B4-BE49-F238E27FC236}">
                    <a16:creationId xmlns:a16="http://schemas.microsoft.com/office/drawing/2014/main" id="{1FB6B908-83D3-C648-1376-CA208E9B9AE0}"/>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AI Management</a:t>
                </a:r>
              </a:p>
            </p:txBody>
          </p:sp>
          <p:sp>
            <p:nvSpPr>
              <p:cNvPr id="55" name="Rectangle 54">
                <a:extLst>
                  <a:ext uri="{FF2B5EF4-FFF2-40B4-BE49-F238E27FC236}">
                    <a16:creationId xmlns:a16="http://schemas.microsoft.com/office/drawing/2014/main" id="{5CD1EE50-3B46-0C29-9E0D-448043A77B4B}"/>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6" name="Group 55">
              <a:extLst>
                <a:ext uri="{FF2B5EF4-FFF2-40B4-BE49-F238E27FC236}">
                  <a16:creationId xmlns:a16="http://schemas.microsoft.com/office/drawing/2014/main" id="{6865B568-2840-F943-DDEF-ED6175A43F62}"/>
                </a:ext>
              </a:extLst>
            </p:cNvPr>
            <p:cNvGrpSpPr/>
            <p:nvPr/>
          </p:nvGrpSpPr>
          <p:grpSpPr>
            <a:xfrm>
              <a:off x="4151711" y="3623806"/>
              <a:ext cx="1349825" cy="214785"/>
              <a:chOff x="10794614" y="2529515"/>
              <a:chExt cx="1349825" cy="214785"/>
            </a:xfrm>
          </p:grpSpPr>
          <p:sp>
            <p:nvSpPr>
              <p:cNvPr id="57" name="Rectangle 56">
                <a:extLst>
                  <a:ext uri="{FF2B5EF4-FFF2-40B4-BE49-F238E27FC236}">
                    <a16:creationId xmlns:a16="http://schemas.microsoft.com/office/drawing/2014/main" id="{5DCB7C78-5EBD-9D66-B89B-932961205A19}"/>
                  </a:ext>
                </a:extLst>
              </p:cNvPr>
              <p:cNvSpPr/>
              <p:nvPr/>
            </p:nvSpPr>
            <p:spPr>
              <a:xfrm>
                <a:off x="10794614" y="252951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900">
                    <a:ln w="0"/>
                    <a:solidFill>
                      <a:schemeClr val="tx1"/>
                    </a:solidFill>
                    <a:effectLst>
                      <a:outerShdw blurRad="38100" dist="19050" dir="2700000" algn="tl" rotWithShape="0">
                        <a:schemeClr val="dk1">
                          <a:alpha val="40000"/>
                        </a:schemeClr>
                      </a:outerShdw>
                    </a:effectLst>
                  </a:rPr>
                  <a:t> Component Management</a:t>
                </a:r>
              </a:p>
            </p:txBody>
          </p:sp>
          <p:sp>
            <p:nvSpPr>
              <p:cNvPr id="58" name="Rectangle 57">
                <a:extLst>
                  <a:ext uri="{FF2B5EF4-FFF2-40B4-BE49-F238E27FC236}">
                    <a16:creationId xmlns:a16="http://schemas.microsoft.com/office/drawing/2014/main" id="{EC262049-4621-5FE9-0030-9B8E57CF0059}"/>
                  </a:ext>
                </a:extLst>
              </p:cNvPr>
              <p:cNvSpPr/>
              <p:nvPr/>
            </p:nvSpPr>
            <p:spPr>
              <a:xfrm>
                <a:off x="10831907" y="2586374"/>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9" name="Group 58">
              <a:extLst>
                <a:ext uri="{FF2B5EF4-FFF2-40B4-BE49-F238E27FC236}">
                  <a16:creationId xmlns:a16="http://schemas.microsoft.com/office/drawing/2014/main" id="{184BAB80-12B9-6778-1081-3BA5E21B8964}"/>
                </a:ext>
              </a:extLst>
            </p:cNvPr>
            <p:cNvGrpSpPr/>
            <p:nvPr/>
          </p:nvGrpSpPr>
          <p:grpSpPr>
            <a:xfrm>
              <a:off x="4151711" y="5778371"/>
              <a:ext cx="1349825" cy="214785"/>
              <a:chOff x="10791949" y="4444503"/>
              <a:chExt cx="1349825" cy="214785"/>
            </a:xfrm>
          </p:grpSpPr>
          <p:sp>
            <p:nvSpPr>
              <p:cNvPr id="60" name="Rectangle 59">
                <a:extLst>
                  <a:ext uri="{FF2B5EF4-FFF2-40B4-BE49-F238E27FC236}">
                    <a16:creationId xmlns:a16="http://schemas.microsoft.com/office/drawing/2014/main" id="{67EC3F4C-E0DA-840E-D2D0-E6461A5A61C6}"/>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Other ….</a:t>
                </a:r>
              </a:p>
            </p:txBody>
          </p:sp>
          <p:sp>
            <p:nvSpPr>
              <p:cNvPr id="61" name="Rectangle 60">
                <a:extLst>
                  <a:ext uri="{FF2B5EF4-FFF2-40B4-BE49-F238E27FC236}">
                    <a16:creationId xmlns:a16="http://schemas.microsoft.com/office/drawing/2014/main" id="{DB5C06EF-8903-ADFB-6C7B-ADDB29CBF308}"/>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sp>
        <p:nvSpPr>
          <p:cNvPr id="71" name="Trapezoid 70">
            <a:extLst>
              <a:ext uri="{FF2B5EF4-FFF2-40B4-BE49-F238E27FC236}">
                <a16:creationId xmlns:a16="http://schemas.microsoft.com/office/drawing/2014/main" id="{EEAD8B17-946A-7C2E-C861-523B97099E9E}"/>
              </a:ext>
            </a:extLst>
          </p:cNvPr>
          <p:cNvSpPr/>
          <p:nvPr/>
        </p:nvSpPr>
        <p:spPr>
          <a:xfrm rot="16200000">
            <a:off x="5887126" y="2461561"/>
            <a:ext cx="2010463" cy="1531160"/>
          </a:xfrm>
          <a:custGeom>
            <a:avLst/>
            <a:gdLst>
              <a:gd name="connsiteX0" fmla="*/ 0 w 522680"/>
              <a:gd name="connsiteY0" fmla="*/ 813979 h 813979"/>
              <a:gd name="connsiteX1" fmla="*/ 130670 w 522680"/>
              <a:gd name="connsiteY1" fmla="*/ 0 h 813979"/>
              <a:gd name="connsiteX2" fmla="*/ 392010 w 522680"/>
              <a:gd name="connsiteY2" fmla="*/ 0 h 813979"/>
              <a:gd name="connsiteX3" fmla="*/ 522680 w 522680"/>
              <a:gd name="connsiteY3" fmla="*/ 813979 h 813979"/>
              <a:gd name="connsiteX4" fmla="*/ 0 w 522680"/>
              <a:gd name="connsiteY4" fmla="*/ 813979 h 813979"/>
              <a:gd name="connsiteX0" fmla="*/ 0 w 2488217"/>
              <a:gd name="connsiteY0" fmla="*/ 1523283 h 1523283"/>
              <a:gd name="connsiteX1" fmla="*/ 2096207 w 2488217"/>
              <a:gd name="connsiteY1" fmla="*/ 0 h 1523283"/>
              <a:gd name="connsiteX2" fmla="*/ 2357547 w 2488217"/>
              <a:gd name="connsiteY2" fmla="*/ 0 h 1523283"/>
              <a:gd name="connsiteX3" fmla="*/ 2488217 w 2488217"/>
              <a:gd name="connsiteY3" fmla="*/ 813979 h 1523283"/>
              <a:gd name="connsiteX4" fmla="*/ 0 w 2488217"/>
              <a:gd name="connsiteY4" fmla="*/ 1523283 h 1523283"/>
              <a:gd name="connsiteX0" fmla="*/ 0 w 3137698"/>
              <a:gd name="connsiteY0" fmla="*/ 1523283 h 1523283"/>
              <a:gd name="connsiteX1" fmla="*/ 2096207 w 3137698"/>
              <a:gd name="connsiteY1" fmla="*/ 0 h 1523283"/>
              <a:gd name="connsiteX2" fmla="*/ 2357547 w 3137698"/>
              <a:gd name="connsiteY2" fmla="*/ 0 h 1523283"/>
              <a:gd name="connsiteX3" fmla="*/ 3137698 w 3137698"/>
              <a:gd name="connsiteY3" fmla="*/ 1523280 h 1523283"/>
              <a:gd name="connsiteX4" fmla="*/ 0 w 3137698"/>
              <a:gd name="connsiteY4" fmla="*/ 1523283 h 1523283"/>
              <a:gd name="connsiteX0" fmla="*/ 0 w 3137698"/>
              <a:gd name="connsiteY0" fmla="*/ 1523283 h 1523283"/>
              <a:gd name="connsiteX1" fmla="*/ 1833363 w 3137698"/>
              <a:gd name="connsiteY1" fmla="*/ 3 h 1523283"/>
              <a:gd name="connsiteX2" fmla="*/ 2357547 w 3137698"/>
              <a:gd name="connsiteY2" fmla="*/ 0 h 1523283"/>
              <a:gd name="connsiteX3" fmla="*/ 3137698 w 3137698"/>
              <a:gd name="connsiteY3" fmla="*/ 1523280 h 1523283"/>
              <a:gd name="connsiteX4" fmla="*/ 0 w 3137698"/>
              <a:gd name="connsiteY4" fmla="*/ 1523283 h 1523283"/>
              <a:gd name="connsiteX0" fmla="*/ 0 w 3137698"/>
              <a:gd name="connsiteY0" fmla="*/ 1523280 h 1523280"/>
              <a:gd name="connsiteX1" fmla="*/ 1833363 w 3137698"/>
              <a:gd name="connsiteY1" fmla="*/ 0 h 1523280"/>
              <a:gd name="connsiteX2" fmla="*/ 2068789 w 3137698"/>
              <a:gd name="connsiteY2" fmla="*/ 0 h 1523280"/>
              <a:gd name="connsiteX3" fmla="*/ 3137698 w 3137698"/>
              <a:gd name="connsiteY3" fmla="*/ 1523277 h 1523280"/>
              <a:gd name="connsiteX4" fmla="*/ 0 w 3137698"/>
              <a:gd name="connsiteY4" fmla="*/ 1523280 h 1523280"/>
              <a:gd name="connsiteX0" fmla="*/ 0 w 2680498"/>
              <a:gd name="connsiteY0" fmla="*/ 1523280 h 1531160"/>
              <a:gd name="connsiteX1" fmla="*/ 1833363 w 2680498"/>
              <a:gd name="connsiteY1" fmla="*/ 0 h 1531160"/>
              <a:gd name="connsiteX2" fmla="*/ 2068789 w 2680498"/>
              <a:gd name="connsiteY2" fmla="*/ 0 h 1531160"/>
              <a:gd name="connsiteX3" fmla="*/ 2680498 w 2680498"/>
              <a:gd name="connsiteY3" fmla="*/ 1531160 h 1531160"/>
              <a:gd name="connsiteX4" fmla="*/ 0 w 2680498"/>
              <a:gd name="connsiteY4" fmla="*/ 1523280 h 1531160"/>
              <a:gd name="connsiteX0" fmla="*/ 0 w 2010463"/>
              <a:gd name="connsiteY0" fmla="*/ 1523280 h 1531160"/>
              <a:gd name="connsiteX1" fmla="*/ 1163328 w 2010463"/>
              <a:gd name="connsiteY1" fmla="*/ 0 h 1531160"/>
              <a:gd name="connsiteX2" fmla="*/ 1398754 w 2010463"/>
              <a:gd name="connsiteY2" fmla="*/ 0 h 1531160"/>
              <a:gd name="connsiteX3" fmla="*/ 2010463 w 2010463"/>
              <a:gd name="connsiteY3" fmla="*/ 1531160 h 1531160"/>
              <a:gd name="connsiteX4" fmla="*/ 0 w 2010463"/>
              <a:gd name="connsiteY4" fmla="*/ 1523280 h 1531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0463" h="1531160">
                <a:moveTo>
                  <a:pt x="0" y="1523280"/>
                </a:moveTo>
                <a:lnTo>
                  <a:pt x="1163328" y="0"/>
                </a:lnTo>
                <a:lnTo>
                  <a:pt x="1398754" y="0"/>
                </a:lnTo>
                <a:lnTo>
                  <a:pt x="2010463" y="1531160"/>
                </a:lnTo>
                <a:lnTo>
                  <a:pt x="0" y="1523280"/>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2" name="Group 81">
            <a:extLst>
              <a:ext uri="{FF2B5EF4-FFF2-40B4-BE49-F238E27FC236}">
                <a16:creationId xmlns:a16="http://schemas.microsoft.com/office/drawing/2014/main" id="{9371C205-5733-9CCF-1590-7B575DCA91F3}"/>
              </a:ext>
            </a:extLst>
          </p:cNvPr>
          <p:cNvGrpSpPr/>
          <p:nvPr/>
        </p:nvGrpSpPr>
        <p:grpSpPr>
          <a:xfrm>
            <a:off x="7745358" y="2226118"/>
            <a:ext cx="3465401" cy="445335"/>
            <a:chOff x="1335419" y="5234172"/>
            <a:chExt cx="3465401" cy="445335"/>
          </a:xfrm>
        </p:grpSpPr>
        <p:sp>
          <p:nvSpPr>
            <p:cNvPr id="2" name="Rectangle 1">
              <a:extLst>
                <a:ext uri="{FF2B5EF4-FFF2-40B4-BE49-F238E27FC236}">
                  <a16:creationId xmlns:a16="http://schemas.microsoft.com/office/drawing/2014/main" id="{D6D28180-8D28-9E3A-22CF-DDF25C67DEAF}"/>
                </a:ext>
              </a:extLst>
            </p:cNvPr>
            <p:cNvSpPr/>
            <p:nvPr/>
          </p:nvSpPr>
          <p:spPr>
            <a:xfrm>
              <a:off x="1335419" y="5234172"/>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Prometheus / Grafana / </a:t>
              </a:r>
              <a:r>
                <a:rPr lang="en-GB" sz="900" err="1">
                  <a:ln w="0"/>
                  <a:solidFill>
                    <a:schemeClr val="tx1"/>
                  </a:solidFill>
                  <a:effectLst>
                    <a:outerShdw blurRad="38100" dist="19050" dir="2700000" algn="tl" rotWithShape="0">
                      <a:schemeClr val="dk1">
                        <a:alpha val="40000"/>
                      </a:schemeClr>
                    </a:outerShdw>
                  </a:effectLst>
                </a:rPr>
                <a:t>Kiali</a:t>
              </a:r>
              <a:endParaRPr lang="en-GB" sz="900">
                <a:ln w="0"/>
                <a:solidFill>
                  <a:schemeClr val="tx1"/>
                </a:solidFill>
                <a:effectLst>
                  <a:outerShdw blurRad="38100" dist="19050" dir="2700000" algn="tl" rotWithShape="0">
                    <a:schemeClr val="dk1">
                      <a:alpha val="40000"/>
                    </a:schemeClr>
                  </a:outerShdw>
                </a:effectLst>
              </a:endParaRPr>
            </a:p>
          </p:txBody>
        </p:sp>
        <p:pic>
          <p:nvPicPr>
            <p:cNvPr id="73" name="Picture 72" descr="Prometheus (software) - Wikipedia">
              <a:extLst>
                <a:ext uri="{FF2B5EF4-FFF2-40B4-BE49-F238E27FC236}">
                  <a16:creationId xmlns:a16="http://schemas.microsoft.com/office/drawing/2014/main" id="{FC09DDE1-38E0-F668-21B8-737D0526ECC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4940" y="5251395"/>
              <a:ext cx="416628" cy="41477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1" name="Group 80">
            <a:extLst>
              <a:ext uri="{FF2B5EF4-FFF2-40B4-BE49-F238E27FC236}">
                <a16:creationId xmlns:a16="http://schemas.microsoft.com/office/drawing/2014/main" id="{20A6EDFC-2D97-6D76-A9B8-5F0A40F1300D}"/>
              </a:ext>
            </a:extLst>
          </p:cNvPr>
          <p:cNvGrpSpPr/>
          <p:nvPr/>
        </p:nvGrpSpPr>
        <p:grpSpPr>
          <a:xfrm>
            <a:off x="7750772" y="2749790"/>
            <a:ext cx="3465401" cy="445335"/>
            <a:chOff x="1340833" y="5749961"/>
            <a:chExt cx="3465401" cy="445335"/>
          </a:xfrm>
        </p:grpSpPr>
        <p:sp>
          <p:nvSpPr>
            <p:cNvPr id="74" name="Rectangle 73">
              <a:extLst>
                <a:ext uri="{FF2B5EF4-FFF2-40B4-BE49-F238E27FC236}">
                  <a16:creationId xmlns:a16="http://schemas.microsoft.com/office/drawing/2014/main" id="{861A74C3-3EC6-DC59-A932-6628243DF698}"/>
                </a:ext>
              </a:extLst>
            </p:cNvPr>
            <p:cNvSpPr/>
            <p:nvPr/>
          </p:nvSpPr>
          <p:spPr>
            <a:xfrm>
              <a:off x="1340833" y="5749961"/>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Google Managed Observability</a:t>
              </a:r>
            </a:p>
          </p:txBody>
        </p:sp>
        <p:pic>
          <p:nvPicPr>
            <p:cNvPr id="75" name="Picture 8" descr="Google Cloud Services Partners ...">
              <a:extLst>
                <a:ext uri="{FF2B5EF4-FFF2-40B4-BE49-F238E27FC236}">
                  <a16:creationId xmlns:a16="http://schemas.microsoft.com/office/drawing/2014/main" id="{D7086AAC-6CCA-2AD2-C71B-F14655980B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0757" y="5844682"/>
              <a:ext cx="1581621" cy="27789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0" name="Group 79">
            <a:extLst>
              <a:ext uri="{FF2B5EF4-FFF2-40B4-BE49-F238E27FC236}">
                <a16:creationId xmlns:a16="http://schemas.microsoft.com/office/drawing/2014/main" id="{67D65B5F-9A08-FD4F-7454-5BFE57EA2D2C}"/>
              </a:ext>
            </a:extLst>
          </p:cNvPr>
          <p:cNvGrpSpPr/>
          <p:nvPr/>
        </p:nvGrpSpPr>
        <p:grpSpPr>
          <a:xfrm>
            <a:off x="7757726" y="3773351"/>
            <a:ext cx="3465401" cy="445335"/>
            <a:chOff x="5220661" y="5749961"/>
            <a:chExt cx="3465401" cy="445335"/>
          </a:xfrm>
        </p:grpSpPr>
        <p:sp>
          <p:nvSpPr>
            <p:cNvPr id="76" name="Rectangle 75">
              <a:extLst>
                <a:ext uri="{FF2B5EF4-FFF2-40B4-BE49-F238E27FC236}">
                  <a16:creationId xmlns:a16="http://schemas.microsoft.com/office/drawing/2014/main" id="{C32212CB-F9A9-7F70-624C-4FB9A5BBE970}"/>
                </a:ext>
              </a:extLst>
            </p:cNvPr>
            <p:cNvSpPr/>
            <p:nvPr/>
          </p:nvSpPr>
          <p:spPr>
            <a:xfrm>
              <a:off x="5220661" y="5749961"/>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a:t>
              </a:r>
              <a:r>
                <a:rPr lang="en-GB" sz="900" err="1">
                  <a:ln w="0"/>
                  <a:solidFill>
                    <a:schemeClr val="tx1"/>
                  </a:solidFill>
                  <a:effectLst>
                    <a:outerShdw blurRad="38100" dist="19050" dir="2700000" algn="tl" rotWithShape="0">
                      <a:schemeClr val="dk1">
                        <a:alpha val="40000"/>
                      </a:schemeClr>
                    </a:outerShdw>
                  </a:effectLst>
                </a:rPr>
                <a:t>DataDog</a:t>
              </a:r>
              <a:endParaRPr lang="en-GB" sz="900">
                <a:ln w="0"/>
                <a:solidFill>
                  <a:schemeClr val="tx1"/>
                </a:solidFill>
                <a:effectLst>
                  <a:outerShdw blurRad="38100" dist="19050" dir="2700000" algn="tl" rotWithShape="0">
                    <a:schemeClr val="dk1">
                      <a:alpha val="40000"/>
                    </a:schemeClr>
                  </a:outerShdw>
                </a:effectLst>
              </a:endParaRPr>
            </a:p>
          </p:txBody>
        </p:sp>
        <p:pic>
          <p:nvPicPr>
            <p:cNvPr id="78" name="Picture 4" descr="Datadog Improves Salesforce Security ...">
              <a:extLst>
                <a:ext uri="{FF2B5EF4-FFF2-40B4-BE49-F238E27FC236}">
                  <a16:creationId xmlns:a16="http://schemas.microsoft.com/office/drawing/2014/main" id="{7E24E50E-0D94-E65D-E78A-86FA8909AF0E}"/>
                </a:ext>
              </a:extLst>
            </p:cNvPr>
            <p:cNvPicPr>
              <a:picLocks noChangeAspect="1" noChangeArrowheads="1"/>
            </p:cNvPicPr>
            <p:nvPr/>
          </p:nvPicPr>
          <p:blipFill rotWithShape="1">
            <a:blip r:embed="rId8"/>
            <a:srcRect/>
            <a:stretch/>
          </p:blipFill>
          <p:spPr bwMode="auto">
            <a:xfrm>
              <a:off x="5249336" y="5782548"/>
              <a:ext cx="1595969" cy="38350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9" name="Group 78">
            <a:extLst>
              <a:ext uri="{FF2B5EF4-FFF2-40B4-BE49-F238E27FC236}">
                <a16:creationId xmlns:a16="http://schemas.microsoft.com/office/drawing/2014/main" id="{DFE86945-0DF0-FF52-8899-7643B0ED0F85}"/>
              </a:ext>
            </a:extLst>
          </p:cNvPr>
          <p:cNvGrpSpPr/>
          <p:nvPr/>
        </p:nvGrpSpPr>
        <p:grpSpPr>
          <a:xfrm>
            <a:off x="7690009" y="3267574"/>
            <a:ext cx="3533118" cy="445335"/>
            <a:chOff x="5152944" y="5244184"/>
            <a:chExt cx="3533118" cy="445335"/>
          </a:xfrm>
        </p:grpSpPr>
        <p:sp>
          <p:nvSpPr>
            <p:cNvPr id="4" name="Rectangle 3">
              <a:extLst>
                <a:ext uri="{FF2B5EF4-FFF2-40B4-BE49-F238E27FC236}">
                  <a16:creationId xmlns:a16="http://schemas.microsoft.com/office/drawing/2014/main" id="{E489CCA9-BC77-B835-71FF-6B53FA240F65}"/>
                </a:ext>
              </a:extLst>
            </p:cNvPr>
            <p:cNvSpPr/>
            <p:nvPr/>
          </p:nvSpPr>
          <p:spPr>
            <a:xfrm>
              <a:off x="5220661" y="5244184"/>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Microsoft Azure Managed Observability</a:t>
              </a:r>
            </a:p>
          </p:txBody>
        </p:sp>
        <p:pic>
          <p:nvPicPr>
            <p:cNvPr id="72" name="Picture 14" descr="Download Microsoft Azure (Windows Azure) Logo in SVG Vector or PNG File ...">
              <a:extLst>
                <a:ext uri="{FF2B5EF4-FFF2-40B4-BE49-F238E27FC236}">
                  <a16:creationId xmlns:a16="http://schemas.microsoft.com/office/drawing/2014/main" id="{9E173538-902B-9333-F3AD-91212F1D7124}"/>
                </a:ext>
              </a:extLst>
            </p:cNvPr>
            <p:cNvPicPr>
              <a:picLocks noChangeAspect="1" noChangeArrowheads="1"/>
            </p:cNvPicPr>
            <p:nvPr/>
          </p:nvPicPr>
          <p:blipFill rotWithShape="1">
            <a:blip r:embed="rId8"/>
            <a:srcRect/>
            <a:stretch/>
          </p:blipFill>
          <p:spPr bwMode="auto">
            <a:xfrm>
              <a:off x="5152944" y="5268796"/>
              <a:ext cx="1392062" cy="397375"/>
            </a:xfrm>
            <a:prstGeom prst="rect">
              <a:avLst/>
            </a:prstGeom>
            <a:noFill/>
            <a:extLst>
              <a:ext uri="{909E8E84-426E-40DD-AFC4-6F175D3DCCD1}">
                <a14:hiddenFill xmlns:a14="http://schemas.microsoft.com/office/drawing/2010/main">
                  <a:solidFill>
                    <a:srgbClr val="FFFFFF"/>
                  </a:solidFill>
                </a14:hiddenFill>
              </a:ext>
            </a:extLst>
          </p:spPr>
        </p:pic>
      </p:grpSp>
      <p:sp>
        <p:nvSpPr>
          <p:cNvPr id="83" name="TextBox 82">
            <a:extLst>
              <a:ext uri="{FF2B5EF4-FFF2-40B4-BE49-F238E27FC236}">
                <a16:creationId xmlns:a16="http://schemas.microsoft.com/office/drawing/2014/main" id="{874D679A-4577-915A-9A2E-7CA1E214851D}"/>
              </a:ext>
            </a:extLst>
          </p:cNvPr>
          <p:cNvSpPr txBox="1"/>
          <p:nvPr/>
        </p:nvSpPr>
        <p:spPr>
          <a:xfrm>
            <a:off x="7273644" y="1689966"/>
            <a:ext cx="4288354" cy="369332"/>
          </a:xfrm>
          <a:prstGeom prst="rect">
            <a:avLst/>
          </a:prstGeom>
          <a:noFill/>
        </p:spPr>
        <p:txBody>
          <a:bodyPr wrap="none" rtlCol="0">
            <a:spAutoFit/>
          </a:bodyPr>
          <a:lstStyle/>
          <a:p>
            <a:pPr algn="ctr"/>
            <a:r>
              <a:rPr lang="en-GB" b="1"/>
              <a:t>Observability Management Operators</a:t>
            </a:r>
          </a:p>
        </p:txBody>
      </p:sp>
      <p:pic>
        <p:nvPicPr>
          <p:cNvPr id="1026" name="Picture 2" descr="Datadog - Full Stack Python">
            <a:extLst>
              <a:ext uri="{FF2B5EF4-FFF2-40B4-BE49-F238E27FC236}">
                <a16:creationId xmlns:a16="http://schemas.microsoft.com/office/drawing/2014/main" id="{D1E1AE01-6306-F5AB-BC62-46585CF8F7B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10696" y="3833893"/>
            <a:ext cx="1338010" cy="340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11948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CC434DD-516C-C3BC-503C-01D48AC3978A}"/>
              </a:ext>
            </a:extLst>
          </p:cNvPr>
          <p:cNvSpPr/>
          <p:nvPr/>
        </p:nvSpPr>
        <p:spPr>
          <a:xfrm>
            <a:off x="165100" y="1104900"/>
            <a:ext cx="6225190" cy="5168900"/>
          </a:xfrm>
          <a:prstGeom prst="round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5E43A2B-C404-4497-E2DA-D4B42B7BF0FB}"/>
              </a:ext>
            </a:extLst>
          </p:cNvPr>
          <p:cNvSpPr>
            <a:spLocks noGrp="1"/>
          </p:cNvSpPr>
          <p:nvPr>
            <p:ph type="title"/>
          </p:nvPr>
        </p:nvSpPr>
        <p:spPr>
          <a:xfrm>
            <a:off x="1511169" y="189237"/>
            <a:ext cx="9580887" cy="549275"/>
          </a:xfrm>
        </p:spPr>
        <p:txBody>
          <a:bodyPr>
            <a:normAutofit/>
          </a:bodyPr>
          <a:lstStyle/>
          <a:p>
            <a:r>
              <a:rPr lang="en-US" sz="2400">
                <a:latin typeface="Arial"/>
                <a:cs typeface="Arial"/>
              </a:rPr>
              <a:t>What types of Canvas Operator are available?</a:t>
            </a:r>
            <a:endParaRPr lang="en-US"/>
          </a:p>
          <a:p>
            <a:endParaRPr lang="en-GB" sz="3200">
              <a:latin typeface="Calibri"/>
              <a:ea typeface="Calibri"/>
              <a:cs typeface="Calibri"/>
            </a:endParaRPr>
          </a:p>
        </p:txBody>
      </p:sp>
      <p:pic>
        <p:nvPicPr>
          <p:cNvPr id="27" name="Picture 26" descr="A close-up of a card&#10;&#10;Description automatically generated with low confidence">
            <a:extLst>
              <a:ext uri="{FF2B5EF4-FFF2-40B4-BE49-F238E27FC236}">
                <a16:creationId xmlns:a16="http://schemas.microsoft.com/office/drawing/2014/main" id="{FAE58E76-AA90-6DB2-8BD5-9DD4B962FA9F}"/>
              </a:ext>
            </a:extLst>
          </p:cNvPr>
          <p:cNvPicPr>
            <a:picLocks noChangeAspect="1"/>
          </p:cNvPicPr>
          <p:nvPr/>
        </p:nvPicPr>
        <p:blipFill>
          <a:blip r:embed="rId3"/>
          <a:stretch>
            <a:fillRect/>
          </a:stretch>
        </p:blipFill>
        <p:spPr>
          <a:xfrm>
            <a:off x="842747" y="1732575"/>
            <a:ext cx="3532831" cy="1858414"/>
          </a:xfrm>
          <a:prstGeom prst="rect">
            <a:avLst/>
          </a:prstGeom>
        </p:spPr>
      </p:pic>
      <p:grpSp>
        <p:nvGrpSpPr>
          <p:cNvPr id="30" name="Group 29">
            <a:extLst>
              <a:ext uri="{FF2B5EF4-FFF2-40B4-BE49-F238E27FC236}">
                <a16:creationId xmlns:a16="http://schemas.microsoft.com/office/drawing/2014/main" id="{43064316-50AE-FB85-87DB-9F5246FB9E3F}"/>
              </a:ext>
            </a:extLst>
          </p:cNvPr>
          <p:cNvGrpSpPr/>
          <p:nvPr/>
        </p:nvGrpSpPr>
        <p:grpSpPr>
          <a:xfrm>
            <a:off x="1514217" y="1861388"/>
            <a:ext cx="1969081" cy="799058"/>
            <a:chOff x="7965819" y="2568619"/>
            <a:chExt cx="3298850" cy="1338682"/>
          </a:xfrm>
        </p:grpSpPr>
        <p:pic>
          <p:nvPicPr>
            <p:cNvPr id="48" name="Picture 47" descr="Diagram, shape&#10;&#10;Description automatically generated">
              <a:extLst>
                <a:ext uri="{FF2B5EF4-FFF2-40B4-BE49-F238E27FC236}">
                  <a16:creationId xmlns:a16="http://schemas.microsoft.com/office/drawing/2014/main" id="{7B78FF25-02B8-FA4B-FD87-1CBD5C19D79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7965819" y="2968928"/>
              <a:ext cx="482698" cy="391910"/>
            </a:xfrm>
            <a:prstGeom prst="roundRect">
              <a:avLst/>
            </a:prstGeom>
          </p:spPr>
        </p:pic>
        <p:pic>
          <p:nvPicPr>
            <p:cNvPr id="49" name="Picture 48" descr="Diagram, shape&#10;&#10;Description automatically generated">
              <a:extLst>
                <a:ext uri="{FF2B5EF4-FFF2-40B4-BE49-F238E27FC236}">
                  <a16:creationId xmlns:a16="http://schemas.microsoft.com/office/drawing/2014/main" id="{5C3817AB-641D-2E9B-84BA-888AC6E6C63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138974" y="2568619"/>
              <a:ext cx="482698" cy="391910"/>
            </a:xfrm>
            <a:prstGeom prst="roundRect">
              <a:avLst/>
            </a:prstGeom>
          </p:spPr>
        </p:pic>
        <p:pic>
          <p:nvPicPr>
            <p:cNvPr id="50" name="Picture 49" descr="Diagram, shape&#10;&#10;Description automatically generated">
              <a:extLst>
                <a:ext uri="{FF2B5EF4-FFF2-40B4-BE49-F238E27FC236}">
                  <a16:creationId xmlns:a16="http://schemas.microsoft.com/office/drawing/2014/main" id="{C276768E-8439-27C7-746D-8E41C2F1F8A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450126" y="3162483"/>
              <a:ext cx="482698" cy="391910"/>
            </a:xfrm>
            <a:prstGeom prst="roundRect">
              <a:avLst/>
            </a:prstGeom>
          </p:spPr>
        </p:pic>
        <p:pic>
          <p:nvPicPr>
            <p:cNvPr id="51" name="Picture 50" descr="Diagram, shape&#10;&#10;Description automatically generated">
              <a:extLst>
                <a:ext uri="{FF2B5EF4-FFF2-40B4-BE49-F238E27FC236}">
                  <a16:creationId xmlns:a16="http://schemas.microsoft.com/office/drawing/2014/main" id="{5A47135B-44D1-F29C-603E-15E23613496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738900" y="2855567"/>
              <a:ext cx="482698" cy="391910"/>
            </a:xfrm>
            <a:prstGeom prst="roundRect">
              <a:avLst/>
            </a:prstGeom>
          </p:spPr>
        </p:pic>
        <p:pic>
          <p:nvPicPr>
            <p:cNvPr id="52" name="Picture 51" descr="Diagram, shape&#10;&#10;Description automatically generated">
              <a:extLst>
                <a:ext uri="{FF2B5EF4-FFF2-40B4-BE49-F238E27FC236}">
                  <a16:creationId xmlns:a16="http://schemas.microsoft.com/office/drawing/2014/main" id="{14C01E6E-1DC8-1357-F145-A8AAB55D0A1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238922" y="2985604"/>
              <a:ext cx="482698" cy="391910"/>
            </a:xfrm>
            <a:prstGeom prst="roundRect">
              <a:avLst/>
            </a:prstGeom>
          </p:spPr>
        </p:pic>
        <p:pic>
          <p:nvPicPr>
            <p:cNvPr id="53" name="Picture 52">
              <a:extLst>
                <a:ext uri="{FF2B5EF4-FFF2-40B4-BE49-F238E27FC236}">
                  <a16:creationId xmlns:a16="http://schemas.microsoft.com/office/drawing/2014/main" id="{6A18CB41-F082-2657-854E-4390E63630B4}"/>
                </a:ext>
              </a:extLst>
            </p:cNvPr>
            <p:cNvPicPr>
              <a:picLocks noChangeAspect="1"/>
            </p:cNvPicPr>
            <p:nvPr/>
          </p:nvPicPr>
          <p:blipFill>
            <a:blip r:embed="rId5"/>
            <a:stretch>
              <a:fillRect/>
            </a:stretch>
          </p:blipFill>
          <p:spPr>
            <a:xfrm>
              <a:off x="9816209" y="2639401"/>
              <a:ext cx="1448460" cy="914197"/>
            </a:xfrm>
            <a:prstGeom prst="roundRect">
              <a:avLst/>
            </a:prstGeom>
          </p:spPr>
        </p:pic>
        <p:pic>
          <p:nvPicPr>
            <p:cNvPr id="54" name="Picture 53" descr="Diagram, shape&#10;&#10;Description automatically generated">
              <a:extLst>
                <a:ext uri="{FF2B5EF4-FFF2-40B4-BE49-F238E27FC236}">
                  <a16:creationId xmlns:a16="http://schemas.microsoft.com/office/drawing/2014/main" id="{719D0C02-AB7A-B60C-E3FE-B38E6DBC13C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044918" y="3369312"/>
              <a:ext cx="482698" cy="391910"/>
            </a:xfrm>
            <a:prstGeom prst="roundRect">
              <a:avLst/>
            </a:prstGeom>
          </p:spPr>
        </p:pic>
        <p:pic>
          <p:nvPicPr>
            <p:cNvPr id="70" name="Picture 69" descr="Diagram, shape&#10;&#10;Description automatically generated">
              <a:extLst>
                <a:ext uri="{FF2B5EF4-FFF2-40B4-BE49-F238E27FC236}">
                  <a16:creationId xmlns:a16="http://schemas.microsoft.com/office/drawing/2014/main" id="{34458C7C-B2EB-D52E-D08B-1FD3DC7D8BA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510194" y="3515391"/>
              <a:ext cx="482698" cy="391910"/>
            </a:xfrm>
            <a:prstGeom prst="roundRect">
              <a:avLst/>
            </a:prstGeom>
          </p:spPr>
        </p:pic>
      </p:grpSp>
      <p:sp>
        <p:nvSpPr>
          <p:cNvPr id="31" name="TextBox 13">
            <a:extLst>
              <a:ext uri="{FF2B5EF4-FFF2-40B4-BE49-F238E27FC236}">
                <a16:creationId xmlns:a16="http://schemas.microsoft.com/office/drawing/2014/main" id="{A0B63E90-97FE-B1F3-3117-096AFE834539}"/>
              </a:ext>
            </a:extLst>
          </p:cNvPr>
          <p:cNvSpPr txBox="1"/>
          <p:nvPr/>
        </p:nvSpPr>
        <p:spPr>
          <a:xfrm rot="20877000">
            <a:off x="1705283" y="1884810"/>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OSS</a:t>
            </a:r>
          </a:p>
        </p:txBody>
      </p:sp>
      <p:pic>
        <p:nvPicPr>
          <p:cNvPr id="37" name="Picture 36" descr="Diagram, shape&#10;&#10;Description automatically generated">
            <a:extLst>
              <a:ext uri="{FF2B5EF4-FFF2-40B4-BE49-F238E27FC236}">
                <a16:creationId xmlns:a16="http://schemas.microsoft.com/office/drawing/2014/main" id="{C4854F85-A969-9E3F-BE5C-A95354090A5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856565" y="1344206"/>
            <a:ext cx="637040" cy="517226"/>
          </a:xfrm>
          <a:prstGeom prst="roundRect">
            <a:avLst/>
          </a:prstGeom>
        </p:spPr>
      </p:pic>
      <p:cxnSp>
        <p:nvCxnSpPr>
          <p:cNvPr id="38" name="Curved Connector 31">
            <a:extLst>
              <a:ext uri="{FF2B5EF4-FFF2-40B4-BE49-F238E27FC236}">
                <a16:creationId xmlns:a16="http://schemas.microsoft.com/office/drawing/2014/main" id="{C8F2F9C3-6C5B-EEB2-B843-35CB0CFDC41A}"/>
              </a:ext>
            </a:extLst>
          </p:cNvPr>
          <p:cNvCxnSpPr>
            <a:cxnSpLocks/>
          </p:cNvCxnSpPr>
          <p:nvPr/>
        </p:nvCxnSpPr>
        <p:spPr>
          <a:xfrm rot="10800000" flipH="1" flipV="1">
            <a:off x="1412837" y="1745995"/>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96214632-743F-A7DB-21E3-C3821B6AAC55}"/>
              </a:ext>
            </a:extLst>
          </p:cNvPr>
          <p:cNvGrpSpPr/>
          <p:nvPr/>
        </p:nvGrpSpPr>
        <p:grpSpPr>
          <a:xfrm>
            <a:off x="4151710" y="2039100"/>
            <a:ext cx="1944289" cy="2990399"/>
            <a:chOff x="4151711" y="3420029"/>
            <a:chExt cx="1397338" cy="2573127"/>
          </a:xfrm>
        </p:grpSpPr>
        <p:grpSp>
          <p:nvGrpSpPr>
            <p:cNvPr id="7" name="Group 6">
              <a:extLst>
                <a:ext uri="{FF2B5EF4-FFF2-40B4-BE49-F238E27FC236}">
                  <a16:creationId xmlns:a16="http://schemas.microsoft.com/office/drawing/2014/main" id="{EA43E13D-88CF-380A-7218-ECCBCB058441}"/>
                </a:ext>
              </a:extLst>
            </p:cNvPr>
            <p:cNvGrpSpPr/>
            <p:nvPr/>
          </p:nvGrpSpPr>
          <p:grpSpPr>
            <a:xfrm>
              <a:off x="4151711" y="3863202"/>
              <a:ext cx="1349825" cy="214785"/>
              <a:chOff x="10794614" y="2763311"/>
              <a:chExt cx="1349825" cy="214785"/>
            </a:xfrm>
          </p:grpSpPr>
          <p:sp>
            <p:nvSpPr>
              <p:cNvPr id="8" name="Rectangle 7">
                <a:extLst>
                  <a:ext uri="{FF2B5EF4-FFF2-40B4-BE49-F238E27FC236}">
                    <a16:creationId xmlns:a16="http://schemas.microsoft.com/office/drawing/2014/main" id="{C492CFC8-FF03-97AA-ACC0-FE6C557A8DB3}"/>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API Management</a:t>
                </a:r>
              </a:p>
            </p:txBody>
          </p:sp>
          <p:sp>
            <p:nvSpPr>
              <p:cNvPr id="10" name="Rectangle 9">
                <a:extLst>
                  <a:ext uri="{FF2B5EF4-FFF2-40B4-BE49-F238E27FC236}">
                    <a16:creationId xmlns:a16="http://schemas.microsoft.com/office/drawing/2014/main" id="{B36789C1-F32F-D536-3F9E-DB4FDEE7F494}"/>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1" name="Group 10">
              <a:extLst>
                <a:ext uri="{FF2B5EF4-FFF2-40B4-BE49-F238E27FC236}">
                  <a16:creationId xmlns:a16="http://schemas.microsoft.com/office/drawing/2014/main" id="{51329966-CE9F-7ECE-221C-B917B9877E71}"/>
                </a:ext>
              </a:extLst>
            </p:cNvPr>
            <p:cNvGrpSpPr/>
            <p:nvPr/>
          </p:nvGrpSpPr>
          <p:grpSpPr>
            <a:xfrm>
              <a:off x="4151711" y="4581390"/>
              <a:ext cx="1349825" cy="214785"/>
              <a:chOff x="10795124" y="3486136"/>
              <a:chExt cx="1349825" cy="214785"/>
            </a:xfrm>
          </p:grpSpPr>
          <p:sp>
            <p:nvSpPr>
              <p:cNvPr id="12" name="Rectangle 11">
                <a:extLst>
                  <a:ext uri="{FF2B5EF4-FFF2-40B4-BE49-F238E27FC236}">
                    <a16:creationId xmlns:a16="http://schemas.microsoft.com/office/drawing/2014/main" id="{ACDECCE8-ECEB-518D-D5DD-A26319A7532E}"/>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Identity Management</a:t>
                </a:r>
              </a:p>
            </p:txBody>
          </p:sp>
          <p:sp>
            <p:nvSpPr>
              <p:cNvPr id="13" name="Rectangle 12">
                <a:extLst>
                  <a:ext uri="{FF2B5EF4-FFF2-40B4-BE49-F238E27FC236}">
                    <a16:creationId xmlns:a16="http://schemas.microsoft.com/office/drawing/2014/main" id="{0EAF1D17-24E0-9450-E543-090C827E8D21}"/>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4" name="Group 13">
              <a:extLst>
                <a:ext uri="{FF2B5EF4-FFF2-40B4-BE49-F238E27FC236}">
                  <a16:creationId xmlns:a16="http://schemas.microsoft.com/office/drawing/2014/main" id="{E736F3D5-68E7-36EF-7EE7-86354190FCFF}"/>
                </a:ext>
              </a:extLst>
            </p:cNvPr>
            <p:cNvGrpSpPr/>
            <p:nvPr/>
          </p:nvGrpSpPr>
          <p:grpSpPr>
            <a:xfrm>
              <a:off x="4151711" y="4341994"/>
              <a:ext cx="1349825" cy="214785"/>
              <a:chOff x="10795124" y="3246143"/>
              <a:chExt cx="1349825" cy="214785"/>
            </a:xfrm>
          </p:grpSpPr>
          <p:sp>
            <p:nvSpPr>
              <p:cNvPr id="15" name="Rectangle 14">
                <a:extLst>
                  <a:ext uri="{FF2B5EF4-FFF2-40B4-BE49-F238E27FC236}">
                    <a16:creationId xmlns:a16="http://schemas.microsoft.com/office/drawing/2014/main" id="{C0C5392E-FEF2-6450-C4FE-894E6C3586C3}"/>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Event Management</a:t>
                </a:r>
              </a:p>
            </p:txBody>
          </p:sp>
          <p:sp>
            <p:nvSpPr>
              <p:cNvPr id="16" name="Rectangle 15">
                <a:extLst>
                  <a:ext uri="{FF2B5EF4-FFF2-40B4-BE49-F238E27FC236}">
                    <a16:creationId xmlns:a16="http://schemas.microsoft.com/office/drawing/2014/main" id="{589B7F68-B09C-D2CD-36AE-3B2CF66537E5}"/>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7" name="Group 16">
              <a:extLst>
                <a:ext uri="{FF2B5EF4-FFF2-40B4-BE49-F238E27FC236}">
                  <a16:creationId xmlns:a16="http://schemas.microsoft.com/office/drawing/2014/main" id="{92D02A53-3B88-0EC0-CB9F-709CB7284832}"/>
                </a:ext>
              </a:extLst>
            </p:cNvPr>
            <p:cNvGrpSpPr/>
            <p:nvPr/>
          </p:nvGrpSpPr>
          <p:grpSpPr>
            <a:xfrm>
              <a:off x="4151711" y="4820786"/>
              <a:ext cx="1349825" cy="214785"/>
              <a:chOff x="10795124" y="3722555"/>
              <a:chExt cx="1349825" cy="214785"/>
            </a:xfrm>
          </p:grpSpPr>
          <p:sp>
            <p:nvSpPr>
              <p:cNvPr id="18" name="Rectangle 17">
                <a:extLst>
                  <a:ext uri="{FF2B5EF4-FFF2-40B4-BE49-F238E27FC236}">
                    <a16:creationId xmlns:a16="http://schemas.microsoft.com/office/drawing/2014/main" id="{011A9814-BE30-5336-1127-6B1CFC8D849A}"/>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Secrets Management</a:t>
                </a:r>
              </a:p>
            </p:txBody>
          </p:sp>
          <p:sp>
            <p:nvSpPr>
              <p:cNvPr id="19" name="Rectangle 18">
                <a:extLst>
                  <a:ext uri="{FF2B5EF4-FFF2-40B4-BE49-F238E27FC236}">
                    <a16:creationId xmlns:a16="http://schemas.microsoft.com/office/drawing/2014/main" id="{36C24E22-9DE3-774F-2735-35D118BD4327}"/>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0" name="Group 19">
              <a:extLst>
                <a:ext uri="{FF2B5EF4-FFF2-40B4-BE49-F238E27FC236}">
                  <a16:creationId xmlns:a16="http://schemas.microsoft.com/office/drawing/2014/main" id="{9C32B7B6-B0BE-5BAE-7A98-7F301C69A821}"/>
                </a:ext>
              </a:extLst>
            </p:cNvPr>
            <p:cNvGrpSpPr/>
            <p:nvPr/>
          </p:nvGrpSpPr>
          <p:grpSpPr>
            <a:xfrm>
              <a:off x="4151711" y="5060182"/>
              <a:ext cx="1349825" cy="214785"/>
              <a:chOff x="10795124" y="3961903"/>
              <a:chExt cx="1349825" cy="214785"/>
            </a:xfrm>
          </p:grpSpPr>
          <p:sp>
            <p:nvSpPr>
              <p:cNvPr id="21" name="Rectangle 20">
                <a:extLst>
                  <a:ext uri="{FF2B5EF4-FFF2-40B4-BE49-F238E27FC236}">
                    <a16:creationId xmlns:a16="http://schemas.microsoft.com/office/drawing/2014/main" id="{39910E24-9F47-A8B9-37E3-673B7544E789}"/>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Carbon Management</a:t>
                </a:r>
              </a:p>
            </p:txBody>
          </p:sp>
          <p:sp>
            <p:nvSpPr>
              <p:cNvPr id="22" name="Rectangle 21">
                <a:extLst>
                  <a:ext uri="{FF2B5EF4-FFF2-40B4-BE49-F238E27FC236}">
                    <a16:creationId xmlns:a16="http://schemas.microsoft.com/office/drawing/2014/main" id="{1CD939E2-087E-823E-0DB6-58611C8AE23F}"/>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3" name="Group 22">
              <a:extLst>
                <a:ext uri="{FF2B5EF4-FFF2-40B4-BE49-F238E27FC236}">
                  <a16:creationId xmlns:a16="http://schemas.microsoft.com/office/drawing/2014/main" id="{714001CB-6B7E-CE84-2E6E-C7A5F6283212}"/>
                </a:ext>
              </a:extLst>
            </p:cNvPr>
            <p:cNvGrpSpPr/>
            <p:nvPr/>
          </p:nvGrpSpPr>
          <p:grpSpPr>
            <a:xfrm>
              <a:off x="4151711" y="4102598"/>
              <a:ext cx="1349825" cy="214785"/>
              <a:chOff x="10794612" y="3006829"/>
              <a:chExt cx="1349825" cy="214785"/>
            </a:xfrm>
          </p:grpSpPr>
          <p:sp>
            <p:nvSpPr>
              <p:cNvPr id="24" name="Rectangle 23">
                <a:extLst>
                  <a:ext uri="{FF2B5EF4-FFF2-40B4-BE49-F238E27FC236}">
                    <a16:creationId xmlns:a16="http://schemas.microsoft.com/office/drawing/2014/main" id="{37862E13-99D2-8089-C798-3CD0DD4AC382}"/>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Observability Management</a:t>
                </a:r>
              </a:p>
            </p:txBody>
          </p:sp>
          <p:sp>
            <p:nvSpPr>
              <p:cNvPr id="25" name="Rectangle 24">
                <a:extLst>
                  <a:ext uri="{FF2B5EF4-FFF2-40B4-BE49-F238E27FC236}">
                    <a16:creationId xmlns:a16="http://schemas.microsoft.com/office/drawing/2014/main" id="{EDBC5C5F-BC4B-C501-83E3-5F8125A12652}"/>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sp>
          <p:nvSpPr>
            <p:cNvPr id="26" name="TextBox 25">
              <a:extLst>
                <a:ext uri="{FF2B5EF4-FFF2-40B4-BE49-F238E27FC236}">
                  <a16:creationId xmlns:a16="http://schemas.microsoft.com/office/drawing/2014/main" id="{262A1E05-BC05-8D23-6647-F653AB9157DE}"/>
                </a:ext>
              </a:extLst>
            </p:cNvPr>
            <p:cNvSpPr txBox="1"/>
            <p:nvPr/>
          </p:nvSpPr>
          <p:spPr>
            <a:xfrm>
              <a:off x="4268511" y="3420029"/>
              <a:ext cx="1280538" cy="211864"/>
            </a:xfrm>
            <a:prstGeom prst="rect">
              <a:avLst/>
            </a:prstGeom>
            <a:noFill/>
          </p:spPr>
          <p:txBody>
            <a:bodyPr wrap="square" rtlCol="0">
              <a:spAutoFit/>
            </a:bodyPr>
            <a:lstStyle/>
            <a:p>
              <a:r>
                <a:rPr lang="en-GB" sz="1000"/>
                <a:t>Canvas Operators</a:t>
              </a:r>
            </a:p>
          </p:txBody>
        </p:sp>
        <p:grpSp>
          <p:nvGrpSpPr>
            <p:cNvPr id="28" name="Group 27">
              <a:extLst>
                <a:ext uri="{FF2B5EF4-FFF2-40B4-BE49-F238E27FC236}">
                  <a16:creationId xmlns:a16="http://schemas.microsoft.com/office/drawing/2014/main" id="{3E35B2E7-9EA3-0E6D-047E-32F83C59C358}"/>
                </a:ext>
              </a:extLst>
            </p:cNvPr>
            <p:cNvGrpSpPr/>
            <p:nvPr/>
          </p:nvGrpSpPr>
          <p:grpSpPr>
            <a:xfrm>
              <a:off x="4151711" y="5299578"/>
              <a:ext cx="1349825" cy="214785"/>
              <a:chOff x="10791949" y="4203203"/>
              <a:chExt cx="1349825" cy="214785"/>
            </a:xfrm>
          </p:grpSpPr>
          <p:sp>
            <p:nvSpPr>
              <p:cNvPr id="29" name="Rectangle 28">
                <a:extLst>
                  <a:ext uri="{FF2B5EF4-FFF2-40B4-BE49-F238E27FC236}">
                    <a16:creationId xmlns:a16="http://schemas.microsoft.com/office/drawing/2014/main" id="{1F2F819E-4064-45BF-4020-5D880516EE60}"/>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Cost Management</a:t>
                </a:r>
              </a:p>
            </p:txBody>
          </p:sp>
          <p:sp>
            <p:nvSpPr>
              <p:cNvPr id="33" name="Rectangle 32">
                <a:extLst>
                  <a:ext uri="{FF2B5EF4-FFF2-40B4-BE49-F238E27FC236}">
                    <a16:creationId xmlns:a16="http://schemas.microsoft.com/office/drawing/2014/main" id="{F59FECCC-7A79-DD12-1CDB-D1E66808C381}"/>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6" name="Group 35">
              <a:extLst>
                <a:ext uri="{FF2B5EF4-FFF2-40B4-BE49-F238E27FC236}">
                  <a16:creationId xmlns:a16="http://schemas.microsoft.com/office/drawing/2014/main" id="{D246F64C-5825-61E2-10B5-F5356CD2B52E}"/>
                </a:ext>
              </a:extLst>
            </p:cNvPr>
            <p:cNvGrpSpPr/>
            <p:nvPr/>
          </p:nvGrpSpPr>
          <p:grpSpPr>
            <a:xfrm>
              <a:off x="4151711" y="5538974"/>
              <a:ext cx="1349825" cy="214785"/>
              <a:chOff x="10791949" y="4444503"/>
              <a:chExt cx="1349825" cy="214785"/>
            </a:xfrm>
          </p:grpSpPr>
          <p:sp>
            <p:nvSpPr>
              <p:cNvPr id="47" name="Rectangle 46">
                <a:extLst>
                  <a:ext uri="{FF2B5EF4-FFF2-40B4-BE49-F238E27FC236}">
                    <a16:creationId xmlns:a16="http://schemas.microsoft.com/office/drawing/2014/main" id="{1FB6B908-83D3-C648-1376-CA208E9B9AE0}"/>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AI Management</a:t>
                </a:r>
              </a:p>
            </p:txBody>
          </p:sp>
          <p:sp>
            <p:nvSpPr>
              <p:cNvPr id="55" name="Rectangle 54">
                <a:extLst>
                  <a:ext uri="{FF2B5EF4-FFF2-40B4-BE49-F238E27FC236}">
                    <a16:creationId xmlns:a16="http://schemas.microsoft.com/office/drawing/2014/main" id="{5CD1EE50-3B46-0C29-9E0D-448043A77B4B}"/>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6" name="Group 55">
              <a:extLst>
                <a:ext uri="{FF2B5EF4-FFF2-40B4-BE49-F238E27FC236}">
                  <a16:creationId xmlns:a16="http://schemas.microsoft.com/office/drawing/2014/main" id="{6865B568-2840-F943-DDEF-ED6175A43F62}"/>
                </a:ext>
              </a:extLst>
            </p:cNvPr>
            <p:cNvGrpSpPr/>
            <p:nvPr/>
          </p:nvGrpSpPr>
          <p:grpSpPr>
            <a:xfrm>
              <a:off x="4151711" y="3623806"/>
              <a:ext cx="1349825" cy="214785"/>
              <a:chOff x="10794614" y="2529515"/>
              <a:chExt cx="1349825" cy="214785"/>
            </a:xfrm>
          </p:grpSpPr>
          <p:sp>
            <p:nvSpPr>
              <p:cNvPr id="57" name="Rectangle 56">
                <a:extLst>
                  <a:ext uri="{FF2B5EF4-FFF2-40B4-BE49-F238E27FC236}">
                    <a16:creationId xmlns:a16="http://schemas.microsoft.com/office/drawing/2014/main" id="{5DCB7C78-5EBD-9D66-B89B-932961205A19}"/>
                  </a:ext>
                </a:extLst>
              </p:cNvPr>
              <p:cNvSpPr/>
              <p:nvPr/>
            </p:nvSpPr>
            <p:spPr>
              <a:xfrm>
                <a:off x="10794614" y="252951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900">
                    <a:ln w="0"/>
                    <a:solidFill>
                      <a:schemeClr val="tx1"/>
                    </a:solidFill>
                    <a:effectLst>
                      <a:outerShdw blurRad="38100" dist="19050" dir="2700000" algn="tl" rotWithShape="0">
                        <a:schemeClr val="dk1">
                          <a:alpha val="40000"/>
                        </a:schemeClr>
                      </a:outerShdw>
                    </a:effectLst>
                  </a:rPr>
                  <a:t> Component Management</a:t>
                </a:r>
              </a:p>
            </p:txBody>
          </p:sp>
          <p:sp>
            <p:nvSpPr>
              <p:cNvPr id="58" name="Rectangle 57">
                <a:extLst>
                  <a:ext uri="{FF2B5EF4-FFF2-40B4-BE49-F238E27FC236}">
                    <a16:creationId xmlns:a16="http://schemas.microsoft.com/office/drawing/2014/main" id="{EC262049-4621-5FE9-0030-9B8E57CF0059}"/>
                  </a:ext>
                </a:extLst>
              </p:cNvPr>
              <p:cNvSpPr/>
              <p:nvPr/>
            </p:nvSpPr>
            <p:spPr>
              <a:xfrm>
                <a:off x="10831907" y="2586374"/>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9" name="Group 58">
              <a:extLst>
                <a:ext uri="{FF2B5EF4-FFF2-40B4-BE49-F238E27FC236}">
                  <a16:creationId xmlns:a16="http://schemas.microsoft.com/office/drawing/2014/main" id="{184BAB80-12B9-6778-1081-3BA5E21B8964}"/>
                </a:ext>
              </a:extLst>
            </p:cNvPr>
            <p:cNvGrpSpPr/>
            <p:nvPr/>
          </p:nvGrpSpPr>
          <p:grpSpPr>
            <a:xfrm>
              <a:off x="4151711" y="5778371"/>
              <a:ext cx="1349825" cy="214785"/>
              <a:chOff x="10791949" y="4444503"/>
              <a:chExt cx="1349825" cy="214785"/>
            </a:xfrm>
          </p:grpSpPr>
          <p:sp>
            <p:nvSpPr>
              <p:cNvPr id="60" name="Rectangle 59">
                <a:extLst>
                  <a:ext uri="{FF2B5EF4-FFF2-40B4-BE49-F238E27FC236}">
                    <a16:creationId xmlns:a16="http://schemas.microsoft.com/office/drawing/2014/main" id="{67EC3F4C-E0DA-840E-D2D0-E6461A5A61C6}"/>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Other ….</a:t>
                </a:r>
              </a:p>
            </p:txBody>
          </p:sp>
          <p:sp>
            <p:nvSpPr>
              <p:cNvPr id="61" name="Rectangle 60">
                <a:extLst>
                  <a:ext uri="{FF2B5EF4-FFF2-40B4-BE49-F238E27FC236}">
                    <a16:creationId xmlns:a16="http://schemas.microsoft.com/office/drawing/2014/main" id="{DB5C06EF-8903-ADFB-6C7B-ADDB29CBF308}"/>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spTree>
    <p:extLst>
      <p:ext uri="{BB962C8B-B14F-4D97-AF65-F5344CB8AC3E}">
        <p14:creationId xmlns:p14="http://schemas.microsoft.com/office/powerpoint/2010/main" val="37521989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CC434DD-516C-C3BC-503C-01D48AC3978A}"/>
              </a:ext>
            </a:extLst>
          </p:cNvPr>
          <p:cNvSpPr/>
          <p:nvPr/>
        </p:nvSpPr>
        <p:spPr>
          <a:xfrm>
            <a:off x="165101" y="1104900"/>
            <a:ext cx="6045200" cy="5168900"/>
          </a:xfrm>
          <a:prstGeom prst="round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5E43A2B-C404-4497-E2DA-D4B42B7BF0FB}"/>
              </a:ext>
            </a:extLst>
          </p:cNvPr>
          <p:cNvSpPr>
            <a:spLocks noGrp="1"/>
          </p:cNvSpPr>
          <p:nvPr>
            <p:ph type="title"/>
          </p:nvPr>
        </p:nvSpPr>
        <p:spPr>
          <a:xfrm>
            <a:off x="1511169" y="189237"/>
            <a:ext cx="9580887" cy="549275"/>
          </a:xfrm>
        </p:spPr>
        <p:txBody>
          <a:bodyPr>
            <a:normAutofit/>
          </a:bodyPr>
          <a:lstStyle/>
          <a:p>
            <a:r>
              <a:rPr lang="en-US" sz="2400">
                <a:latin typeface="Arial"/>
                <a:cs typeface="Arial"/>
              </a:rPr>
              <a:t>What types of Canvas Operator are available?</a:t>
            </a:r>
            <a:endParaRPr lang="en-US"/>
          </a:p>
          <a:p>
            <a:endParaRPr lang="en-GB" sz="3200">
              <a:latin typeface="Calibri"/>
              <a:ea typeface="Calibri"/>
              <a:cs typeface="Calibri"/>
            </a:endParaRPr>
          </a:p>
        </p:txBody>
      </p:sp>
      <p:pic>
        <p:nvPicPr>
          <p:cNvPr id="27" name="Picture 26" descr="A close-up of a card&#10;&#10;Description automatically generated with low confidence">
            <a:extLst>
              <a:ext uri="{FF2B5EF4-FFF2-40B4-BE49-F238E27FC236}">
                <a16:creationId xmlns:a16="http://schemas.microsoft.com/office/drawing/2014/main" id="{FAE58E76-AA90-6DB2-8BD5-9DD4B962FA9F}"/>
              </a:ext>
            </a:extLst>
          </p:cNvPr>
          <p:cNvPicPr>
            <a:picLocks noChangeAspect="1"/>
          </p:cNvPicPr>
          <p:nvPr/>
        </p:nvPicPr>
        <p:blipFill>
          <a:blip r:embed="rId3"/>
          <a:stretch>
            <a:fillRect/>
          </a:stretch>
        </p:blipFill>
        <p:spPr>
          <a:xfrm>
            <a:off x="842747" y="1732575"/>
            <a:ext cx="3532831" cy="1858414"/>
          </a:xfrm>
          <a:prstGeom prst="rect">
            <a:avLst/>
          </a:prstGeom>
        </p:spPr>
      </p:pic>
      <p:grpSp>
        <p:nvGrpSpPr>
          <p:cNvPr id="30" name="Group 29">
            <a:extLst>
              <a:ext uri="{FF2B5EF4-FFF2-40B4-BE49-F238E27FC236}">
                <a16:creationId xmlns:a16="http://schemas.microsoft.com/office/drawing/2014/main" id="{43064316-50AE-FB85-87DB-9F5246FB9E3F}"/>
              </a:ext>
            </a:extLst>
          </p:cNvPr>
          <p:cNvGrpSpPr/>
          <p:nvPr/>
        </p:nvGrpSpPr>
        <p:grpSpPr>
          <a:xfrm>
            <a:off x="1514217" y="1861388"/>
            <a:ext cx="1969081" cy="799058"/>
            <a:chOff x="7965819" y="2568619"/>
            <a:chExt cx="3298850" cy="1338682"/>
          </a:xfrm>
        </p:grpSpPr>
        <p:pic>
          <p:nvPicPr>
            <p:cNvPr id="48" name="Picture 47" descr="Diagram, shape&#10;&#10;Description automatically generated">
              <a:extLst>
                <a:ext uri="{FF2B5EF4-FFF2-40B4-BE49-F238E27FC236}">
                  <a16:creationId xmlns:a16="http://schemas.microsoft.com/office/drawing/2014/main" id="{7B78FF25-02B8-FA4B-FD87-1CBD5C19D79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7965819" y="2968928"/>
              <a:ext cx="482698" cy="391910"/>
            </a:xfrm>
            <a:prstGeom prst="roundRect">
              <a:avLst/>
            </a:prstGeom>
          </p:spPr>
        </p:pic>
        <p:pic>
          <p:nvPicPr>
            <p:cNvPr id="49" name="Picture 48" descr="Diagram, shape&#10;&#10;Description automatically generated">
              <a:extLst>
                <a:ext uri="{FF2B5EF4-FFF2-40B4-BE49-F238E27FC236}">
                  <a16:creationId xmlns:a16="http://schemas.microsoft.com/office/drawing/2014/main" id="{5C3817AB-641D-2E9B-84BA-888AC6E6C63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138974" y="2568619"/>
              <a:ext cx="482698" cy="391910"/>
            </a:xfrm>
            <a:prstGeom prst="roundRect">
              <a:avLst/>
            </a:prstGeom>
          </p:spPr>
        </p:pic>
        <p:pic>
          <p:nvPicPr>
            <p:cNvPr id="50" name="Picture 49" descr="Diagram, shape&#10;&#10;Description automatically generated">
              <a:extLst>
                <a:ext uri="{FF2B5EF4-FFF2-40B4-BE49-F238E27FC236}">
                  <a16:creationId xmlns:a16="http://schemas.microsoft.com/office/drawing/2014/main" id="{C276768E-8439-27C7-746D-8E41C2F1F8A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450126" y="3162483"/>
              <a:ext cx="482698" cy="391910"/>
            </a:xfrm>
            <a:prstGeom prst="roundRect">
              <a:avLst/>
            </a:prstGeom>
          </p:spPr>
        </p:pic>
        <p:pic>
          <p:nvPicPr>
            <p:cNvPr id="51" name="Picture 50" descr="Diagram, shape&#10;&#10;Description automatically generated">
              <a:extLst>
                <a:ext uri="{FF2B5EF4-FFF2-40B4-BE49-F238E27FC236}">
                  <a16:creationId xmlns:a16="http://schemas.microsoft.com/office/drawing/2014/main" id="{5A47135B-44D1-F29C-603E-15E23613496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738900" y="2855567"/>
              <a:ext cx="482698" cy="391910"/>
            </a:xfrm>
            <a:prstGeom prst="roundRect">
              <a:avLst/>
            </a:prstGeom>
          </p:spPr>
        </p:pic>
        <p:pic>
          <p:nvPicPr>
            <p:cNvPr id="52" name="Picture 51" descr="Diagram, shape&#10;&#10;Description automatically generated">
              <a:extLst>
                <a:ext uri="{FF2B5EF4-FFF2-40B4-BE49-F238E27FC236}">
                  <a16:creationId xmlns:a16="http://schemas.microsoft.com/office/drawing/2014/main" id="{14C01E6E-1DC8-1357-F145-A8AAB55D0A1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238922" y="2985604"/>
              <a:ext cx="482698" cy="391910"/>
            </a:xfrm>
            <a:prstGeom prst="roundRect">
              <a:avLst/>
            </a:prstGeom>
          </p:spPr>
        </p:pic>
        <p:pic>
          <p:nvPicPr>
            <p:cNvPr id="53" name="Picture 52">
              <a:extLst>
                <a:ext uri="{FF2B5EF4-FFF2-40B4-BE49-F238E27FC236}">
                  <a16:creationId xmlns:a16="http://schemas.microsoft.com/office/drawing/2014/main" id="{6A18CB41-F082-2657-854E-4390E63630B4}"/>
                </a:ext>
              </a:extLst>
            </p:cNvPr>
            <p:cNvPicPr>
              <a:picLocks noChangeAspect="1"/>
            </p:cNvPicPr>
            <p:nvPr/>
          </p:nvPicPr>
          <p:blipFill>
            <a:blip r:embed="rId5"/>
            <a:stretch>
              <a:fillRect/>
            </a:stretch>
          </p:blipFill>
          <p:spPr>
            <a:xfrm>
              <a:off x="9816209" y="2639401"/>
              <a:ext cx="1448460" cy="914197"/>
            </a:xfrm>
            <a:prstGeom prst="roundRect">
              <a:avLst/>
            </a:prstGeom>
          </p:spPr>
        </p:pic>
        <p:pic>
          <p:nvPicPr>
            <p:cNvPr id="54" name="Picture 53" descr="Diagram, shape&#10;&#10;Description automatically generated">
              <a:extLst>
                <a:ext uri="{FF2B5EF4-FFF2-40B4-BE49-F238E27FC236}">
                  <a16:creationId xmlns:a16="http://schemas.microsoft.com/office/drawing/2014/main" id="{719D0C02-AB7A-B60C-E3FE-B38E6DBC13C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044918" y="3369312"/>
              <a:ext cx="482698" cy="391910"/>
            </a:xfrm>
            <a:prstGeom prst="roundRect">
              <a:avLst/>
            </a:prstGeom>
          </p:spPr>
        </p:pic>
        <p:pic>
          <p:nvPicPr>
            <p:cNvPr id="70" name="Picture 69" descr="Diagram, shape&#10;&#10;Description automatically generated">
              <a:extLst>
                <a:ext uri="{FF2B5EF4-FFF2-40B4-BE49-F238E27FC236}">
                  <a16:creationId xmlns:a16="http://schemas.microsoft.com/office/drawing/2014/main" id="{34458C7C-B2EB-D52E-D08B-1FD3DC7D8BA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510194" y="3515391"/>
              <a:ext cx="482698" cy="391910"/>
            </a:xfrm>
            <a:prstGeom prst="roundRect">
              <a:avLst/>
            </a:prstGeom>
          </p:spPr>
        </p:pic>
      </p:grpSp>
      <p:sp>
        <p:nvSpPr>
          <p:cNvPr id="31" name="TextBox 13">
            <a:extLst>
              <a:ext uri="{FF2B5EF4-FFF2-40B4-BE49-F238E27FC236}">
                <a16:creationId xmlns:a16="http://schemas.microsoft.com/office/drawing/2014/main" id="{A0B63E90-97FE-B1F3-3117-096AFE834539}"/>
              </a:ext>
            </a:extLst>
          </p:cNvPr>
          <p:cNvSpPr txBox="1"/>
          <p:nvPr/>
        </p:nvSpPr>
        <p:spPr>
          <a:xfrm rot="20877000">
            <a:off x="1705283" y="1884810"/>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OSS</a:t>
            </a:r>
          </a:p>
        </p:txBody>
      </p:sp>
      <p:pic>
        <p:nvPicPr>
          <p:cNvPr id="37" name="Picture 36" descr="Diagram, shape&#10;&#10;Description automatically generated">
            <a:extLst>
              <a:ext uri="{FF2B5EF4-FFF2-40B4-BE49-F238E27FC236}">
                <a16:creationId xmlns:a16="http://schemas.microsoft.com/office/drawing/2014/main" id="{C4854F85-A969-9E3F-BE5C-A95354090A5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856565" y="1344206"/>
            <a:ext cx="637040" cy="517226"/>
          </a:xfrm>
          <a:prstGeom prst="roundRect">
            <a:avLst/>
          </a:prstGeom>
        </p:spPr>
      </p:pic>
      <p:cxnSp>
        <p:nvCxnSpPr>
          <p:cNvPr id="38" name="Curved Connector 31">
            <a:extLst>
              <a:ext uri="{FF2B5EF4-FFF2-40B4-BE49-F238E27FC236}">
                <a16:creationId xmlns:a16="http://schemas.microsoft.com/office/drawing/2014/main" id="{C8F2F9C3-6C5B-EEB2-B843-35CB0CFDC41A}"/>
              </a:ext>
            </a:extLst>
          </p:cNvPr>
          <p:cNvCxnSpPr>
            <a:cxnSpLocks/>
          </p:cNvCxnSpPr>
          <p:nvPr/>
        </p:nvCxnSpPr>
        <p:spPr>
          <a:xfrm rot="10800000" flipH="1" flipV="1">
            <a:off x="1412837" y="1745995"/>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96214632-743F-A7DB-21E3-C3821B6AAC55}"/>
              </a:ext>
            </a:extLst>
          </p:cNvPr>
          <p:cNvGrpSpPr/>
          <p:nvPr/>
        </p:nvGrpSpPr>
        <p:grpSpPr>
          <a:xfrm>
            <a:off x="4151710" y="2039100"/>
            <a:ext cx="1944289" cy="2990399"/>
            <a:chOff x="4151711" y="3420029"/>
            <a:chExt cx="1397338" cy="2573127"/>
          </a:xfrm>
        </p:grpSpPr>
        <p:grpSp>
          <p:nvGrpSpPr>
            <p:cNvPr id="7" name="Group 6">
              <a:extLst>
                <a:ext uri="{FF2B5EF4-FFF2-40B4-BE49-F238E27FC236}">
                  <a16:creationId xmlns:a16="http://schemas.microsoft.com/office/drawing/2014/main" id="{EA43E13D-88CF-380A-7218-ECCBCB058441}"/>
                </a:ext>
              </a:extLst>
            </p:cNvPr>
            <p:cNvGrpSpPr/>
            <p:nvPr/>
          </p:nvGrpSpPr>
          <p:grpSpPr>
            <a:xfrm>
              <a:off x="4151711" y="3863202"/>
              <a:ext cx="1349825" cy="214785"/>
              <a:chOff x="10794614" y="2763311"/>
              <a:chExt cx="1349825" cy="214785"/>
            </a:xfrm>
          </p:grpSpPr>
          <p:sp>
            <p:nvSpPr>
              <p:cNvPr id="8" name="Rectangle 7">
                <a:extLst>
                  <a:ext uri="{FF2B5EF4-FFF2-40B4-BE49-F238E27FC236}">
                    <a16:creationId xmlns:a16="http://schemas.microsoft.com/office/drawing/2014/main" id="{C492CFC8-FF03-97AA-ACC0-FE6C557A8DB3}"/>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API Management</a:t>
                </a:r>
              </a:p>
            </p:txBody>
          </p:sp>
          <p:sp>
            <p:nvSpPr>
              <p:cNvPr id="10" name="Rectangle 9">
                <a:extLst>
                  <a:ext uri="{FF2B5EF4-FFF2-40B4-BE49-F238E27FC236}">
                    <a16:creationId xmlns:a16="http://schemas.microsoft.com/office/drawing/2014/main" id="{B36789C1-F32F-D536-3F9E-DB4FDEE7F494}"/>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1" name="Group 10">
              <a:extLst>
                <a:ext uri="{FF2B5EF4-FFF2-40B4-BE49-F238E27FC236}">
                  <a16:creationId xmlns:a16="http://schemas.microsoft.com/office/drawing/2014/main" id="{51329966-CE9F-7ECE-221C-B917B9877E71}"/>
                </a:ext>
              </a:extLst>
            </p:cNvPr>
            <p:cNvGrpSpPr/>
            <p:nvPr/>
          </p:nvGrpSpPr>
          <p:grpSpPr>
            <a:xfrm>
              <a:off x="4151711" y="4581390"/>
              <a:ext cx="1349825" cy="214785"/>
              <a:chOff x="10795124" y="3486136"/>
              <a:chExt cx="1349825" cy="214785"/>
            </a:xfrm>
          </p:grpSpPr>
          <p:sp>
            <p:nvSpPr>
              <p:cNvPr id="12" name="Rectangle 11">
                <a:extLst>
                  <a:ext uri="{FF2B5EF4-FFF2-40B4-BE49-F238E27FC236}">
                    <a16:creationId xmlns:a16="http://schemas.microsoft.com/office/drawing/2014/main" id="{ACDECCE8-ECEB-518D-D5DD-A26319A7532E}"/>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Identity Management</a:t>
                </a:r>
              </a:p>
            </p:txBody>
          </p:sp>
          <p:sp>
            <p:nvSpPr>
              <p:cNvPr id="13" name="Rectangle 12">
                <a:extLst>
                  <a:ext uri="{FF2B5EF4-FFF2-40B4-BE49-F238E27FC236}">
                    <a16:creationId xmlns:a16="http://schemas.microsoft.com/office/drawing/2014/main" id="{0EAF1D17-24E0-9450-E543-090C827E8D21}"/>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4" name="Group 13">
              <a:extLst>
                <a:ext uri="{FF2B5EF4-FFF2-40B4-BE49-F238E27FC236}">
                  <a16:creationId xmlns:a16="http://schemas.microsoft.com/office/drawing/2014/main" id="{E736F3D5-68E7-36EF-7EE7-86354190FCFF}"/>
                </a:ext>
              </a:extLst>
            </p:cNvPr>
            <p:cNvGrpSpPr/>
            <p:nvPr/>
          </p:nvGrpSpPr>
          <p:grpSpPr>
            <a:xfrm>
              <a:off x="4151711" y="4341994"/>
              <a:ext cx="1349825" cy="214785"/>
              <a:chOff x="10795124" y="3246143"/>
              <a:chExt cx="1349825" cy="214785"/>
            </a:xfrm>
          </p:grpSpPr>
          <p:sp>
            <p:nvSpPr>
              <p:cNvPr id="15" name="Rectangle 14">
                <a:extLst>
                  <a:ext uri="{FF2B5EF4-FFF2-40B4-BE49-F238E27FC236}">
                    <a16:creationId xmlns:a16="http://schemas.microsoft.com/office/drawing/2014/main" id="{C0C5392E-FEF2-6450-C4FE-894E6C3586C3}"/>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Event Management</a:t>
                </a:r>
              </a:p>
            </p:txBody>
          </p:sp>
          <p:sp>
            <p:nvSpPr>
              <p:cNvPr id="16" name="Rectangle 15">
                <a:extLst>
                  <a:ext uri="{FF2B5EF4-FFF2-40B4-BE49-F238E27FC236}">
                    <a16:creationId xmlns:a16="http://schemas.microsoft.com/office/drawing/2014/main" id="{589B7F68-B09C-D2CD-36AE-3B2CF66537E5}"/>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7" name="Group 16">
              <a:extLst>
                <a:ext uri="{FF2B5EF4-FFF2-40B4-BE49-F238E27FC236}">
                  <a16:creationId xmlns:a16="http://schemas.microsoft.com/office/drawing/2014/main" id="{92D02A53-3B88-0EC0-CB9F-709CB7284832}"/>
                </a:ext>
              </a:extLst>
            </p:cNvPr>
            <p:cNvGrpSpPr/>
            <p:nvPr/>
          </p:nvGrpSpPr>
          <p:grpSpPr>
            <a:xfrm>
              <a:off x="4151711" y="4820786"/>
              <a:ext cx="1349825" cy="214785"/>
              <a:chOff x="10795124" y="3722555"/>
              <a:chExt cx="1349825" cy="214785"/>
            </a:xfrm>
          </p:grpSpPr>
          <p:sp>
            <p:nvSpPr>
              <p:cNvPr id="18" name="Rectangle 17">
                <a:extLst>
                  <a:ext uri="{FF2B5EF4-FFF2-40B4-BE49-F238E27FC236}">
                    <a16:creationId xmlns:a16="http://schemas.microsoft.com/office/drawing/2014/main" id="{011A9814-BE30-5336-1127-6B1CFC8D849A}"/>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Secrets Management</a:t>
                </a:r>
              </a:p>
            </p:txBody>
          </p:sp>
          <p:sp>
            <p:nvSpPr>
              <p:cNvPr id="19" name="Rectangle 18">
                <a:extLst>
                  <a:ext uri="{FF2B5EF4-FFF2-40B4-BE49-F238E27FC236}">
                    <a16:creationId xmlns:a16="http://schemas.microsoft.com/office/drawing/2014/main" id="{36C24E22-9DE3-774F-2735-35D118BD4327}"/>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0" name="Group 19">
              <a:extLst>
                <a:ext uri="{FF2B5EF4-FFF2-40B4-BE49-F238E27FC236}">
                  <a16:creationId xmlns:a16="http://schemas.microsoft.com/office/drawing/2014/main" id="{9C32B7B6-B0BE-5BAE-7A98-7F301C69A821}"/>
                </a:ext>
              </a:extLst>
            </p:cNvPr>
            <p:cNvGrpSpPr/>
            <p:nvPr/>
          </p:nvGrpSpPr>
          <p:grpSpPr>
            <a:xfrm>
              <a:off x="4151711" y="5060182"/>
              <a:ext cx="1349825" cy="214785"/>
              <a:chOff x="10795124" y="3961903"/>
              <a:chExt cx="1349825" cy="214785"/>
            </a:xfrm>
          </p:grpSpPr>
          <p:sp>
            <p:nvSpPr>
              <p:cNvPr id="21" name="Rectangle 20">
                <a:extLst>
                  <a:ext uri="{FF2B5EF4-FFF2-40B4-BE49-F238E27FC236}">
                    <a16:creationId xmlns:a16="http://schemas.microsoft.com/office/drawing/2014/main" id="{39910E24-9F47-A8B9-37E3-673B7544E789}"/>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Carbon Management</a:t>
                </a:r>
              </a:p>
            </p:txBody>
          </p:sp>
          <p:sp>
            <p:nvSpPr>
              <p:cNvPr id="22" name="Rectangle 21">
                <a:extLst>
                  <a:ext uri="{FF2B5EF4-FFF2-40B4-BE49-F238E27FC236}">
                    <a16:creationId xmlns:a16="http://schemas.microsoft.com/office/drawing/2014/main" id="{1CD939E2-087E-823E-0DB6-58611C8AE23F}"/>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3" name="Group 22">
              <a:extLst>
                <a:ext uri="{FF2B5EF4-FFF2-40B4-BE49-F238E27FC236}">
                  <a16:creationId xmlns:a16="http://schemas.microsoft.com/office/drawing/2014/main" id="{714001CB-6B7E-CE84-2E6E-C7A5F6283212}"/>
                </a:ext>
              </a:extLst>
            </p:cNvPr>
            <p:cNvGrpSpPr/>
            <p:nvPr/>
          </p:nvGrpSpPr>
          <p:grpSpPr>
            <a:xfrm>
              <a:off x="4151711" y="4102598"/>
              <a:ext cx="1349825" cy="214785"/>
              <a:chOff x="10794612" y="3006829"/>
              <a:chExt cx="1349825" cy="214785"/>
            </a:xfrm>
          </p:grpSpPr>
          <p:sp>
            <p:nvSpPr>
              <p:cNvPr id="24" name="Rectangle 23">
                <a:extLst>
                  <a:ext uri="{FF2B5EF4-FFF2-40B4-BE49-F238E27FC236}">
                    <a16:creationId xmlns:a16="http://schemas.microsoft.com/office/drawing/2014/main" id="{37862E13-99D2-8089-C798-3CD0DD4AC382}"/>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Observability Management</a:t>
                </a:r>
              </a:p>
            </p:txBody>
          </p:sp>
          <p:sp>
            <p:nvSpPr>
              <p:cNvPr id="25" name="Rectangle 24">
                <a:extLst>
                  <a:ext uri="{FF2B5EF4-FFF2-40B4-BE49-F238E27FC236}">
                    <a16:creationId xmlns:a16="http://schemas.microsoft.com/office/drawing/2014/main" id="{EDBC5C5F-BC4B-C501-83E3-5F8125A12652}"/>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sp>
          <p:nvSpPr>
            <p:cNvPr id="26" name="TextBox 25">
              <a:extLst>
                <a:ext uri="{FF2B5EF4-FFF2-40B4-BE49-F238E27FC236}">
                  <a16:creationId xmlns:a16="http://schemas.microsoft.com/office/drawing/2014/main" id="{262A1E05-BC05-8D23-6647-F653AB9157DE}"/>
                </a:ext>
              </a:extLst>
            </p:cNvPr>
            <p:cNvSpPr txBox="1"/>
            <p:nvPr/>
          </p:nvSpPr>
          <p:spPr>
            <a:xfrm>
              <a:off x="4268511" y="3420029"/>
              <a:ext cx="1280538" cy="211864"/>
            </a:xfrm>
            <a:prstGeom prst="rect">
              <a:avLst/>
            </a:prstGeom>
            <a:noFill/>
          </p:spPr>
          <p:txBody>
            <a:bodyPr wrap="square" rtlCol="0">
              <a:spAutoFit/>
            </a:bodyPr>
            <a:lstStyle/>
            <a:p>
              <a:r>
                <a:rPr lang="en-GB" sz="1000"/>
                <a:t>Canvas Operators</a:t>
              </a:r>
            </a:p>
          </p:txBody>
        </p:sp>
        <p:grpSp>
          <p:nvGrpSpPr>
            <p:cNvPr id="28" name="Group 27">
              <a:extLst>
                <a:ext uri="{FF2B5EF4-FFF2-40B4-BE49-F238E27FC236}">
                  <a16:creationId xmlns:a16="http://schemas.microsoft.com/office/drawing/2014/main" id="{3E35B2E7-9EA3-0E6D-047E-32F83C59C358}"/>
                </a:ext>
              </a:extLst>
            </p:cNvPr>
            <p:cNvGrpSpPr/>
            <p:nvPr/>
          </p:nvGrpSpPr>
          <p:grpSpPr>
            <a:xfrm>
              <a:off x="4151711" y="5299578"/>
              <a:ext cx="1349825" cy="214785"/>
              <a:chOff x="10791949" y="4203203"/>
              <a:chExt cx="1349825" cy="214785"/>
            </a:xfrm>
          </p:grpSpPr>
          <p:sp>
            <p:nvSpPr>
              <p:cNvPr id="29" name="Rectangle 28">
                <a:extLst>
                  <a:ext uri="{FF2B5EF4-FFF2-40B4-BE49-F238E27FC236}">
                    <a16:creationId xmlns:a16="http://schemas.microsoft.com/office/drawing/2014/main" id="{1F2F819E-4064-45BF-4020-5D880516EE60}"/>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Cost Management</a:t>
                </a:r>
              </a:p>
            </p:txBody>
          </p:sp>
          <p:sp>
            <p:nvSpPr>
              <p:cNvPr id="33" name="Rectangle 32">
                <a:extLst>
                  <a:ext uri="{FF2B5EF4-FFF2-40B4-BE49-F238E27FC236}">
                    <a16:creationId xmlns:a16="http://schemas.microsoft.com/office/drawing/2014/main" id="{F59FECCC-7A79-DD12-1CDB-D1E66808C381}"/>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6" name="Group 35">
              <a:extLst>
                <a:ext uri="{FF2B5EF4-FFF2-40B4-BE49-F238E27FC236}">
                  <a16:creationId xmlns:a16="http://schemas.microsoft.com/office/drawing/2014/main" id="{D246F64C-5825-61E2-10B5-F5356CD2B52E}"/>
                </a:ext>
              </a:extLst>
            </p:cNvPr>
            <p:cNvGrpSpPr/>
            <p:nvPr/>
          </p:nvGrpSpPr>
          <p:grpSpPr>
            <a:xfrm>
              <a:off x="4151711" y="5538974"/>
              <a:ext cx="1349825" cy="214785"/>
              <a:chOff x="10791949" y="4444503"/>
              <a:chExt cx="1349825" cy="214785"/>
            </a:xfrm>
          </p:grpSpPr>
          <p:sp>
            <p:nvSpPr>
              <p:cNvPr id="47" name="Rectangle 46">
                <a:extLst>
                  <a:ext uri="{FF2B5EF4-FFF2-40B4-BE49-F238E27FC236}">
                    <a16:creationId xmlns:a16="http://schemas.microsoft.com/office/drawing/2014/main" id="{1FB6B908-83D3-C648-1376-CA208E9B9AE0}"/>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AI Management</a:t>
                </a:r>
              </a:p>
            </p:txBody>
          </p:sp>
          <p:sp>
            <p:nvSpPr>
              <p:cNvPr id="55" name="Rectangle 54">
                <a:extLst>
                  <a:ext uri="{FF2B5EF4-FFF2-40B4-BE49-F238E27FC236}">
                    <a16:creationId xmlns:a16="http://schemas.microsoft.com/office/drawing/2014/main" id="{5CD1EE50-3B46-0C29-9E0D-448043A77B4B}"/>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6" name="Group 55">
              <a:extLst>
                <a:ext uri="{FF2B5EF4-FFF2-40B4-BE49-F238E27FC236}">
                  <a16:creationId xmlns:a16="http://schemas.microsoft.com/office/drawing/2014/main" id="{6865B568-2840-F943-DDEF-ED6175A43F62}"/>
                </a:ext>
              </a:extLst>
            </p:cNvPr>
            <p:cNvGrpSpPr/>
            <p:nvPr/>
          </p:nvGrpSpPr>
          <p:grpSpPr>
            <a:xfrm>
              <a:off x="4151711" y="3623806"/>
              <a:ext cx="1349825" cy="214785"/>
              <a:chOff x="10794614" y="2529515"/>
              <a:chExt cx="1349825" cy="214785"/>
            </a:xfrm>
          </p:grpSpPr>
          <p:sp>
            <p:nvSpPr>
              <p:cNvPr id="57" name="Rectangle 56">
                <a:extLst>
                  <a:ext uri="{FF2B5EF4-FFF2-40B4-BE49-F238E27FC236}">
                    <a16:creationId xmlns:a16="http://schemas.microsoft.com/office/drawing/2014/main" id="{5DCB7C78-5EBD-9D66-B89B-932961205A19}"/>
                  </a:ext>
                </a:extLst>
              </p:cNvPr>
              <p:cNvSpPr/>
              <p:nvPr/>
            </p:nvSpPr>
            <p:spPr>
              <a:xfrm>
                <a:off x="10794614" y="252951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900">
                    <a:ln w="0"/>
                    <a:solidFill>
                      <a:schemeClr val="tx1"/>
                    </a:solidFill>
                    <a:effectLst>
                      <a:outerShdw blurRad="38100" dist="19050" dir="2700000" algn="tl" rotWithShape="0">
                        <a:schemeClr val="dk1">
                          <a:alpha val="40000"/>
                        </a:schemeClr>
                      </a:outerShdw>
                    </a:effectLst>
                  </a:rPr>
                  <a:t> Component Management</a:t>
                </a:r>
              </a:p>
            </p:txBody>
          </p:sp>
          <p:sp>
            <p:nvSpPr>
              <p:cNvPr id="58" name="Rectangle 57">
                <a:extLst>
                  <a:ext uri="{FF2B5EF4-FFF2-40B4-BE49-F238E27FC236}">
                    <a16:creationId xmlns:a16="http://schemas.microsoft.com/office/drawing/2014/main" id="{EC262049-4621-5FE9-0030-9B8E57CF0059}"/>
                  </a:ext>
                </a:extLst>
              </p:cNvPr>
              <p:cNvSpPr/>
              <p:nvPr/>
            </p:nvSpPr>
            <p:spPr>
              <a:xfrm>
                <a:off x="10831907" y="2586374"/>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9" name="Group 58">
              <a:extLst>
                <a:ext uri="{FF2B5EF4-FFF2-40B4-BE49-F238E27FC236}">
                  <a16:creationId xmlns:a16="http://schemas.microsoft.com/office/drawing/2014/main" id="{184BAB80-12B9-6778-1081-3BA5E21B8964}"/>
                </a:ext>
              </a:extLst>
            </p:cNvPr>
            <p:cNvGrpSpPr/>
            <p:nvPr/>
          </p:nvGrpSpPr>
          <p:grpSpPr>
            <a:xfrm>
              <a:off x="4151711" y="5778371"/>
              <a:ext cx="1349825" cy="214785"/>
              <a:chOff x="10791949" y="4444503"/>
              <a:chExt cx="1349825" cy="214785"/>
            </a:xfrm>
          </p:grpSpPr>
          <p:sp>
            <p:nvSpPr>
              <p:cNvPr id="60" name="Rectangle 59">
                <a:extLst>
                  <a:ext uri="{FF2B5EF4-FFF2-40B4-BE49-F238E27FC236}">
                    <a16:creationId xmlns:a16="http://schemas.microsoft.com/office/drawing/2014/main" id="{67EC3F4C-E0DA-840E-D2D0-E6461A5A61C6}"/>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Other ….</a:t>
                </a:r>
              </a:p>
            </p:txBody>
          </p:sp>
          <p:sp>
            <p:nvSpPr>
              <p:cNvPr id="61" name="Rectangle 60">
                <a:extLst>
                  <a:ext uri="{FF2B5EF4-FFF2-40B4-BE49-F238E27FC236}">
                    <a16:creationId xmlns:a16="http://schemas.microsoft.com/office/drawing/2014/main" id="{DB5C06EF-8903-ADFB-6C7B-ADDB29CBF308}"/>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sp>
        <p:nvSpPr>
          <p:cNvPr id="71" name="Trapezoid 70">
            <a:extLst>
              <a:ext uri="{FF2B5EF4-FFF2-40B4-BE49-F238E27FC236}">
                <a16:creationId xmlns:a16="http://schemas.microsoft.com/office/drawing/2014/main" id="{EEAD8B17-946A-7C2E-C861-523B97099E9E}"/>
              </a:ext>
            </a:extLst>
          </p:cNvPr>
          <p:cNvSpPr/>
          <p:nvPr/>
        </p:nvSpPr>
        <p:spPr>
          <a:xfrm rot="16200000">
            <a:off x="6391794" y="2833715"/>
            <a:ext cx="1006790" cy="1549524"/>
          </a:xfrm>
          <a:custGeom>
            <a:avLst/>
            <a:gdLst>
              <a:gd name="connsiteX0" fmla="*/ 0 w 522680"/>
              <a:gd name="connsiteY0" fmla="*/ 813979 h 813979"/>
              <a:gd name="connsiteX1" fmla="*/ 130670 w 522680"/>
              <a:gd name="connsiteY1" fmla="*/ 0 h 813979"/>
              <a:gd name="connsiteX2" fmla="*/ 392010 w 522680"/>
              <a:gd name="connsiteY2" fmla="*/ 0 h 813979"/>
              <a:gd name="connsiteX3" fmla="*/ 522680 w 522680"/>
              <a:gd name="connsiteY3" fmla="*/ 813979 h 813979"/>
              <a:gd name="connsiteX4" fmla="*/ 0 w 522680"/>
              <a:gd name="connsiteY4" fmla="*/ 813979 h 813979"/>
              <a:gd name="connsiteX0" fmla="*/ 0 w 2488217"/>
              <a:gd name="connsiteY0" fmla="*/ 1523283 h 1523283"/>
              <a:gd name="connsiteX1" fmla="*/ 2096207 w 2488217"/>
              <a:gd name="connsiteY1" fmla="*/ 0 h 1523283"/>
              <a:gd name="connsiteX2" fmla="*/ 2357547 w 2488217"/>
              <a:gd name="connsiteY2" fmla="*/ 0 h 1523283"/>
              <a:gd name="connsiteX3" fmla="*/ 2488217 w 2488217"/>
              <a:gd name="connsiteY3" fmla="*/ 813979 h 1523283"/>
              <a:gd name="connsiteX4" fmla="*/ 0 w 2488217"/>
              <a:gd name="connsiteY4" fmla="*/ 1523283 h 1523283"/>
              <a:gd name="connsiteX0" fmla="*/ 0 w 3137698"/>
              <a:gd name="connsiteY0" fmla="*/ 1523283 h 1523283"/>
              <a:gd name="connsiteX1" fmla="*/ 2096207 w 3137698"/>
              <a:gd name="connsiteY1" fmla="*/ 0 h 1523283"/>
              <a:gd name="connsiteX2" fmla="*/ 2357547 w 3137698"/>
              <a:gd name="connsiteY2" fmla="*/ 0 h 1523283"/>
              <a:gd name="connsiteX3" fmla="*/ 3137698 w 3137698"/>
              <a:gd name="connsiteY3" fmla="*/ 1523280 h 1523283"/>
              <a:gd name="connsiteX4" fmla="*/ 0 w 3137698"/>
              <a:gd name="connsiteY4" fmla="*/ 1523283 h 1523283"/>
              <a:gd name="connsiteX0" fmla="*/ 0 w 3137698"/>
              <a:gd name="connsiteY0" fmla="*/ 1523283 h 1523283"/>
              <a:gd name="connsiteX1" fmla="*/ 1833363 w 3137698"/>
              <a:gd name="connsiteY1" fmla="*/ 3 h 1523283"/>
              <a:gd name="connsiteX2" fmla="*/ 2357547 w 3137698"/>
              <a:gd name="connsiteY2" fmla="*/ 0 h 1523283"/>
              <a:gd name="connsiteX3" fmla="*/ 3137698 w 3137698"/>
              <a:gd name="connsiteY3" fmla="*/ 1523280 h 1523283"/>
              <a:gd name="connsiteX4" fmla="*/ 0 w 3137698"/>
              <a:gd name="connsiteY4" fmla="*/ 1523283 h 1523283"/>
              <a:gd name="connsiteX0" fmla="*/ 0 w 3137698"/>
              <a:gd name="connsiteY0" fmla="*/ 1523280 h 1523280"/>
              <a:gd name="connsiteX1" fmla="*/ 1833363 w 3137698"/>
              <a:gd name="connsiteY1" fmla="*/ 0 h 1523280"/>
              <a:gd name="connsiteX2" fmla="*/ 2068789 w 3137698"/>
              <a:gd name="connsiteY2" fmla="*/ 0 h 1523280"/>
              <a:gd name="connsiteX3" fmla="*/ 3137698 w 3137698"/>
              <a:gd name="connsiteY3" fmla="*/ 1523277 h 1523280"/>
              <a:gd name="connsiteX4" fmla="*/ 0 w 3137698"/>
              <a:gd name="connsiteY4" fmla="*/ 1523280 h 1523280"/>
              <a:gd name="connsiteX0" fmla="*/ 0 w 2680498"/>
              <a:gd name="connsiteY0" fmla="*/ 1523280 h 1531160"/>
              <a:gd name="connsiteX1" fmla="*/ 1833363 w 2680498"/>
              <a:gd name="connsiteY1" fmla="*/ 0 h 1531160"/>
              <a:gd name="connsiteX2" fmla="*/ 2068789 w 2680498"/>
              <a:gd name="connsiteY2" fmla="*/ 0 h 1531160"/>
              <a:gd name="connsiteX3" fmla="*/ 2680498 w 2680498"/>
              <a:gd name="connsiteY3" fmla="*/ 1531160 h 1531160"/>
              <a:gd name="connsiteX4" fmla="*/ 0 w 2680498"/>
              <a:gd name="connsiteY4" fmla="*/ 1523280 h 1531160"/>
              <a:gd name="connsiteX0" fmla="*/ 0 w 2010463"/>
              <a:gd name="connsiteY0" fmla="*/ 1523280 h 1531160"/>
              <a:gd name="connsiteX1" fmla="*/ 1163328 w 2010463"/>
              <a:gd name="connsiteY1" fmla="*/ 0 h 1531160"/>
              <a:gd name="connsiteX2" fmla="*/ 1398754 w 2010463"/>
              <a:gd name="connsiteY2" fmla="*/ 0 h 1531160"/>
              <a:gd name="connsiteX3" fmla="*/ 2010463 w 2010463"/>
              <a:gd name="connsiteY3" fmla="*/ 1531160 h 1531160"/>
              <a:gd name="connsiteX4" fmla="*/ 0 w 2010463"/>
              <a:gd name="connsiteY4" fmla="*/ 1523280 h 1531160"/>
              <a:gd name="connsiteX0" fmla="*/ 0 w 2010463"/>
              <a:gd name="connsiteY0" fmla="*/ 1526453 h 1534333"/>
              <a:gd name="connsiteX1" fmla="*/ 601353 w 2010463"/>
              <a:gd name="connsiteY1" fmla="*/ 0 h 1534333"/>
              <a:gd name="connsiteX2" fmla="*/ 1398754 w 2010463"/>
              <a:gd name="connsiteY2" fmla="*/ 3173 h 1534333"/>
              <a:gd name="connsiteX3" fmla="*/ 2010463 w 2010463"/>
              <a:gd name="connsiteY3" fmla="*/ 1534333 h 1534333"/>
              <a:gd name="connsiteX4" fmla="*/ 0 w 2010463"/>
              <a:gd name="connsiteY4" fmla="*/ 1526453 h 1534333"/>
              <a:gd name="connsiteX0" fmla="*/ 0 w 2010463"/>
              <a:gd name="connsiteY0" fmla="*/ 1529630 h 1537510"/>
              <a:gd name="connsiteX1" fmla="*/ 601353 w 2010463"/>
              <a:gd name="connsiteY1" fmla="*/ 3177 h 1537510"/>
              <a:gd name="connsiteX2" fmla="*/ 846304 w 2010463"/>
              <a:gd name="connsiteY2" fmla="*/ 0 h 1537510"/>
              <a:gd name="connsiteX3" fmla="*/ 2010463 w 2010463"/>
              <a:gd name="connsiteY3" fmla="*/ 1537510 h 1537510"/>
              <a:gd name="connsiteX4" fmla="*/ 0 w 2010463"/>
              <a:gd name="connsiteY4" fmla="*/ 1529630 h 1537510"/>
              <a:gd name="connsiteX0" fmla="*/ 0 w 1604062"/>
              <a:gd name="connsiteY0" fmla="*/ 1529630 h 1541421"/>
              <a:gd name="connsiteX1" fmla="*/ 601353 w 1604062"/>
              <a:gd name="connsiteY1" fmla="*/ 3177 h 1541421"/>
              <a:gd name="connsiteX2" fmla="*/ 846304 w 1604062"/>
              <a:gd name="connsiteY2" fmla="*/ 0 h 1541421"/>
              <a:gd name="connsiteX3" fmla="*/ 1604062 w 1604062"/>
              <a:gd name="connsiteY3" fmla="*/ 1541421 h 1541421"/>
              <a:gd name="connsiteX4" fmla="*/ 0 w 1604062"/>
              <a:gd name="connsiteY4" fmla="*/ 1529630 h 1541421"/>
              <a:gd name="connsiteX0" fmla="*/ 8247 w 1002709"/>
              <a:gd name="connsiteY0" fmla="*/ 1549171 h 1549171"/>
              <a:gd name="connsiteX1" fmla="*/ 0 w 1002709"/>
              <a:gd name="connsiteY1" fmla="*/ 3177 h 1549171"/>
              <a:gd name="connsiteX2" fmla="*/ 244951 w 1002709"/>
              <a:gd name="connsiteY2" fmla="*/ 0 h 1549171"/>
              <a:gd name="connsiteX3" fmla="*/ 1002709 w 1002709"/>
              <a:gd name="connsiteY3" fmla="*/ 1541421 h 1549171"/>
              <a:gd name="connsiteX4" fmla="*/ 8247 w 1002709"/>
              <a:gd name="connsiteY4" fmla="*/ 1549171 h 1549171"/>
              <a:gd name="connsiteX0" fmla="*/ 0 w 1529816"/>
              <a:gd name="connsiteY0" fmla="*/ 1553079 h 1553079"/>
              <a:gd name="connsiteX1" fmla="*/ 527107 w 1529816"/>
              <a:gd name="connsiteY1" fmla="*/ 3177 h 1553079"/>
              <a:gd name="connsiteX2" fmla="*/ 772058 w 1529816"/>
              <a:gd name="connsiteY2" fmla="*/ 0 h 1553079"/>
              <a:gd name="connsiteX3" fmla="*/ 1529816 w 1529816"/>
              <a:gd name="connsiteY3" fmla="*/ 1541421 h 1553079"/>
              <a:gd name="connsiteX4" fmla="*/ 0 w 1529816"/>
              <a:gd name="connsiteY4" fmla="*/ 1553079 h 1553079"/>
              <a:gd name="connsiteX0" fmla="*/ 0 w 1483560"/>
              <a:gd name="connsiteY0" fmla="*/ 1549524 h 1549524"/>
              <a:gd name="connsiteX1" fmla="*/ 480851 w 1483560"/>
              <a:gd name="connsiteY1" fmla="*/ 3177 h 1549524"/>
              <a:gd name="connsiteX2" fmla="*/ 725802 w 1483560"/>
              <a:gd name="connsiteY2" fmla="*/ 0 h 1549524"/>
              <a:gd name="connsiteX3" fmla="*/ 1483560 w 1483560"/>
              <a:gd name="connsiteY3" fmla="*/ 1541421 h 1549524"/>
              <a:gd name="connsiteX4" fmla="*/ 0 w 1483560"/>
              <a:gd name="connsiteY4" fmla="*/ 1549524 h 1549524"/>
              <a:gd name="connsiteX0" fmla="*/ 0 w 1006791"/>
              <a:gd name="connsiteY0" fmla="*/ 1549524 h 1549524"/>
              <a:gd name="connsiteX1" fmla="*/ 480851 w 1006791"/>
              <a:gd name="connsiteY1" fmla="*/ 3177 h 1549524"/>
              <a:gd name="connsiteX2" fmla="*/ 725802 w 1006791"/>
              <a:gd name="connsiteY2" fmla="*/ 0 h 1549524"/>
              <a:gd name="connsiteX3" fmla="*/ 1006791 w 1006791"/>
              <a:gd name="connsiteY3" fmla="*/ 1541421 h 1549524"/>
              <a:gd name="connsiteX4" fmla="*/ 0 w 1006791"/>
              <a:gd name="connsiteY4" fmla="*/ 1549524 h 1549524"/>
              <a:gd name="connsiteX0" fmla="*/ 0 w 1006790"/>
              <a:gd name="connsiteY0" fmla="*/ 1549524 h 1549524"/>
              <a:gd name="connsiteX1" fmla="*/ 480851 w 1006790"/>
              <a:gd name="connsiteY1" fmla="*/ 3177 h 1549524"/>
              <a:gd name="connsiteX2" fmla="*/ 725802 w 1006790"/>
              <a:gd name="connsiteY2" fmla="*/ 0 h 1549524"/>
              <a:gd name="connsiteX3" fmla="*/ 1006790 w 1006790"/>
              <a:gd name="connsiteY3" fmla="*/ 1548540 h 1549524"/>
              <a:gd name="connsiteX4" fmla="*/ 0 w 1006790"/>
              <a:gd name="connsiteY4" fmla="*/ 1549524 h 1549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790" h="1549524">
                <a:moveTo>
                  <a:pt x="0" y="1549524"/>
                </a:moveTo>
                <a:lnTo>
                  <a:pt x="480851" y="3177"/>
                </a:lnTo>
                <a:lnTo>
                  <a:pt x="725802" y="0"/>
                </a:lnTo>
                <a:lnTo>
                  <a:pt x="1006790" y="1548540"/>
                </a:lnTo>
                <a:lnTo>
                  <a:pt x="0" y="1549524"/>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C5EE9544-EEDC-7FD4-B411-CD448FE2013F}"/>
              </a:ext>
            </a:extLst>
          </p:cNvPr>
          <p:cNvSpPr/>
          <p:nvPr/>
        </p:nvSpPr>
        <p:spPr>
          <a:xfrm>
            <a:off x="7752844" y="3111428"/>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err="1">
                <a:ln w="0"/>
                <a:solidFill>
                  <a:schemeClr val="tx1"/>
                </a:solidFill>
                <a:effectLst>
                  <a:outerShdw blurRad="38100" dist="19050" dir="2700000" algn="tl" rotWithShape="0">
                    <a:schemeClr val="dk1">
                      <a:alpha val="40000"/>
                    </a:schemeClr>
                  </a:outerShdw>
                </a:effectLst>
              </a:rPr>
              <a:t>Keycloak</a:t>
            </a:r>
            <a:endParaRPr lang="en-GB" sz="900">
              <a:ln w="0"/>
              <a:solidFill>
                <a:schemeClr val="tx1"/>
              </a:solidFill>
              <a:effectLst>
                <a:outerShdw blurRad="38100" dist="19050" dir="2700000" algn="tl" rotWithShape="0">
                  <a:schemeClr val="dk1">
                    <a:alpha val="40000"/>
                  </a:schemeClr>
                </a:outerShdw>
              </a:effectLst>
            </a:endParaRPr>
          </a:p>
        </p:txBody>
      </p:sp>
      <p:sp>
        <p:nvSpPr>
          <p:cNvPr id="6" name="Rectangle 5">
            <a:extLst>
              <a:ext uri="{FF2B5EF4-FFF2-40B4-BE49-F238E27FC236}">
                <a16:creationId xmlns:a16="http://schemas.microsoft.com/office/drawing/2014/main" id="{6FC959B1-14A0-7BD8-CA1E-E9F257EE6A6C}"/>
              </a:ext>
            </a:extLst>
          </p:cNvPr>
          <p:cNvSpPr/>
          <p:nvPr/>
        </p:nvSpPr>
        <p:spPr>
          <a:xfrm>
            <a:off x="7752844" y="3662600"/>
            <a:ext cx="3465401" cy="44533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1224000" rtlCol="0" anchor="ctr"/>
          <a:lstStyle/>
          <a:p>
            <a:pPr algn="ctr"/>
            <a:r>
              <a:rPr lang="en-GB" sz="900">
                <a:ln w="0"/>
                <a:solidFill>
                  <a:schemeClr val="tx1"/>
                </a:solidFill>
                <a:effectLst>
                  <a:outerShdw blurRad="38100" dist="19050" dir="2700000" algn="tl" rotWithShape="0">
                    <a:schemeClr val="dk1">
                      <a:alpha val="40000"/>
                    </a:schemeClr>
                  </a:outerShdw>
                </a:effectLst>
              </a:rPr>
              <a:t>       Microsoft Azure </a:t>
            </a:r>
            <a:r>
              <a:rPr lang="en-GB" sz="900" err="1">
                <a:ln w="0"/>
                <a:solidFill>
                  <a:schemeClr val="tx1"/>
                </a:solidFill>
                <a:effectLst>
                  <a:outerShdw blurRad="38100" dist="19050" dir="2700000" algn="tl" rotWithShape="0">
                    <a:schemeClr val="dk1">
                      <a:alpha val="40000"/>
                    </a:schemeClr>
                  </a:outerShdw>
                </a:effectLst>
              </a:rPr>
              <a:t>Entra</a:t>
            </a:r>
            <a:r>
              <a:rPr lang="en-GB" sz="900">
                <a:ln w="0"/>
                <a:solidFill>
                  <a:schemeClr val="tx1"/>
                </a:solidFill>
                <a:effectLst>
                  <a:outerShdw blurRad="38100" dist="19050" dir="2700000" algn="tl" rotWithShape="0">
                    <a:schemeClr val="dk1">
                      <a:alpha val="40000"/>
                    </a:schemeClr>
                  </a:outerShdw>
                </a:effectLst>
              </a:rPr>
              <a:t> ID</a:t>
            </a:r>
          </a:p>
        </p:txBody>
      </p:sp>
      <p:pic>
        <p:nvPicPr>
          <p:cNvPr id="32" name="Picture 14" descr="Download Microsoft Azure (Windows Azure) Logo in SVG Vector or PNG File ...">
            <a:extLst>
              <a:ext uri="{FF2B5EF4-FFF2-40B4-BE49-F238E27FC236}">
                <a16:creationId xmlns:a16="http://schemas.microsoft.com/office/drawing/2014/main" id="{4650479C-FAC8-CDAB-9E71-C153D488AD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85127" y="3403017"/>
            <a:ext cx="1392062" cy="928041"/>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Rounded Corners 26">
            <a:extLst>
              <a:ext uri="{FF2B5EF4-FFF2-40B4-BE49-F238E27FC236}">
                <a16:creationId xmlns:a16="http://schemas.microsoft.com/office/drawing/2014/main" id="{AA58636F-C318-B0A9-015C-826B55C3993E}"/>
              </a:ext>
            </a:extLst>
          </p:cNvPr>
          <p:cNvSpPr/>
          <p:nvPr/>
        </p:nvSpPr>
        <p:spPr>
          <a:xfrm rot="21117213">
            <a:off x="11089840" y="3833065"/>
            <a:ext cx="410171" cy="280928"/>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54000" rIns="54000" rtlCol="0" anchor="ctr">
            <a:spAutoFit/>
          </a:bodyPr>
          <a:lstStyle/>
          <a:p>
            <a:pPr algn="l"/>
            <a:r>
              <a:rPr lang="en-GB" sz="1050" b="1">
                <a:solidFill>
                  <a:schemeClr val="bg1"/>
                </a:solidFill>
              </a:rPr>
              <a:t>New</a:t>
            </a:r>
          </a:p>
        </p:txBody>
      </p:sp>
      <p:pic>
        <p:nvPicPr>
          <p:cNvPr id="35" name="Picture 4" descr="Hashicorp logo - Social media &amp; Logos Icons">
            <a:extLst>
              <a:ext uri="{FF2B5EF4-FFF2-40B4-BE49-F238E27FC236}">
                <a16:creationId xmlns:a16="http://schemas.microsoft.com/office/drawing/2014/main" id="{93D71502-6871-EFB0-BFB1-8E91E21CEA0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22483" y="3022997"/>
            <a:ext cx="1264695" cy="632348"/>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0E3B2901-A5C8-1F21-39CB-B9A571AAAAE3}"/>
              </a:ext>
            </a:extLst>
          </p:cNvPr>
          <p:cNvSpPr txBox="1"/>
          <p:nvPr/>
        </p:nvSpPr>
        <p:spPr>
          <a:xfrm>
            <a:off x="7934084" y="2520281"/>
            <a:ext cx="2967480" cy="369332"/>
          </a:xfrm>
          <a:prstGeom prst="rect">
            <a:avLst/>
          </a:prstGeom>
          <a:noFill/>
        </p:spPr>
        <p:txBody>
          <a:bodyPr wrap="none" rtlCol="0">
            <a:spAutoFit/>
          </a:bodyPr>
          <a:lstStyle/>
          <a:p>
            <a:pPr algn="ctr"/>
            <a:r>
              <a:rPr lang="en-GB" b="1"/>
              <a:t>Identity Config Operators</a:t>
            </a:r>
          </a:p>
        </p:txBody>
      </p:sp>
    </p:spTree>
    <p:extLst>
      <p:ext uri="{BB962C8B-B14F-4D97-AF65-F5344CB8AC3E}">
        <p14:creationId xmlns:p14="http://schemas.microsoft.com/office/powerpoint/2010/main" val="9784163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CC434DD-516C-C3BC-503C-01D48AC3978A}"/>
              </a:ext>
            </a:extLst>
          </p:cNvPr>
          <p:cNvSpPr/>
          <p:nvPr/>
        </p:nvSpPr>
        <p:spPr>
          <a:xfrm>
            <a:off x="165100" y="1104900"/>
            <a:ext cx="6225190" cy="5168900"/>
          </a:xfrm>
          <a:prstGeom prst="round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5E43A2B-C404-4497-E2DA-D4B42B7BF0FB}"/>
              </a:ext>
            </a:extLst>
          </p:cNvPr>
          <p:cNvSpPr>
            <a:spLocks noGrp="1"/>
          </p:cNvSpPr>
          <p:nvPr>
            <p:ph type="title"/>
          </p:nvPr>
        </p:nvSpPr>
        <p:spPr>
          <a:xfrm>
            <a:off x="1511169" y="189237"/>
            <a:ext cx="9580887" cy="549275"/>
          </a:xfrm>
        </p:spPr>
        <p:txBody>
          <a:bodyPr>
            <a:normAutofit/>
          </a:bodyPr>
          <a:lstStyle/>
          <a:p>
            <a:r>
              <a:rPr lang="en-US" sz="2400">
                <a:latin typeface="Arial"/>
                <a:cs typeface="Arial"/>
              </a:rPr>
              <a:t>What types of Canvas Operator are available?</a:t>
            </a:r>
            <a:endParaRPr lang="en-US"/>
          </a:p>
          <a:p>
            <a:endParaRPr lang="en-GB" sz="3200">
              <a:latin typeface="Calibri"/>
              <a:ea typeface="Calibri"/>
              <a:cs typeface="Calibri"/>
            </a:endParaRPr>
          </a:p>
        </p:txBody>
      </p:sp>
      <p:pic>
        <p:nvPicPr>
          <p:cNvPr id="27" name="Picture 26" descr="A close-up of a card&#10;&#10;Description automatically generated with low confidence">
            <a:extLst>
              <a:ext uri="{FF2B5EF4-FFF2-40B4-BE49-F238E27FC236}">
                <a16:creationId xmlns:a16="http://schemas.microsoft.com/office/drawing/2014/main" id="{FAE58E76-AA90-6DB2-8BD5-9DD4B962FA9F}"/>
              </a:ext>
            </a:extLst>
          </p:cNvPr>
          <p:cNvPicPr>
            <a:picLocks noChangeAspect="1"/>
          </p:cNvPicPr>
          <p:nvPr/>
        </p:nvPicPr>
        <p:blipFill>
          <a:blip r:embed="rId3"/>
          <a:stretch>
            <a:fillRect/>
          </a:stretch>
        </p:blipFill>
        <p:spPr>
          <a:xfrm>
            <a:off x="842747" y="1732575"/>
            <a:ext cx="3532831" cy="1858414"/>
          </a:xfrm>
          <a:prstGeom prst="rect">
            <a:avLst/>
          </a:prstGeom>
        </p:spPr>
      </p:pic>
      <p:grpSp>
        <p:nvGrpSpPr>
          <p:cNvPr id="30" name="Group 29">
            <a:extLst>
              <a:ext uri="{FF2B5EF4-FFF2-40B4-BE49-F238E27FC236}">
                <a16:creationId xmlns:a16="http://schemas.microsoft.com/office/drawing/2014/main" id="{43064316-50AE-FB85-87DB-9F5246FB9E3F}"/>
              </a:ext>
            </a:extLst>
          </p:cNvPr>
          <p:cNvGrpSpPr/>
          <p:nvPr/>
        </p:nvGrpSpPr>
        <p:grpSpPr>
          <a:xfrm>
            <a:off x="1514217" y="1861388"/>
            <a:ext cx="1969081" cy="799058"/>
            <a:chOff x="7965819" y="2568619"/>
            <a:chExt cx="3298850" cy="1338682"/>
          </a:xfrm>
        </p:grpSpPr>
        <p:pic>
          <p:nvPicPr>
            <p:cNvPr id="48" name="Picture 47" descr="Diagram, shape&#10;&#10;Description automatically generated">
              <a:extLst>
                <a:ext uri="{FF2B5EF4-FFF2-40B4-BE49-F238E27FC236}">
                  <a16:creationId xmlns:a16="http://schemas.microsoft.com/office/drawing/2014/main" id="{7B78FF25-02B8-FA4B-FD87-1CBD5C19D79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7965819" y="2968928"/>
              <a:ext cx="482698" cy="391910"/>
            </a:xfrm>
            <a:prstGeom prst="roundRect">
              <a:avLst/>
            </a:prstGeom>
          </p:spPr>
        </p:pic>
        <p:pic>
          <p:nvPicPr>
            <p:cNvPr id="49" name="Picture 48" descr="Diagram, shape&#10;&#10;Description automatically generated">
              <a:extLst>
                <a:ext uri="{FF2B5EF4-FFF2-40B4-BE49-F238E27FC236}">
                  <a16:creationId xmlns:a16="http://schemas.microsoft.com/office/drawing/2014/main" id="{5C3817AB-641D-2E9B-84BA-888AC6E6C63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138974" y="2568619"/>
              <a:ext cx="482698" cy="391910"/>
            </a:xfrm>
            <a:prstGeom prst="roundRect">
              <a:avLst/>
            </a:prstGeom>
          </p:spPr>
        </p:pic>
        <p:pic>
          <p:nvPicPr>
            <p:cNvPr id="50" name="Picture 49" descr="Diagram, shape&#10;&#10;Description automatically generated">
              <a:extLst>
                <a:ext uri="{FF2B5EF4-FFF2-40B4-BE49-F238E27FC236}">
                  <a16:creationId xmlns:a16="http://schemas.microsoft.com/office/drawing/2014/main" id="{C276768E-8439-27C7-746D-8E41C2F1F8A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450126" y="3162483"/>
              <a:ext cx="482698" cy="391910"/>
            </a:xfrm>
            <a:prstGeom prst="roundRect">
              <a:avLst/>
            </a:prstGeom>
          </p:spPr>
        </p:pic>
        <p:pic>
          <p:nvPicPr>
            <p:cNvPr id="51" name="Picture 50" descr="Diagram, shape&#10;&#10;Description automatically generated">
              <a:extLst>
                <a:ext uri="{FF2B5EF4-FFF2-40B4-BE49-F238E27FC236}">
                  <a16:creationId xmlns:a16="http://schemas.microsoft.com/office/drawing/2014/main" id="{5A47135B-44D1-F29C-603E-15E23613496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8738900" y="2855567"/>
              <a:ext cx="482698" cy="391910"/>
            </a:xfrm>
            <a:prstGeom prst="roundRect">
              <a:avLst/>
            </a:prstGeom>
          </p:spPr>
        </p:pic>
        <p:pic>
          <p:nvPicPr>
            <p:cNvPr id="52" name="Picture 51" descr="Diagram, shape&#10;&#10;Description automatically generated">
              <a:extLst>
                <a:ext uri="{FF2B5EF4-FFF2-40B4-BE49-F238E27FC236}">
                  <a16:creationId xmlns:a16="http://schemas.microsoft.com/office/drawing/2014/main" id="{14C01E6E-1DC8-1357-F145-A8AAB55D0A1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238922" y="2985604"/>
              <a:ext cx="482698" cy="391910"/>
            </a:xfrm>
            <a:prstGeom prst="roundRect">
              <a:avLst/>
            </a:prstGeom>
          </p:spPr>
        </p:pic>
        <p:pic>
          <p:nvPicPr>
            <p:cNvPr id="53" name="Picture 52">
              <a:extLst>
                <a:ext uri="{FF2B5EF4-FFF2-40B4-BE49-F238E27FC236}">
                  <a16:creationId xmlns:a16="http://schemas.microsoft.com/office/drawing/2014/main" id="{6A18CB41-F082-2657-854E-4390E63630B4}"/>
                </a:ext>
              </a:extLst>
            </p:cNvPr>
            <p:cNvPicPr>
              <a:picLocks noChangeAspect="1"/>
            </p:cNvPicPr>
            <p:nvPr/>
          </p:nvPicPr>
          <p:blipFill>
            <a:blip r:embed="rId5"/>
            <a:stretch>
              <a:fillRect/>
            </a:stretch>
          </p:blipFill>
          <p:spPr>
            <a:xfrm>
              <a:off x="9816209" y="2639401"/>
              <a:ext cx="1448460" cy="914197"/>
            </a:xfrm>
            <a:prstGeom prst="roundRect">
              <a:avLst/>
            </a:prstGeom>
          </p:spPr>
        </p:pic>
        <p:pic>
          <p:nvPicPr>
            <p:cNvPr id="54" name="Picture 53" descr="Diagram, shape&#10;&#10;Description automatically generated">
              <a:extLst>
                <a:ext uri="{FF2B5EF4-FFF2-40B4-BE49-F238E27FC236}">
                  <a16:creationId xmlns:a16="http://schemas.microsoft.com/office/drawing/2014/main" id="{719D0C02-AB7A-B60C-E3FE-B38E6DBC13C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044918" y="3369312"/>
              <a:ext cx="482698" cy="391910"/>
            </a:xfrm>
            <a:prstGeom prst="roundRect">
              <a:avLst/>
            </a:prstGeom>
          </p:spPr>
        </p:pic>
        <p:pic>
          <p:nvPicPr>
            <p:cNvPr id="70" name="Picture 69" descr="Diagram, shape&#10;&#10;Description automatically generated">
              <a:extLst>
                <a:ext uri="{FF2B5EF4-FFF2-40B4-BE49-F238E27FC236}">
                  <a16:creationId xmlns:a16="http://schemas.microsoft.com/office/drawing/2014/main" id="{34458C7C-B2EB-D52E-D08B-1FD3DC7D8BA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rot="21243423">
              <a:off x="9510194" y="3515391"/>
              <a:ext cx="482698" cy="391910"/>
            </a:xfrm>
            <a:prstGeom prst="roundRect">
              <a:avLst/>
            </a:prstGeom>
          </p:spPr>
        </p:pic>
      </p:grpSp>
      <p:sp>
        <p:nvSpPr>
          <p:cNvPr id="31" name="TextBox 13">
            <a:extLst>
              <a:ext uri="{FF2B5EF4-FFF2-40B4-BE49-F238E27FC236}">
                <a16:creationId xmlns:a16="http://schemas.microsoft.com/office/drawing/2014/main" id="{A0B63E90-97FE-B1F3-3117-096AFE834539}"/>
              </a:ext>
            </a:extLst>
          </p:cNvPr>
          <p:cNvSpPr txBox="1"/>
          <p:nvPr/>
        </p:nvSpPr>
        <p:spPr>
          <a:xfrm rot="20877000">
            <a:off x="1705283" y="1884810"/>
            <a:ext cx="406585" cy="18466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i="0"/>
              <a:t>OSS</a:t>
            </a:r>
          </a:p>
        </p:txBody>
      </p:sp>
      <p:pic>
        <p:nvPicPr>
          <p:cNvPr id="37" name="Picture 36" descr="Diagram, shape&#10;&#10;Description automatically generated">
            <a:extLst>
              <a:ext uri="{FF2B5EF4-FFF2-40B4-BE49-F238E27FC236}">
                <a16:creationId xmlns:a16="http://schemas.microsoft.com/office/drawing/2014/main" id="{C4854F85-A969-9E3F-BE5C-A95354090A5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856565" y="1344206"/>
            <a:ext cx="637040" cy="517226"/>
          </a:xfrm>
          <a:prstGeom prst="roundRect">
            <a:avLst/>
          </a:prstGeom>
        </p:spPr>
      </p:pic>
      <p:cxnSp>
        <p:nvCxnSpPr>
          <p:cNvPr id="38" name="Curved Connector 31">
            <a:extLst>
              <a:ext uri="{FF2B5EF4-FFF2-40B4-BE49-F238E27FC236}">
                <a16:creationId xmlns:a16="http://schemas.microsoft.com/office/drawing/2014/main" id="{C8F2F9C3-6C5B-EEB2-B843-35CB0CFDC41A}"/>
              </a:ext>
            </a:extLst>
          </p:cNvPr>
          <p:cNvCxnSpPr>
            <a:cxnSpLocks/>
          </p:cNvCxnSpPr>
          <p:nvPr/>
        </p:nvCxnSpPr>
        <p:spPr>
          <a:xfrm rot="10800000" flipH="1" flipV="1">
            <a:off x="1412837" y="1745995"/>
            <a:ext cx="225258" cy="326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96214632-743F-A7DB-21E3-C3821B6AAC55}"/>
              </a:ext>
            </a:extLst>
          </p:cNvPr>
          <p:cNvGrpSpPr/>
          <p:nvPr/>
        </p:nvGrpSpPr>
        <p:grpSpPr>
          <a:xfrm>
            <a:off x="4151710" y="2039100"/>
            <a:ext cx="1944289" cy="2990399"/>
            <a:chOff x="4151711" y="3420029"/>
            <a:chExt cx="1397338" cy="2573127"/>
          </a:xfrm>
        </p:grpSpPr>
        <p:grpSp>
          <p:nvGrpSpPr>
            <p:cNvPr id="7" name="Group 6">
              <a:extLst>
                <a:ext uri="{FF2B5EF4-FFF2-40B4-BE49-F238E27FC236}">
                  <a16:creationId xmlns:a16="http://schemas.microsoft.com/office/drawing/2014/main" id="{EA43E13D-88CF-380A-7218-ECCBCB058441}"/>
                </a:ext>
              </a:extLst>
            </p:cNvPr>
            <p:cNvGrpSpPr/>
            <p:nvPr/>
          </p:nvGrpSpPr>
          <p:grpSpPr>
            <a:xfrm>
              <a:off x="4151711" y="3863202"/>
              <a:ext cx="1349825" cy="214785"/>
              <a:chOff x="10794614" y="2763311"/>
              <a:chExt cx="1349825" cy="214785"/>
            </a:xfrm>
          </p:grpSpPr>
          <p:sp>
            <p:nvSpPr>
              <p:cNvPr id="8" name="Rectangle 7">
                <a:extLst>
                  <a:ext uri="{FF2B5EF4-FFF2-40B4-BE49-F238E27FC236}">
                    <a16:creationId xmlns:a16="http://schemas.microsoft.com/office/drawing/2014/main" id="{C492CFC8-FF03-97AA-ACC0-FE6C557A8DB3}"/>
                  </a:ext>
                </a:extLst>
              </p:cNvPr>
              <p:cNvSpPr/>
              <p:nvPr/>
            </p:nvSpPr>
            <p:spPr>
              <a:xfrm>
                <a:off x="10794614" y="2763311"/>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API Management</a:t>
                </a:r>
              </a:p>
            </p:txBody>
          </p:sp>
          <p:sp>
            <p:nvSpPr>
              <p:cNvPr id="10" name="Rectangle 9">
                <a:extLst>
                  <a:ext uri="{FF2B5EF4-FFF2-40B4-BE49-F238E27FC236}">
                    <a16:creationId xmlns:a16="http://schemas.microsoft.com/office/drawing/2014/main" id="{B36789C1-F32F-D536-3F9E-DB4FDEE7F494}"/>
                  </a:ext>
                </a:extLst>
              </p:cNvPr>
              <p:cNvSpPr/>
              <p:nvPr/>
            </p:nvSpPr>
            <p:spPr>
              <a:xfrm>
                <a:off x="10831907" y="2820170"/>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1" name="Group 10">
              <a:extLst>
                <a:ext uri="{FF2B5EF4-FFF2-40B4-BE49-F238E27FC236}">
                  <a16:creationId xmlns:a16="http://schemas.microsoft.com/office/drawing/2014/main" id="{51329966-CE9F-7ECE-221C-B917B9877E71}"/>
                </a:ext>
              </a:extLst>
            </p:cNvPr>
            <p:cNvGrpSpPr/>
            <p:nvPr/>
          </p:nvGrpSpPr>
          <p:grpSpPr>
            <a:xfrm>
              <a:off x="4151711" y="4581390"/>
              <a:ext cx="1349825" cy="214785"/>
              <a:chOff x="10795124" y="3486136"/>
              <a:chExt cx="1349825" cy="214785"/>
            </a:xfrm>
          </p:grpSpPr>
          <p:sp>
            <p:nvSpPr>
              <p:cNvPr id="12" name="Rectangle 11">
                <a:extLst>
                  <a:ext uri="{FF2B5EF4-FFF2-40B4-BE49-F238E27FC236}">
                    <a16:creationId xmlns:a16="http://schemas.microsoft.com/office/drawing/2014/main" id="{ACDECCE8-ECEB-518D-D5DD-A26319A7532E}"/>
                  </a:ext>
                </a:extLst>
              </p:cNvPr>
              <p:cNvSpPr/>
              <p:nvPr/>
            </p:nvSpPr>
            <p:spPr>
              <a:xfrm>
                <a:off x="10795124" y="3486136"/>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Identity Management</a:t>
                </a:r>
              </a:p>
            </p:txBody>
          </p:sp>
          <p:sp>
            <p:nvSpPr>
              <p:cNvPr id="13" name="Rectangle 12">
                <a:extLst>
                  <a:ext uri="{FF2B5EF4-FFF2-40B4-BE49-F238E27FC236}">
                    <a16:creationId xmlns:a16="http://schemas.microsoft.com/office/drawing/2014/main" id="{0EAF1D17-24E0-9450-E543-090C827E8D21}"/>
                  </a:ext>
                </a:extLst>
              </p:cNvPr>
              <p:cNvSpPr/>
              <p:nvPr/>
            </p:nvSpPr>
            <p:spPr>
              <a:xfrm>
                <a:off x="10832417" y="3539732"/>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4" name="Group 13">
              <a:extLst>
                <a:ext uri="{FF2B5EF4-FFF2-40B4-BE49-F238E27FC236}">
                  <a16:creationId xmlns:a16="http://schemas.microsoft.com/office/drawing/2014/main" id="{E736F3D5-68E7-36EF-7EE7-86354190FCFF}"/>
                </a:ext>
              </a:extLst>
            </p:cNvPr>
            <p:cNvGrpSpPr/>
            <p:nvPr/>
          </p:nvGrpSpPr>
          <p:grpSpPr>
            <a:xfrm>
              <a:off x="4151711" y="4341994"/>
              <a:ext cx="1349825" cy="214785"/>
              <a:chOff x="10795124" y="3246143"/>
              <a:chExt cx="1349825" cy="214785"/>
            </a:xfrm>
          </p:grpSpPr>
          <p:sp>
            <p:nvSpPr>
              <p:cNvPr id="15" name="Rectangle 14">
                <a:extLst>
                  <a:ext uri="{FF2B5EF4-FFF2-40B4-BE49-F238E27FC236}">
                    <a16:creationId xmlns:a16="http://schemas.microsoft.com/office/drawing/2014/main" id="{C0C5392E-FEF2-6450-C4FE-894E6C3586C3}"/>
                  </a:ext>
                </a:extLst>
              </p:cNvPr>
              <p:cNvSpPr/>
              <p:nvPr/>
            </p:nvSpPr>
            <p:spPr>
              <a:xfrm>
                <a:off x="10795124" y="324614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Event Management</a:t>
                </a:r>
              </a:p>
            </p:txBody>
          </p:sp>
          <p:sp>
            <p:nvSpPr>
              <p:cNvPr id="16" name="Rectangle 15">
                <a:extLst>
                  <a:ext uri="{FF2B5EF4-FFF2-40B4-BE49-F238E27FC236}">
                    <a16:creationId xmlns:a16="http://schemas.microsoft.com/office/drawing/2014/main" id="{589B7F68-B09C-D2CD-36AE-3B2CF66537E5}"/>
                  </a:ext>
                </a:extLst>
              </p:cNvPr>
              <p:cNvSpPr/>
              <p:nvPr/>
            </p:nvSpPr>
            <p:spPr>
              <a:xfrm>
                <a:off x="10832417" y="3299413"/>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17" name="Group 16">
              <a:extLst>
                <a:ext uri="{FF2B5EF4-FFF2-40B4-BE49-F238E27FC236}">
                  <a16:creationId xmlns:a16="http://schemas.microsoft.com/office/drawing/2014/main" id="{92D02A53-3B88-0EC0-CB9F-709CB7284832}"/>
                </a:ext>
              </a:extLst>
            </p:cNvPr>
            <p:cNvGrpSpPr/>
            <p:nvPr/>
          </p:nvGrpSpPr>
          <p:grpSpPr>
            <a:xfrm>
              <a:off x="4151711" y="4820786"/>
              <a:ext cx="1349825" cy="214785"/>
              <a:chOff x="10795124" y="3722555"/>
              <a:chExt cx="1349825" cy="214785"/>
            </a:xfrm>
          </p:grpSpPr>
          <p:sp>
            <p:nvSpPr>
              <p:cNvPr id="18" name="Rectangle 17">
                <a:extLst>
                  <a:ext uri="{FF2B5EF4-FFF2-40B4-BE49-F238E27FC236}">
                    <a16:creationId xmlns:a16="http://schemas.microsoft.com/office/drawing/2014/main" id="{011A9814-BE30-5336-1127-6B1CFC8D849A}"/>
                  </a:ext>
                </a:extLst>
              </p:cNvPr>
              <p:cNvSpPr/>
              <p:nvPr/>
            </p:nvSpPr>
            <p:spPr>
              <a:xfrm>
                <a:off x="10795124" y="372255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Secrets Management</a:t>
                </a:r>
              </a:p>
            </p:txBody>
          </p:sp>
          <p:sp>
            <p:nvSpPr>
              <p:cNvPr id="19" name="Rectangle 18">
                <a:extLst>
                  <a:ext uri="{FF2B5EF4-FFF2-40B4-BE49-F238E27FC236}">
                    <a16:creationId xmlns:a16="http://schemas.microsoft.com/office/drawing/2014/main" id="{36C24E22-9DE3-774F-2735-35D118BD4327}"/>
                  </a:ext>
                </a:extLst>
              </p:cNvPr>
              <p:cNvSpPr/>
              <p:nvPr/>
            </p:nvSpPr>
            <p:spPr>
              <a:xfrm>
                <a:off x="10832417" y="3774520"/>
                <a:ext cx="115717" cy="105426"/>
              </a:xfrm>
              <a:prstGeom prst="rect">
                <a:avLst/>
              </a:prstGeom>
              <a:solidFill>
                <a:srgbClr val="E1131C"/>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0" name="Group 19">
              <a:extLst>
                <a:ext uri="{FF2B5EF4-FFF2-40B4-BE49-F238E27FC236}">
                  <a16:creationId xmlns:a16="http://schemas.microsoft.com/office/drawing/2014/main" id="{9C32B7B6-B0BE-5BAE-7A98-7F301C69A821}"/>
                </a:ext>
              </a:extLst>
            </p:cNvPr>
            <p:cNvGrpSpPr/>
            <p:nvPr/>
          </p:nvGrpSpPr>
          <p:grpSpPr>
            <a:xfrm>
              <a:off x="4151711" y="5060182"/>
              <a:ext cx="1349825" cy="214785"/>
              <a:chOff x="10795124" y="3961903"/>
              <a:chExt cx="1349825" cy="214785"/>
            </a:xfrm>
          </p:grpSpPr>
          <p:sp>
            <p:nvSpPr>
              <p:cNvPr id="21" name="Rectangle 20">
                <a:extLst>
                  <a:ext uri="{FF2B5EF4-FFF2-40B4-BE49-F238E27FC236}">
                    <a16:creationId xmlns:a16="http://schemas.microsoft.com/office/drawing/2014/main" id="{39910E24-9F47-A8B9-37E3-673B7544E789}"/>
                  </a:ext>
                </a:extLst>
              </p:cNvPr>
              <p:cNvSpPr/>
              <p:nvPr/>
            </p:nvSpPr>
            <p:spPr>
              <a:xfrm>
                <a:off x="10795124" y="39619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AI Management</a:t>
                </a:r>
              </a:p>
            </p:txBody>
          </p:sp>
          <p:sp>
            <p:nvSpPr>
              <p:cNvPr id="22" name="Rectangle 21">
                <a:extLst>
                  <a:ext uri="{FF2B5EF4-FFF2-40B4-BE49-F238E27FC236}">
                    <a16:creationId xmlns:a16="http://schemas.microsoft.com/office/drawing/2014/main" id="{1CD939E2-087E-823E-0DB6-58611C8AE23F}"/>
                  </a:ext>
                </a:extLst>
              </p:cNvPr>
              <p:cNvSpPr/>
              <p:nvPr/>
            </p:nvSpPr>
            <p:spPr>
              <a:xfrm>
                <a:off x="10832417" y="40125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23" name="Group 22">
              <a:extLst>
                <a:ext uri="{FF2B5EF4-FFF2-40B4-BE49-F238E27FC236}">
                  <a16:creationId xmlns:a16="http://schemas.microsoft.com/office/drawing/2014/main" id="{714001CB-6B7E-CE84-2E6E-C7A5F6283212}"/>
                </a:ext>
              </a:extLst>
            </p:cNvPr>
            <p:cNvGrpSpPr/>
            <p:nvPr/>
          </p:nvGrpSpPr>
          <p:grpSpPr>
            <a:xfrm>
              <a:off x="4151711" y="4102598"/>
              <a:ext cx="1349825" cy="214785"/>
              <a:chOff x="10794612" y="3006829"/>
              <a:chExt cx="1349825" cy="214785"/>
            </a:xfrm>
          </p:grpSpPr>
          <p:sp>
            <p:nvSpPr>
              <p:cNvPr id="24" name="Rectangle 23">
                <a:extLst>
                  <a:ext uri="{FF2B5EF4-FFF2-40B4-BE49-F238E27FC236}">
                    <a16:creationId xmlns:a16="http://schemas.microsoft.com/office/drawing/2014/main" id="{37862E13-99D2-8089-C798-3CD0DD4AC382}"/>
                  </a:ext>
                </a:extLst>
              </p:cNvPr>
              <p:cNvSpPr/>
              <p:nvPr/>
            </p:nvSpPr>
            <p:spPr>
              <a:xfrm>
                <a:off x="10794612" y="3006829"/>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    Observability Management</a:t>
                </a:r>
              </a:p>
            </p:txBody>
          </p:sp>
          <p:sp>
            <p:nvSpPr>
              <p:cNvPr id="25" name="Rectangle 24">
                <a:extLst>
                  <a:ext uri="{FF2B5EF4-FFF2-40B4-BE49-F238E27FC236}">
                    <a16:creationId xmlns:a16="http://schemas.microsoft.com/office/drawing/2014/main" id="{EDBC5C5F-BC4B-C501-83E3-5F8125A12652}"/>
                  </a:ext>
                </a:extLst>
              </p:cNvPr>
              <p:cNvSpPr/>
              <p:nvPr/>
            </p:nvSpPr>
            <p:spPr>
              <a:xfrm>
                <a:off x="10831905" y="3059191"/>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sp>
          <p:nvSpPr>
            <p:cNvPr id="26" name="TextBox 25">
              <a:extLst>
                <a:ext uri="{FF2B5EF4-FFF2-40B4-BE49-F238E27FC236}">
                  <a16:creationId xmlns:a16="http://schemas.microsoft.com/office/drawing/2014/main" id="{262A1E05-BC05-8D23-6647-F653AB9157DE}"/>
                </a:ext>
              </a:extLst>
            </p:cNvPr>
            <p:cNvSpPr txBox="1"/>
            <p:nvPr/>
          </p:nvSpPr>
          <p:spPr>
            <a:xfrm>
              <a:off x="4268511" y="3420029"/>
              <a:ext cx="1280538" cy="211864"/>
            </a:xfrm>
            <a:prstGeom prst="rect">
              <a:avLst/>
            </a:prstGeom>
            <a:noFill/>
          </p:spPr>
          <p:txBody>
            <a:bodyPr wrap="square" rtlCol="0">
              <a:spAutoFit/>
            </a:bodyPr>
            <a:lstStyle/>
            <a:p>
              <a:r>
                <a:rPr lang="en-GB" sz="1000"/>
                <a:t>Canvas Operators</a:t>
              </a:r>
            </a:p>
          </p:txBody>
        </p:sp>
        <p:grpSp>
          <p:nvGrpSpPr>
            <p:cNvPr id="28" name="Group 27">
              <a:extLst>
                <a:ext uri="{FF2B5EF4-FFF2-40B4-BE49-F238E27FC236}">
                  <a16:creationId xmlns:a16="http://schemas.microsoft.com/office/drawing/2014/main" id="{3E35B2E7-9EA3-0E6D-047E-32F83C59C358}"/>
                </a:ext>
              </a:extLst>
            </p:cNvPr>
            <p:cNvGrpSpPr/>
            <p:nvPr/>
          </p:nvGrpSpPr>
          <p:grpSpPr>
            <a:xfrm>
              <a:off x="4151711" y="5299578"/>
              <a:ext cx="1349825" cy="214785"/>
              <a:chOff x="10791949" y="4203203"/>
              <a:chExt cx="1349825" cy="214785"/>
            </a:xfrm>
          </p:grpSpPr>
          <p:sp>
            <p:nvSpPr>
              <p:cNvPr id="29" name="Rectangle 28">
                <a:extLst>
                  <a:ext uri="{FF2B5EF4-FFF2-40B4-BE49-F238E27FC236}">
                    <a16:creationId xmlns:a16="http://schemas.microsoft.com/office/drawing/2014/main" id="{1F2F819E-4064-45BF-4020-5D880516EE60}"/>
                  </a:ext>
                </a:extLst>
              </p:cNvPr>
              <p:cNvSpPr/>
              <p:nvPr/>
            </p:nvSpPr>
            <p:spPr>
              <a:xfrm>
                <a:off x="10791949" y="42032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Carbon Management</a:t>
                </a:r>
              </a:p>
            </p:txBody>
          </p:sp>
          <p:sp>
            <p:nvSpPr>
              <p:cNvPr id="33" name="Rectangle 32">
                <a:extLst>
                  <a:ext uri="{FF2B5EF4-FFF2-40B4-BE49-F238E27FC236}">
                    <a16:creationId xmlns:a16="http://schemas.microsoft.com/office/drawing/2014/main" id="{F59FECCC-7A79-DD12-1CDB-D1E66808C381}"/>
                  </a:ext>
                </a:extLst>
              </p:cNvPr>
              <p:cNvSpPr/>
              <p:nvPr/>
            </p:nvSpPr>
            <p:spPr>
              <a:xfrm>
                <a:off x="10829242" y="42538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36" name="Group 35">
              <a:extLst>
                <a:ext uri="{FF2B5EF4-FFF2-40B4-BE49-F238E27FC236}">
                  <a16:creationId xmlns:a16="http://schemas.microsoft.com/office/drawing/2014/main" id="{D246F64C-5825-61E2-10B5-F5356CD2B52E}"/>
                </a:ext>
              </a:extLst>
            </p:cNvPr>
            <p:cNvGrpSpPr/>
            <p:nvPr/>
          </p:nvGrpSpPr>
          <p:grpSpPr>
            <a:xfrm>
              <a:off x="4151711" y="5538974"/>
              <a:ext cx="1349825" cy="214785"/>
              <a:chOff x="10791949" y="4444503"/>
              <a:chExt cx="1349825" cy="214785"/>
            </a:xfrm>
          </p:grpSpPr>
          <p:sp>
            <p:nvSpPr>
              <p:cNvPr id="47" name="Rectangle 46">
                <a:extLst>
                  <a:ext uri="{FF2B5EF4-FFF2-40B4-BE49-F238E27FC236}">
                    <a16:creationId xmlns:a16="http://schemas.microsoft.com/office/drawing/2014/main" id="{1FB6B908-83D3-C648-1376-CA208E9B9AE0}"/>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Cost Management</a:t>
                </a:r>
              </a:p>
            </p:txBody>
          </p:sp>
          <p:sp>
            <p:nvSpPr>
              <p:cNvPr id="55" name="Rectangle 54">
                <a:extLst>
                  <a:ext uri="{FF2B5EF4-FFF2-40B4-BE49-F238E27FC236}">
                    <a16:creationId xmlns:a16="http://schemas.microsoft.com/office/drawing/2014/main" id="{5CD1EE50-3B46-0C29-9E0D-448043A77B4B}"/>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6" name="Group 55">
              <a:extLst>
                <a:ext uri="{FF2B5EF4-FFF2-40B4-BE49-F238E27FC236}">
                  <a16:creationId xmlns:a16="http://schemas.microsoft.com/office/drawing/2014/main" id="{6865B568-2840-F943-DDEF-ED6175A43F62}"/>
                </a:ext>
              </a:extLst>
            </p:cNvPr>
            <p:cNvGrpSpPr/>
            <p:nvPr/>
          </p:nvGrpSpPr>
          <p:grpSpPr>
            <a:xfrm>
              <a:off x="4151711" y="3623806"/>
              <a:ext cx="1349825" cy="214785"/>
              <a:chOff x="10794614" y="2529515"/>
              <a:chExt cx="1349825" cy="214785"/>
            </a:xfrm>
          </p:grpSpPr>
          <p:sp>
            <p:nvSpPr>
              <p:cNvPr id="57" name="Rectangle 56">
                <a:extLst>
                  <a:ext uri="{FF2B5EF4-FFF2-40B4-BE49-F238E27FC236}">
                    <a16:creationId xmlns:a16="http://schemas.microsoft.com/office/drawing/2014/main" id="{5DCB7C78-5EBD-9D66-B89B-932961205A19}"/>
                  </a:ext>
                </a:extLst>
              </p:cNvPr>
              <p:cNvSpPr/>
              <p:nvPr/>
            </p:nvSpPr>
            <p:spPr>
              <a:xfrm>
                <a:off x="10794614" y="2529515"/>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900">
                    <a:ln w="0"/>
                    <a:solidFill>
                      <a:schemeClr val="tx1"/>
                    </a:solidFill>
                    <a:effectLst>
                      <a:outerShdw blurRad="38100" dist="19050" dir="2700000" algn="tl" rotWithShape="0">
                        <a:schemeClr val="dk1">
                          <a:alpha val="40000"/>
                        </a:schemeClr>
                      </a:outerShdw>
                    </a:effectLst>
                  </a:rPr>
                  <a:t> Component Management</a:t>
                </a:r>
              </a:p>
            </p:txBody>
          </p:sp>
          <p:sp>
            <p:nvSpPr>
              <p:cNvPr id="58" name="Rectangle 57">
                <a:extLst>
                  <a:ext uri="{FF2B5EF4-FFF2-40B4-BE49-F238E27FC236}">
                    <a16:creationId xmlns:a16="http://schemas.microsoft.com/office/drawing/2014/main" id="{EC262049-4621-5FE9-0030-9B8E57CF0059}"/>
                  </a:ext>
                </a:extLst>
              </p:cNvPr>
              <p:cNvSpPr/>
              <p:nvPr/>
            </p:nvSpPr>
            <p:spPr>
              <a:xfrm>
                <a:off x="10831907" y="2586374"/>
                <a:ext cx="115717" cy="105426"/>
              </a:xfrm>
              <a:prstGeom prst="rect">
                <a:avLst/>
              </a:prstGeom>
              <a:solidFill>
                <a:srgbClr val="6697CF"/>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nvGrpSpPr>
            <p:cNvPr id="59" name="Group 58">
              <a:extLst>
                <a:ext uri="{FF2B5EF4-FFF2-40B4-BE49-F238E27FC236}">
                  <a16:creationId xmlns:a16="http://schemas.microsoft.com/office/drawing/2014/main" id="{184BAB80-12B9-6778-1081-3BA5E21B8964}"/>
                </a:ext>
              </a:extLst>
            </p:cNvPr>
            <p:cNvGrpSpPr/>
            <p:nvPr/>
          </p:nvGrpSpPr>
          <p:grpSpPr>
            <a:xfrm>
              <a:off x="4151711" y="5778371"/>
              <a:ext cx="1349825" cy="214785"/>
              <a:chOff x="10791949" y="4444503"/>
              <a:chExt cx="1349825" cy="214785"/>
            </a:xfrm>
          </p:grpSpPr>
          <p:sp>
            <p:nvSpPr>
              <p:cNvPr id="60" name="Rectangle 59">
                <a:extLst>
                  <a:ext uri="{FF2B5EF4-FFF2-40B4-BE49-F238E27FC236}">
                    <a16:creationId xmlns:a16="http://schemas.microsoft.com/office/drawing/2014/main" id="{67EC3F4C-E0DA-840E-D2D0-E6461A5A61C6}"/>
                  </a:ext>
                </a:extLst>
              </p:cNvPr>
              <p:cNvSpPr/>
              <p:nvPr/>
            </p:nvSpPr>
            <p:spPr>
              <a:xfrm>
                <a:off x="10791949" y="4444503"/>
                <a:ext cx="1349825" cy="214785"/>
              </a:xfrm>
              <a:prstGeom prst="rect">
                <a:avLst/>
              </a:prstGeom>
              <a:solidFill>
                <a:schemeClr val="bg1"/>
              </a:solidFill>
              <a:ln w="6350">
                <a:solidFill>
                  <a:schemeClr val="accent2"/>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a:ln w="0"/>
                    <a:solidFill>
                      <a:schemeClr val="tx1"/>
                    </a:solidFill>
                    <a:effectLst>
                      <a:outerShdw blurRad="38100" dist="19050" dir="2700000" algn="tl" rotWithShape="0">
                        <a:schemeClr val="dk1">
                          <a:alpha val="40000"/>
                        </a:schemeClr>
                      </a:outerShdw>
                    </a:effectLst>
                  </a:rPr>
                  <a:t>Other ….</a:t>
                </a:r>
              </a:p>
            </p:txBody>
          </p:sp>
          <p:sp>
            <p:nvSpPr>
              <p:cNvPr id="61" name="Rectangle 60">
                <a:extLst>
                  <a:ext uri="{FF2B5EF4-FFF2-40B4-BE49-F238E27FC236}">
                    <a16:creationId xmlns:a16="http://schemas.microsoft.com/office/drawing/2014/main" id="{DB5C06EF-8903-ADFB-6C7B-ADDB29CBF308}"/>
                  </a:ext>
                </a:extLst>
              </p:cNvPr>
              <p:cNvSpPr/>
              <p:nvPr/>
            </p:nvSpPr>
            <p:spPr>
              <a:xfrm>
                <a:off x="10829242" y="4495164"/>
                <a:ext cx="115717" cy="105426"/>
              </a:xfrm>
              <a:prstGeom prst="rect">
                <a:avLst/>
              </a:prstGeom>
              <a:solidFill>
                <a:schemeClr val="bg1">
                  <a:lumMod val="65000"/>
                </a:schemeClr>
              </a:solidFill>
              <a:ln w="28575">
                <a:no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grpSp>
      </p:grpSp>
      <p:sp>
        <p:nvSpPr>
          <p:cNvPr id="4" name="Right Brace 3">
            <a:extLst>
              <a:ext uri="{FF2B5EF4-FFF2-40B4-BE49-F238E27FC236}">
                <a16:creationId xmlns:a16="http://schemas.microsoft.com/office/drawing/2014/main" id="{A1581540-8F5C-9883-2899-72A8DB73AC24}"/>
              </a:ext>
            </a:extLst>
          </p:cNvPr>
          <p:cNvSpPr/>
          <p:nvPr/>
        </p:nvSpPr>
        <p:spPr>
          <a:xfrm>
            <a:off x="6269421" y="3945229"/>
            <a:ext cx="241738" cy="1112871"/>
          </a:xfrm>
          <a:prstGeom prst="rightBrace">
            <a:avLst>
              <a:gd name="adj1" fmla="val 31765"/>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 name="TextBox 4">
            <a:extLst>
              <a:ext uri="{FF2B5EF4-FFF2-40B4-BE49-F238E27FC236}">
                <a16:creationId xmlns:a16="http://schemas.microsoft.com/office/drawing/2014/main" id="{50A3FF2E-398F-C00A-59CF-40A6A9F67920}"/>
              </a:ext>
            </a:extLst>
          </p:cNvPr>
          <p:cNvSpPr txBox="1"/>
          <p:nvPr/>
        </p:nvSpPr>
        <p:spPr>
          <a:xfrm>
            <a:off x="6821037" y="4330939"/>
            <a:ext cx="3195461" cy="369332"/>
          </a:xfrm>
          <a:prstGeom prst="rect">
            <a:avLst/>
          </a:prstGeom>
          <a:noFill/>
        </p:spPr>
        <p:txBody>
          <a:bodyPr wrap="square" rtlCol="0">
            <a:spAutoFit/>
          </a:bodyPr>
          <a:lstStyle/>
          <a:p>
            <a:pPr algn="ctr"/>
            <a:r>
              <a:rPr lang="en-GB" b="1"/>
              <a:t>Future planned operators</a:t>
            </a:r>
          </a:p>
        </p:txBody>
      </p:sp>
    </p:spTree>
    <p:extLst>
      <p:ext uri="{BB962C8B-B14F-4D97-AF65-F5344CB8AC3E}">
        <p14:creationId xmlns:p14="http://schemas.microsoft.com/office/powerpoint/2010/main" val="27833511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236E1-62B3-6C00-9BED-2647D2C3A88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4E4648A-2CBB-0A79-7C66-755995A12A15}"/>
              </a:ext>
            </a:extLst>
          </p:cNvPr>
          <p:cNvSpPr>
            <a:spLocks noGrp="1"/>
          </p:cNvSpPr>
          <p:nvPr>
            <p:ph idx="1"/>
          </p:nvPr>
        </p:nvSpPr>
        <p:spPr/>
        <p:txBody>
          <a:bodyPr/>
          <a:lstStyle/>
          <a:p>
            <a:endParaRPr lang="en-US"/>
          </a:p>
          <a:p>
            <a:endParaRPr lang="en-GB"/>
          </a:p>
        </p:txBody>
      </p:sp>
      <p:sp>
        <p:nvSpPr>
          <p:cNvPr id="4" name="Rectangle 3">
            <a:extLst>
              <a:ext uri="{FF2B5EF4-FFF2-40B4-BE49-F238E27FC236}">
                <a16:creationId xmlns:a16="http://schemas.microsoft.com/office/drawing/2014/main" id="{5D0BA2BC-AA84-F93A-CB56-C94D089E13DC}"/>
              </a:ext>
            </a:extLst>
          </p:cNvPr>
          <p:cNvSpPr/>
          <p:nvPr/>
        </p:nvSpPr>
        <p:spPr>
          <a:xfrm>
            <a:off x="0" y="2181138"/>
            <a:ext cx="12192000" cy="4676863"/>
          </a:xfrm>
          <a:prstGeom prst="rect">
            <a:avLst/>
          </a:prstGeom>
          <a:solidFill>
            <a:schemeClr val="bg1"/>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8467" tIns="8467" rIns="8467" bIns="8467" numCol="1" spcCol="1270" rtlCol="0" anchor="ctr" anchorCtr="0">
            <a:noAutofit/>
          </a:bodyPr>
          <a:lstStyle/>
          <a:p>
            <a:pPr algn="ctr" defTabSz="592652">
              <a:lnSpc>
                <a:spcPct val="90000"/>
              </a:lnSpc>
              <a:spcBef>
                <a:spcPct val="0"/>
              </a:spcBef>
              <a:spcAft>
                <a:spcPct val="35000"/>
              </a:spcAft>
            </a:pPr>
            <a:endParaRPr lang="en-GB" sz="1333">
              <a:solidFill>
                <a:srgbClr val="34342B"/>
              </a:solidFill>
              <a:latin typeface="Vodafone Rg" pitchFamily="34" charset="0"/>
            </a:endParaRPr>
          </a:p>
        </p:txBody>
      </p:sp>
      <p:pic>
        <p:nvPicPr>
          <p:cNvPr id="5" name="Picture 4">
            <a:extLst>
              <a:ext uri="{FF2B5EF4-FFF2-40B4-BE49-F238E27FC236}">
                <a16:creationId xmlns:a16="http://schemas.microsoft.com/office/drawing/2014/main" id="{AADC69F6-08E6-5F9D-E6FD-DF2A08250EFB}"/>
              </a:ext>
            </a:extLst>
          </p:cNvPr>
          <p:cNvPicPr>
            <a:picLocks noChangeAspect="1"/>
          </p:cNvPicPr>
          <p:nvPr/>
        </p:nvPicPr>
        <p:blipFill>
          <a:blip r:embed="rId2"/>
          <a:stretch>
            <a:fillRect/>
          </a:stretch>
        </p:blipFill>
        <p:spPr>
          <a:xfrm>
            <a:off x="3822949" y="282663"/>
            <a:ext cx="8216651" cy="5914572"/>
          </a:xfrm>
          <a:prstGeom prst="rect">
            <a:avLst/>
          </a:prstGeom>
        </p:spPr>
      </p:pic>
      <p:pic>
        <p:nvPicPr>
          <p:cNvPr id="8" name="Picture 7">
            <a:extLst>
              <a:ext uri="{FF2B5EF4-FFF2-40B4-BE49-F238E27FC236}">
                <a16:creationId xmlns:a16="http://schemas.microsoft.com/office/drawing/2014/main" id="{BCB243E0-EB97-0198-394F-658C876D3192}"/>
              </a:ext>
            </a:extLst>
          </p:cNvPr>
          <p:cNvPicPr>
            <a:picLocks noChangeAspect="1"/>
          </p:cNvPicPr>
          <p:nvPr/>
        </p:nvPicPr>
        <p:blipFill>
          <a:blip r:embed="rId3"/>
          <a:stretch>
            <a:fillRect/>
          </a:stretch>
        </p:blipFill>
        <p:spPr>
          <a:xfrm>
            <a:off x="416560" y="76565"/>
            <a:ext cx="4012312" cy="6197235"/>
          </a:xfrm>
          <a:prstGeom prst="rect">
            <a:avLst/>
          </a:prstGeom>
        </p:spPr>
      </p:pic>
      <p:sp>
        <p:nvSpPr>
          <p:cNvPr id="9" name="Rectangle 8">
            <a:extLst>
              <a:ext uri="{FF2B5EF4-FFF2-40B4-BE49-F238E27FC236}">
                <a16:creationId xmlns:a16="http://schemas.microsoft.com/office/drawing/2014/main" id="{65E28335-A0FA-692E-9395-4D9573EDC694}"/>
              </a:ext>
            </a:extLst>
          </p:cNvPr>
          <p:cNvSpPr/>
          <p:nvPr/>
        </p:nvSpPr>
        <p:spPr>
          <a:xfrm>
            <a:off x="4467559" y="1150993"/>
            <a:ext cx="136413" cy="255776"/>
          </a:xfrm>
          <a:prstGeom prst="rect">
            <a:avLst/>
          </a:prstGeom>
          <a:solidFill>
            <a:schemeClr val="bg1"/>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8467" tIns="8467" rIns="8467" bIns="8467" numCol="1" spcCol="1270" rtlCol="0" anchor="ctr" anchorCtr="0">
            <a:noAutofit/>
          </a:bodyPr>
          <a:lstStyle/>
          <a:p>
            <a:pPr algn="ctr" defTabSz="592652">
              <a:lnSpc>
                <a:spcPct val="90000"/>
              </a:lnSpc>
              <a:spcBef>
                <a:spcPct val="0"/>
              </a:spcBef>
              <a:spcAft>
                <a:spcPct val="35000"/>
              </a:spcAft>
            </a:pPr>
            <a:endParaRPr lang="en-GB" sz="1333">
              <a:solidFill>
                <a:srgbClr val="34342B"/>
              </a:solidFill>
              <a:latin typeface="Vodafone Rg" pitchFamily="34" charset="0"/>
            </a:endParaRPr>
          </a:p>
        </p:txBody>
      </p:sp>
      <p:sp>
        <p:nvSpPr>
          <p:cNvPr id="11" name="Rectangle 10">
            <a:extLst>
              <a:ext uri="{FF2B5EF4-FFF2-40B4-BE49-F238E27FC236}">
                <a16:creationId xmlns:a16="http://schemas.microsoft.com/office/drawing/2014/main" id="{B69C04AF-CF79-AF73-BA89-D1EF3BC5E2EA}"/>
              </a:ext>
            </a:extLst>
          </p:cNvPr>
          <p:cNvSpPr/>
          <p:nvPr/>
        </p:nvSpPr>
        <p:spPr>
          <a:xfrm>
            <a:off x="4469371" y="3690283"/>
            <a:ext cx="136413" cy="255776"/>
          </a:xfrm>
          <a:prstGeom prst="rect">
            <a:avLst/>
          </a:prstGeom>
          <a:solidFill>
            <a:schemeClr val="bg1"/>
          </a:solidFill>
          <a:ln w="254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8467" tIns="8467" rIns="8467" bIns="8467" numCol="1" spcCol="1270" rtlCol="0" anchor="ctr" anchorCtr="0">
            <a:noAutofit/>
          </a:bodyPr>
          <a:lstStyle/>
          <a:p>
            <a:pPr algn="ctr" defTabSz="592652">
              <a:lnSpc>
                <a:spcPct val="90000"/>
              </a:lnSpc>
              <a:spcBef>
                <a:spcPct val="0"/>
              </a:spcBef>
              <a:spcAft>
                <a:spcPct val="35000"/>
              </a:spcAft>
            </a:pPr>
            <a:endParaRPr lang="en-GB" sz="1333">
              <a:solidFill>
                <a:srgbClr val="34342B"/>
              </a:solidFill>
              <a:latin typeface="Vodafone Rg" pitchFamily="34" charset="0"/>
            </a:endParaRPr>
          </a:p>
        </p:txBody>
      </p:sp>
      <p:pic>
        <p:nvPicPr>
          <p:cNvPr id="10" name="Picture 9">
            <a:extLst>
              <a:ext uri="{FF2B5EF4-FFF2-40B4-BE49-F238E27FC236}">
                <a16:creationId xmlns:a16="http://schemas.microsoft.com/office/drawing/2014/main" id="{E43A64E1-6551-34AF-211A-1DE82F565C15}"/>
              </a:ext>
            </a:extLst>
          </p:cNvPr>
          <p:cNvPicPr>
            <a:picLocks noChangeAspect="1"/>
          </p:cNvPicPr>
          <p:nvPr/>
        </p:nvPicPr>
        <p:blipFill>
          <a:blip r:embed="rId4"/>
          <a:stretch>
            <a:fillRect/>
          </a:stretch>
        </p:blipFill>
        <p:spPr>
          <a:xfrm>
            <a:off x="7628148" y="1135752"/>
            <a:ext cx="1255075" cy="769240"/>
          </a:xfrm>
          <a:prstGeom prst="rect">
            <a:avLst/>
          </a:prstGeom>
        </p:spPr>
      </p:pic>
      <p:pic>
        <p:nvPicPr>
          <p:cNvPr id="7" name="Picture 6">
            <a:extLst>
              <a:ext uri="{FF2B5EF4-FFF2-40B4-BE49-F238E27FC236}">
                <a16:creationId xmlns:a16="http://schemas.microsoft.com/office/drawing/2014/main" id="{CA106AA9-2D1B-18F7-B76A-33DBC9CEE89A}"/>
              </a:ext>
            </a:extLst>
          </p:cNvPr>
          <p:cNvPicPr>
            <a:picLocks noChangeAspect="1"/>
          </p:cNvPicPr>
          <p:nvPr/>
        </p:nvPicPr>
        <p:blipFill>
          <a:blip r:embed="rId5"/>
          <a:stretch>
            <a:fillRect/>
          </a:stretch>
        </p:blipFill>
        <p:spPr>
          <a:xfrm>
            <a:off x="8449143" y="4278238"/>
            <a:ext cx="2704211" cy="1503687"/>
          </a:xfrm>
          <a:prstGeom prst="rect">
            <a:avLst/>
          </a:prstGeom>
        </p:spPr>
      </p:pic>
    </p:spTree>
    <p:extLst>
      <p:ext uri="{BB962C8B-B14F-4D97-AF65-F5344CB8AC3E}">
        <p14:creationId xmlns:p14="http://schemas.microsoft.com/office/powerpoint/2010/main" val="2143574079"/>
      </p:ext>
    </p:extLst>
  </p:cSld>
  <p:clrMapOvr>
    <a:masterClrMapping/>
  </p:clrMapOvr>
</p:sld>
</file>

<file path=ppt/theme/theme1.xml><?xml version="1.0" encoding="utf-8"?>
<a:theme xmlns:a="http://schemas.openxmlformats.org/drawingml/2006/main" name="Office Theme">
  <a:themeElements>
    <a:clrScheme name="TM Forum Theme Colours">
      <a:dk1>
        <a:sysClr val="windowText" lastClr="000000"/>
      </a:dk1>
      <a:lt1>
        <a:sysClr val="window" lastClr="FFFFFF"/>
      </a:lt1>
      <a:dk2>
        <a:srgbClr val="0D0B4D"/>
      </a:dk2>
      <a:lt2>
        <a:srgbClr val="E7E6E6"/>
      </a:lt2>
      <a:accent1>
        <a:srgbClr val="ED003B"/>
      </a:accent1>
      <a:accent2>
        <a:srgbClr val="FF4200"/>
      </a:accent2>
      <a:accent3>
        <a:srgbClr val="00B671"/>
      </a:accent3>
      <a:accent4>
        <a:srgbClr val="980BD9"/>
      </a:accent4>
      <a:accent5>
        <a:srgbClr val="39C5E5"/>
      </a:accent5>
      <a:accent6>
        <a:srgbClr val="F4059D"/>
      </a:accent6>
      <a:hlink>
        <a:srgbClr val="002060"/>
      </a:hlink>
      <a:folHlink>
        <a:srgbClr val="FF0043"/>
      </a:folHlink>
    </a:clrScheme>
    <a:fontScheme name="DWT Theme Font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_Forum_PPT.potx" id="{55244F31-691C-4D52-B53A-E86DD391F270}" vid="{8D2DF3AF-FD9C-4AFE-9278-25BC26A13DE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41e0cd4-5dae-4ee1-8058-13209fffa30d">
      <Terms xmlns="http://schemas.microsoft.com/office/infopath/2007/PartnerControls"/>
    </lcf76f155ced4ddcb4097134ff3c332f>
    <TaxCatchAll xmlns="4e34fcb5-8ba8-422d-a820-52df39ad33d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45AAC65ABF295499086D984FEF55C88" ma:contentTypeVersion="16" ma:contentTypeDescription="Create a new document." ma:contentTypeScope="" ma:versionID="0339615082a1f5d4293259eaf3d11481">
  <xsd:schema xmlns:xsd="http://www.w3.org/2001/XMLSchema" xmlns:xs="http://www.w3.org/2001/XMLSchema" xmlns:p="http://schemas.microsoft.com/office/2006/metadata/properties" xmlns:ns2="041e0cd4-5dae-4ee1-8058-13209fffa30d" xmlns:ns3="4e34fcb5-8ba8-422d-a820-52df39ad33dc" targetNamespace="http://schemas.microsoft.com/office/2006/metadata/properties" ma:root="true" ma:fieldsID="63b0e61d577bb1f2ca70a8c5e1b83162" ns2:_="" ns3:_="">
    <xsd:import namespace="041e0cd4-5dae-4ee1-8058-13209fffa30d"/>
    <xsd:import namespace="4e34fcb5-8ba8-422d-a820-52df39ad33d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1e0cd4-5dae-4ee1-8058-13209fffa3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6c21206-e962-4e70-b7c6-9737299e2fc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34fcb5-8ba8-422d-a820-52df39ad33d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841608f-5f8e-4588-9e57-e1db580b3cc3}" ma:internalName="TaxCatchAll" ma:showField="CatchAllData" ma:web="4e34fcb5-8ba8-422d-a820-52df39ad33dc">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57B1325-F2D7-4B86-8813-FD4945EC52D4}">
  <ds:schemaRefs>
    <ds:schemaRef ds:uri="http://schemas.microsoft.com/sharepoint/v3/contenttype/forms"/>
  </ds:schemaRefs>
</ds:datastoreItem>
</file>

<file path=customXml/itemProps2.xml><?xml version="1.0" encoding="utf-8"?>
<ds:datastoreItem xmlns:ds="http://schemas.openxmlformats.org/officeDocument/2006/customXml" ds:itemID="{2B549750-847B-45FE-BF69-9E0A8F0247FE}">
  <ds:schemaRefs>
    <ds:schemaRef ds:uri="041e0cd4-5dae-4ee1-8058-13209fffa30d"/>
    <ds:schemaRef ds:uri="3da52c70-355c-4ab7-8a25-30fbda7b3ef0"/>
    <ds:schemaRef ds:uri="3e22bd84-e961-4a82-82fa-ba82db1d79c1"/>
    <ds:schemaRef ds:uri="4e34fcb5-8ba8-422d-a820-52df39ad33d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B8E0E40-FA9C-4A2C-B08D-1C74CEFE3978}">
  <ds:schemaRefs>
    <ds:schemaRef ds:uri="041e0cd4-5dae-4ee1-8058-13209fffa30d"/>
    <ds:schemaRef ds:uri="4e34fcb5-8ba8-422d-a820-52df39ad33d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4174</Words>
  <Application>Microsoft Office PowerPoint</Application>
  <PresentationFormat>Widescreen</PresentationFormat>
  <Paragraphs>672</Paragraphs>
  <Slides>53</Slides>
  <Notes>22</Notes>
  <HiddenSlides>0</HiddenSlides>
  <MMClips>2</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53</vt:i4>
      </vt:variant>
    </vt:vector>
  </HeadingPairs>
  <TitlesOfParts>
    <vt:vector size="62" baseType="lpstr">
      <vt:lpstr>Aptos</vt:lpstr>
      <vt:lpstr>Aptos Light</vt:lpstr>
      <vt:lpstr>Arial</vt:lpstr>
      <vt:lpstr>Calibri</vt:lpstr>
      <vt:lpstr>Consolas</vt:lpstr>
      <vt:lpstr>inherit</vt:lpstr>
      <vt:lpstr>Symbol</vt:lpstr>
      <vt:lpstr>Vodafone Rg</vt:lpstr>
      <vt:lpstr>Office Theme</vt:lpstr>
      <vt:lpstr>PowerPoint Presentation</vt:lpstr>
      <vt:lpstr>PowerPoint Presentation</vt:lpstr>
      <vt:lpstr>PowerPoint Presentation</vt:lpstr>
      <vt:lpstr>PowerPoint Presentation</vt:lpstr>
      <vt:lpstr>ODA Component YAML definition</vt:lpstr>
      <vt:lpstr>ODA Component YAML definition</vt:lpstr>
      <vt:lpstr>ODA Component YAML definition</vt:lpstr>
      <vt:lpstr>ODA Component YAML definition</vt:lpstr>
      <vt:lpstr>ODA Component YAML definition</vt:lpstr>
      <vt:lpstr>ODA Component YAML definition</vt:lpstr>
      <vt:lpstr>ODA Component YAML definition</vt:lpstr>
      <vt:lpstr>ODA Component YAML definition</vt:lpstr>
      <vt:lpstr>ODA Component YAML definition</vt:lpstr>
      <vt:lpstr>ODA Component YAML definition</vt:lpstr>
      <vt:lpstr>Canvas as a set of Modular Software Operators</vt:lpstr>
      <vt:lpstr>Canvas as a set of Modular Software Operators – API Exposure</vt:lpstr>
      <vt:lpstr>API Exposure deep-dive</vt:lpstr>
      <vt:lpstr>API Exposure deep-dive</vt:lpstr>
      <vt:lpstr>API Exposure deep-dive</vt:lpstr>
      <vt:lpstr>Identity Config Management</vt:lpstr>
      <vt:lpstr>Identity Config Management – Deep Dive</vt:lpstr>
      <vt:lpstr>Identity Config Management – Deep Dive</vt:lpstr>
      <vt:lpstr>Observability Config Management</vt:lpstr>
      <vt:lpstr>Observability Config Management</vt:lpstr>
      <vt:lpstr>Observability Config Management</vt:lpstr>
      <vt:lpstr>Observability Config Management</vt:lpstr>
      <vt:lpstr>Observability Config Management</vt:lpstr>
      <vt:lpstr>How do you measure Canvas adoption?</vt:lpstr>
      <vt:lpstr>Reference Implementation of Canvas in Kubernetes</vt:lpstr>
      <vt:lpstr>Reference Implementation of Canvas in Kubernetes</vt:lpstr>
      <vt:lpstr>Reference Implementation of Canvas in Kubernetes</vt:lpstr>
      <vt:lpstr>Multiple components deployed in single Kubernetes canvas</vt:lpstr>
      <vt:lpstr>Proxy pattern</vt:lpstr>
      <vt:lpstr>Component Standard in two layers | Lego Analogy</vt:lpstr>
      <vt:lpstr>PowerPoint Presentation</vt:lpstr>
      <vt:lpstr>PowerPoint Presentation</vt:lpstr>
      <vt:lpstr>PowerPoint Presentation</vt:lpstr>
      <vt:lpstr>PowerPoint Presentation</vt:lpstr>
      <vt:lpstr>PowerPoint Presentation</vt:lpstr>
      <vt:lpstr>ODA Canvas Collaboration – Software Operators</vt:lpstr>
      <vt:lpstr>API Management</vt:lpstr>
      <vt:lpstr>Identity Config Management</vt:lpstr>
      <vt:lpstr>Observability Config Management</vt:lpstr>
      <vt:lpstr>Components and Canvas – A Story in Two Parts </vt:lpstr>
      <vt:lpstr>How do I buy or build a canvas? </vt:lpstr>
      <vt:lpstr>What types of Canvas Operator are available? </vt:lpstr>
      <vt:lpstr>What types of Canvas Operator are available? </vt:lpstr>
      <vt:lpstr>What types of Canvas Operator are available? </vt:lpstr>
      <vt:lpstr>What types of Canvas Operator are available? </vt:lpstr>
      <vt:lpstr>What types of Canvas Operator are available? </vt:lpstr>
      <vt:lpstr>What types of Canvas Operator are available? </vt:lpstr>
      <vt:lpstr>What types of Canvas Operator are available?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Rumina Begum</dc:creator>
  <cp:lastModifiedBy>Lester Thomas</cp:lastModifiedBy>
  <cp:revision>8</cp:revision>
  <dcterms:created xsi:type="dcterms:W3CDTF">2025-04-09T14:19:11Z</dcterms:created>
  <dcterms:modified xsi:type="dcterms:W3CDTF">2026-06-01T07:24:00Z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0x010100445AAC65ABF295499086D984FEF55C88</vt:lpwstr>
  </property>
  <property fmtid="{D5CDD505-2E9C-101B-9397-08002B2CF9AE}" pid="4" name="MSIP_Label_17da11e7-ad83-4459-98c6-12a88e2eac78_Enabled">
    <vt:lpwstr>true</vt:lpwstr>
  </property>
  <property fmtid="{D5CDD505-2E9C-101B-9397-08002B2CF9AE}" pid="5" name="MSIP_Label_17da11e7-ad83-4459-98c6-12a88e2eac78_SetDate">
    <vt:lpwstr>2025-11-10T14:15:46Z</vt:lpwstr>
  </property>
  <property fmtid="{D5CDD505-2E9C-101B-9397-08002B2CF9AE}" pid="6" name="MSIP_Label_17da11e7-ad83-4459-98c6-12a88e2eac78_Method">
    <vt:lpwstr>Privileged</vt:lpwstr>
  </property>
  <property fmtid="{D5CDD505-2E9C-101B-9397-08002B2CF9AE}" pid="7" name="MSIP_Label_17da11e7-ad83-4459-98c6-12a88e2eac78_Name">
    <vt:lpwstr>17da11e7-ad83-4459-98c6-12a88e2eac78</vt:lpwstr>
  </property>
  <property fmtid="{D5CDD505-2E9C-101B-9397-08002B2CF9AE}" pid="8" name="MSIP_Label_17da11e7-ad83-4459-98c6-12a88e2eac78_SiteId">
    <vt:lpwstr>68283f3b-8487-4c86-adb3-a5228f18b893</vt:lpwstr>
  </property>
  <property fmtid="{D5CDD505-2E9C-101B-9397-08002B2CF9AE}" pid="9" name="MSIP_Label_17da11e7-ad83-4459-98c6-12a88e2eac78_ActionId">
    <vt:lpwstr>e0c3ce05-b6cb-43e1-b9af-0c4d85f7f78d</vt:lpwstr>
  </property>
  <property fmtid="{D5CDD505-2E9C-101B-9397-08002B2CF9AE}" pid="10" name="MSIP_Label_17da11e7-ad83-4459-98c6-12a88e2eac78_ContentBits">
    <vt:lpwstr>0</vt:lpwstr>
  </property>
  <property fmtid="{D5CDD505-2E9C-101B-9397-08002B2CF9AE}" pid="11" name="MSIP_Label_17da11e7-ad83-4459-98c6-12a88e2eac78_Tag">
    <vt:lpwstr>10, 0, 1, 1</vt:lpwstr>
  </property>
  <property fmtid="{D5CDD505-2E9C-101B-9397-08002B2CF9AE}" pid="12" name="ClassificationContentMarkingFooterText">
    <vt:lpwstr>C2 General</vt:lpwstr>
  </property>
  <property fmtid="{D5CDD505-2E9C-101B-9397-08002B2CF9AE}" pid="13" name="ClassificationContentMarkingFooterLocations">
    <vt:lpwstr>Office Theme:8</vt:lpwstr>
  </property>
  <property fmtid="{D5CDD505-2E9C-101B-9397-08002B2CF9AE}" pid="14" name="MSIP_Label_0359f705-2ba0-454b-9cfc-6ce5bcaac040_SetDate">
    <vt:lpwstr>2025-05-13T14:07:48Z</vt:lpwstr>
  </property>
  <property fmtid="{D5CDD505-2E9C-101B-9397-08002B2CF9AE}" pid="15" name="MSIP_Label_0359f705-2ba0-454b-9cfc-6ce5bcaac040_ActionId">
    <vt:lpwstr>bc2d8c4e-f6d8-4d19-bbfc-b8d58d9d1273</vt:lpwstr>
  </property>
  <property fmtid="{D5CDD505-2E9C-101B-9397-08002B2CF9AE}" pid="16" name="MSIP_Label_0359f705-2ba0-454b-9cfc-6ce5bcaac040_Enabled">
    <vt:lpwstr>true</vt:lpwstr>
  </property>
  <property fmtid="{D5CDD505-2E9C-101B-9397-08002B2CF9AE}" pid="17" name="MSIP_Label_0359f705-2ba0-454b-9cfc-6ce5bcaac040_Name">
    <vt:lpwstr>0359f705-2ba0-454b-9cfc-6ce5bcaac040</vt:lpwstr>
  </property>
  <property fmtid="{D5CDD505-2E9C-101B-9397-08002B2CF9AE}" pid="18" name="MSIP_Label_0359f705-2ba0-454b-9cfc-6ce5bcaac040_ContentBits">
    <vt:lpwstr>2</vt:lpwstr>
  </property>
  <property fmtid="{D5CDD505-2E9C-101B-9397-08002B2CF9AE}" pid="19" name="MSIP_Label_0359f705-2ba0-454b-9cfc-6ce5bcaac040_SiteId">
    <vt:lpwstr>68283f3b-8487-4c86-adb3-a5228f18b893</vt:lpwstr>
  </property>
  <property fmtid="{D5CDD505-2E9C-101B-9397-08002B2CF9AE}" pid="20" name="MSIP_Label_0359f705-2ba0-454b-9cfc-6ce5bcaac040_Method">
    <vt:lpwstr>Standard</vt:lpwstr>
  </property>
  <property fmtid="{D5CDD505-2E9C-101B-9397-08002B2CF9AE}" pid="21" name="MSIP_Label_0359f705-2ba0-454b-9cfc-6ce5bcaac040_Tag">
    <vt:lpwstr>50, 3, 0, 1</vt:lpwstr>
  </property>
</Properties>
</file>